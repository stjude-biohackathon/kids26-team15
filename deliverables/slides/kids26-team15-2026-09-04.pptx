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Lst>
  <p:notesMasterIdLst>
    <p:notesMasterId r:id="rId21"/>
  </p:notesMasterIdLst>
  <p:handoutMasterIdLst>
    <p:handoutMasterId r:id="rId22"/>
  </p:handoutMasterIdLst>
  <p:sldIdLst>
    <p:sldId id="256" r:id="rId2"/>
    <p:sldId id="294" r:id="rId3"/>
    <p:sldId id="276" r:id="rId4"/>
    <p:sldId id="292" r:id="rId5"/>
    <p:sldId id="295" r:id="rId6"/>
    <p:sldId id="296" r:id="rId7"/>
    <p:sldId id="299" r:id="rId8"/>
    <p:sldId id="300" r:id="rId9"/>
    <p:sldId id="301" r:id="rId10"/>
    <p:sldId id="277" r:id="rId11"/>
    <p:sldId id="302" r:id="rId12"/>
    <p:sldId id="288" r:id="rId13"/>
    <p:sldId id="309" r:id="rId14"/>
    <p:sldId id="282" r:id="rId15"/>
    <p:sldId id="303" r:id="rId16"/>
    <p:sldId id="304" r:id="rId17"/>
    <p:sldId id="305" r:id="rId18"/>
    <p:sldId id="306" r:id="rId19"/>
    <p:sldId id="307" r:id="rId20"/>
  </p:sldIdLst>
  <p:sldSz cx="18288000" cy="10287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216" userDrawn="1">
          <p15:clr>
            <a:srgbClr val="A4A3A4"/>
          </p15:clr>
        </p15:guide>
        <p15:guide id="2" pos="576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BCF10"/>
    <a:srgbClr val="C7C9C8"/>
    <a:srgbClr val="7AD0E4"/>
    <a:srgbClr val="474C55"/>
    <a:srgbClr val="712D91"/>
    <a:srgbClr val="FC08FF"/>
    <a:srgbClr val="00437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874E3D3-C9D7-154A-AF9D-A64D04269FAE}" v="12" dt="2026-08-25T13:30:44.47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735"/>
    <p:restoredTop sz="93013"/>
  </p:normalViewPr>
  <p:slideViewPr>
    <p:cSldViewPr snapToGrid="0" showGuides="1">
      <p:cViewPr>
        <p:scale>
          <a:sx n="80" d="100"/>
          <a:sy n="80" d="100"/>
        </p:scale>
        <p:origin x="2360" y="688"/>
      </p:cViewPr>
      <p:guideLst>
        <p:guide orient="horz" pos="3216"/>
        <p:guide pos="5760"/>
      </p:guideLst>
    </p:cSldViewPr>
  </p:slideViewPr>
  <p:outlineViewPr>
    <p:cViewPr>
      <p:scale>
        <a:sx n="33" d="100"/>
        <a:sy n="33" d="100"/>
      </p:scale>
      <p:origin x="0" y="-147808"/>
    </p:cViewPr>
  </p:outlineViewPr>
  <p:notesTextViewPr>
    <p:cViewPr>
      <p:scale>
        <a:sx n="1" d="1"/>
        <a:sy n="1" d="1"/>
      </p:scale>
      <p:origin x="0" y="0"/>
    </p:cViewPr>
  </p:notesTextViewPr>
  <p:notesViewPr>
    <p:cSldViewPr snapToGrid="0" showGuides="1">
      <p:cViewPr varScale="1">
        <p:scale>
          <a:sx n="117" d="100"/>
          <a:sy n="117" d="100"/>
        </p:scale>
        <p:origin x="3168" y="18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handoutMaster" Target="handoutMasters/handout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roni, Antonia" userId="db5b40f5-4aa8-4b12-a6b0-2299e728196e" providerId="ADAL" clId="{821BFA9C-0C98-5EB8-AB1D-DDFEFCD8CDE3}"/>
    <pc:docChg chg="undo custSel mod addSld delSld modSld sldOrd modMainMaster">
      <pc:chgData name="Chroni, Antonia" userId="db5b40f5-4aa8-4b12-a6b0-2299e728196e" providerId="ADAL" clId="{821BFA9C-0C98-5EB8-AB1D-DDFEFCD8CDE3}" dt="2026-08-25T13:31:13.732" v="2747" actId="12"/>
      <pc:docMkLst>
        <pc:docMk/>
      </pc:docMkLst>
      <pc:sldChg chg="addSp delSp modSp add del mod">
        <pc:chgData name="Chroni, Antonia" userId="db5b40f5-4aa8-4b12-a6b0-2299e728196e" providerId="ADAL" clId="{821BFA9C-0C98-5EB8-AB1D-DDFEFCD8CDE3}" dt="2026-08-20T18:42:11.779" v="602" actId="20577"/>
        <pc:sldMkLst>
          <pc:docMk/>
          <pc:sldMk cId="1709657949" sldId="256"/>
        </pc:sldMkLst>
        <pc:spChg chg="mod">
          <ac:chgData name="Chroni, Antonia" userId="db5b40f5-4aa8-4b12-a6b0-2299e728196e" providerId="ADAL" clId="{821BFA9C-0C98-5EB8-AB1D-DDFEFCD8CDE3}" dt="2026-08-20T18:41:54.178" v="596" actId="1076"/>
          <ac:spMkLst>
            <pc:docMk/>
            <pc:sldMk cId="1709657949" sldId="256"/>
            <ac:spMk id="3" creationId="{C05DC0C1-A8C8-66C1-4A09-5B8D5C0A77D0}"/>
          </ac:spMkLst>
        </pc:spChg>
        <pc:spChg chg="mod">
          <ac:chgData name="Chroni, Antonia" userId="db5b40f5-4aa8-4b12-a6b0-2299e728196e" providerId="ADAL" clId="{821BFA9C-0C98-5EB8-AB1D-DDFEFCD8CDE3}" dt="2026-08-20T18:42:11.779" v="602" actId="20577"/>
          <ac:spMkLst>
            <pc:docMk/>
            <pc:sldMk cId="1709657949" sldId="256"/>
            <ac:spMk id="4" creationId="{85B5BBA0-EB9F-7F83-5D8D-70ED07FE88F2}"/>
          </ac:spMkLst>
        </pc:spChg>
        <pc:spChg chg="mod">
          <ac:chgData name="Chroni, Antonia" userId="db5b40f5-4aa8-4b12-a6b0-2299e728196e" providerId="ADAL" clId="{821BFA9C-0C98-5EB8-AB1D-DDFEFCD8CDE3}" dt="2026-08-20T18:42:02.759" v="600" actId="1076"/>
          <ac:spMkLst>
            <pc:docMk/>
            <pc:sldMk cId="1709657949" sldId="256"/>
            <ac:spMk id="9" creationId="{5184409E-9CDB-7B6B-97DC-5D8D58CE6107}"/>
          </ac:spMkLst>
        </pc:spChg>
      </pc:sldChg>
      <pc:sldChg chg="mod modShow">
        <pc:chgData name="Chroni, Antonia" userId="db5b40f5-4aa8-4b12-a6b0-2299e728196e" providerId="ADAL" clId="{821BFA9C-0C98-5EB8-AB1D-DDFEFCD8CDE3}" dt="2026-08-20T15:28:39.350" v="347" actId="34476"/>
        <pc:sldMkLst>
          <pc:docMk/>
          <pc:sldMk cId="11036395" sldId="258"/>
        </pc:sldMkLst>
      </pc:sldChg>
      <pc:sldChg chg="addSp delSp modSp new mod ord">
        <pc:chgData name="Chroni, Antonia" userId="db5b40f5-4aa8-4b12-a6b0-2299e728196e" providerId="ADAL" clId="{821BFA9C-0C98-5EB8-AB1D-DDFEFCD8CDE3}" dt="2026-08-20T15:24:59.837" v="305" actId="113"/>
        <pc:sldMkLst>
          <pc:docMk/>
          <pc:sldMk cId="3201928698" sldId="276"/>
        </pc:sldMkLst>
        <pc:spChg chg="add mod">
          <ac:chgData name="Chroni, Antonia" userId="db5b40f5-4aa8-4b12-a6b0-2299e728196e" providerId="ADAL" clId="{821BFA9C-0C98-5EB8-AB1D-DDFEFCD8CDE3}" dt="2026-08-20T15:23:29.518" v="224" actId="1076"/>
          <ac:spMkLst>
            <pc:docMk/>
            <pc:sldMk cId="3201928698" sldId="276"/>
            <ac:spMk id="16" creationId="{E37BA4C6-CAF3-26E0-EB12-49EB8C51BE49}"/>
          </ac:spMkLst>
        </pc:spChg>
        <pc:spChg chg="add mod">
          <ac:chgData name="Chroni, Antonia" userId="db5b40f5-4aa8-4b12-a6b0-2299e728196e" providerId="ADAL" clId="{821BFA9C-0C98-5EB8-AB1D-DDFEFCD8CDE3}" dt="2026-08-20T15:24:59.837" v="305" actId="113"/>
          <ac:spMkLst>
            <pc:docMk/>
            <pc:sldMk cId="3201928698" sldId="276"/>
            <ac:spMk id="18" creationId="{418F5D7A-26BC-27E5-62EE-1B921933DC2E}"/>
          </ac:spMkLst>
        </pc:spChg>
        <pc:spChg chg="add mod">
          <ac:chgData name="Chroni, Antonia" userId="db5b40f5-4aa8-4b12-a6b0-2299e728196e" providerId="ADAL" clId="{821BFA9C-0C98-5EB8-AB1D-DDFEFCD8CDE3}" dt="2026-08-20T15:23:52.234" v="240" actId="1076"/>
          <ac:spMkLst>
            <pc:docMk/>
            <pc:sldMk cId="3201928698" sldId="276"/>
            <ac:spMk id="21" creationId="{70D90617-5598-9F19-550A-E20D5BA83E78}"/>
          </ac:spMkLst>
        </pc:spChg>
        <pc:spChg chg="add mod">
          <ac:chgData name="Chroni, Antonia" userId="db5b40f5-4aa8-4b12-a6b0-2299e728196e" providerId="ADAL" clId="{821BFA9C-0C98-5EB8-AB1D-DDFEFCD8CDE3}" dt="2026-08-20T15:24:55.124" v="304" actId="1076"/>
          <ac:spMkLst>
            <pc:docMk/>
            <pc:sldMk cId="3201928698" sldId="276"/>
            <ac:spMk id="22" creationId="{15225F7F-E9F9-39CA-7854-FA59C21B5361}"/>
          </ac:spMkLst>
        </pc:spChg>
      </pc:sldChg>
      <pc:sldChg chg="addSp delSp modSp add mod ord">
        <pc:chgData name="Chroni, Antonia" userId="db5b40f5-4aa8-4b12-a6b0-2299e728196e" providerId="ADAL" clId="{821BFA9C-0C98-5EB8-AB1D-DDFEFCD8CDE3}" dt="2026-08-20T18:44:08.708" v="658" actId="20577"/>
        <pc:sldMkLst>
          <pc:docMk/>
          <pc:sldMk cId="3400605511" sldId="277"/>
        </pc:sldMkLst>
        <pc:spChg chg="mod">
          <ac:chgData name="Chroni, Antonia" userId="db5b40f5-4aa8-4b12-a6b0-2299e728196e" providerId="ADAL" clId="{821BFA9C-0C98-5EB8-AB1D-DDFEFCD8CDE3}" dt="2026-08-20T18:44:08.708" v="658" actId="20577"/>
          <ac:spMkLst>
            <pc:docMk/>
            <pc:sldMk cId="3400605511" sldId="277"/>
            <ac:spMk id="14" creationId="{44A2307A-A6DC-C8DA-2791-005858DC6FFC}"/>
          </ac:spMkLst>
        </pc:spChg>
        <pc:spChg chg="add mod">
          <ac:chgData name="Chroni, Antonia" userId="db5b40f5-4aa8-4b12-a6b0-2299e728196e" providerId="ADAL" clId="{821BFA9C-0C98-5EB8-AB1D-DDFEFCD8CDE3}" dt="2026-08-20T18:40:07.357" v="556" actId="1076"/>
          <ac:spMkLst>
            <pc:docMk/>
            <pc:sldMk cId="3400605511" sldId="277"/>
            <ac:spMk id="16" creationId="{AEB25021-EA55-0628-E22A-2F5B4D49F44E}"/>
          </ac:spMkLst>
        </pc:spChg>
        <pc:picChg chg="add mod">
          <ac:chgData name="Chroni, Antonia" userId="db5b40f5-4aa8-4b12-a6b0-2299e728196e" providerId="ADAL" clId="{821BFA9C-0C98-5EB8-AB1D-DDFEFCD8CDE3}" dt="2026-08-20T18:43:26.510" v="644" actId="1076"/>
          <ac:picMkLst>
            <pc:docMk/>
            <pc:sldMk cId="3400605511" sldId="277"/>
            <ac:picMk id="15" creationId="{8E5DF9E1-79EE-2F56-D698-CA508A34977A}"/>
          </ac:picMkLst>
        </pc:picChg>
      </pc:sldChg>
      <pc:sldChg chg="modSp add mod modShow">
        <pc:chgData name="Chroni, Antonia" userId="db5b40f5-4aa8-4b12-a6b0-2299e728196e" providerId="ADAL" clId="{821BFA9C-0C98-5EB8-AB1D-DDFEFCD8CDE3}" dt="2026-08-20T18:43:03.234" v="634" actId="1076"/>
        <pc:sldMkLst>
          <pc:docMk/>
          <pc:sldMk cId="586063450" sldId="279"/>
        </pc:sldMkLst>
        <pc:spChg chg="mod">
          <ac:chgData name="Chroni, Antonia" userId="db5b40f5-4aa8-4b12-a6b0-2299e728196e" providerId="ADAL" clId="{821BFA9C-0C98-5EB8-AB1D-DDFEFCD8CDE3}" dt="2026-08-20T18:43:00.359" v="633" actId="1076"/>
          <ac:spMkLst>
            <pc:docMk/>
            <pc:sldMk cId="586063450" sldId="279"/>
            <ac:spMk id="7" creationId="{00238BDB-B327-250A-19C4-4F1EBFDF10B8}"/>
          </ac:spMkLst>
        </pc:spChg>
        <pc:spChg chg="mod">
          <ac:chgData name="Chroni, Antonia" userId="db5b40f5-4aa8-4b12-a6b0-2299e728196e" providerId="ADAL" clId="{821BFA9C-0C98-5EB8-AB1D-DDFEFCD8CDE3}" dt="2026-08-20T18:43:00.359" v="633" actId="1076"/>
          <ac:spMkLst>
            <pc:docMk/>
            <pc:sldMk cId="586063450" sldId="279"/>
            <ac:spMk id="8" creationId="{BA701922-F8D4-9EED-8CB9-F00599B2D1FE}"/>
          </ac:spMkLst>
        </pc:spChg>
        <pc:spChg chg="mod">
          <ac:chgData name="Chroni, Antonia" userId="db5b40f5-4aa8-4b12-a6b0-2299e728196e" providerId="ADAL" clId="{821BFA9C-0C98-5EB8-AB1D-DDFEFCD8CDE3}" dt="2026-08-20T18:43:00.359" v="633" actId="1076"/>
          <ac:spMkLst>
            <pc:docMk/>
            <pc:sldMk cId="586063450" sldId="279"/>
            <ac:spMk id="9" creationId="{1094D9D6-879C-E267-73EA-AA8BD163827C}"/>
          </ac:spMkLst>
        </pc:spChg>
        <pc:spChg chg="mod">
          <ac:chgData name="Chroni, Antonia" userId="db5b40f5-4aa8-4b12-a6b0-2299e728196e" providerId="ADAL" clId="{821BFA9C-0C98-5EB8-AB1D-DDFEFCD8CDE3}" dt="2026-08-20T18:43:00.359" v="633" actId="1076"/>
          <ac:spMkLst>
            <pc:docMk/>
            <pc:sldMk cId="586063450" sldId="279"/>
            <ac:spMk id="10" creationId="{4B9EB748-54AF-FD33-C481-F26A9C5793B7}"/>
          </ac:spMkLst>
        </pc:spChg>
        <pc:spChg chg="mod">
          <ac:chgData name="Chroni, Antonia" userId="db5b40f5-4aa8-4b12-a6b0-2299e728196e" providerId="ADAL" clId="{821BFA9C-0C98-5EB8-AB1D-DDFEFCD8CDE3}" dt="2026-08-20T18:43:00.359" v="633" actId="1076"/>
          <ac:spMkLst>
            <pc:docMk/>
            <pc:sldMk cId="586063450" sldId="279"/>
            <ac:spMk id="12" creationId="{83DC4255-C646-B44D-C2A3-5711B21D116C}"/>
          </ac:spMkLst>
        </pc:spChg>
        <pc:spChg chg="mod">
          <ac:chgData name="Chroni, Antonia" userId="db5b40f5-4aa8-4b12-a6b0-2299e728196e" providerId="ADAL" clId="{821BFA9C-0C98-5EB8-AB1D-DDFEFCD8CDE3}" dt="2026-08-20T18:43:03.234" v="634" actId="1076"/>
          <ac:spMkLst>
            <pc:docMk/>
            <pc:sldMk cId="586063450" sldId="279"/>
            <ac:spMk id="14" creationId="{FC788128-E3B5-A8BD-5578-A3868136A1A4}"/>
          </ac:spMkLst>
        </pc:spChg>
        <pc:picChg chg="mod">
          <ac:chgData name="Chroni, Antonia" userId="db5b40f5-4aa8-4b12-a6b0-2299e728196e" providerId="ADAL" clId="{821BFA9C-0C98-5EB8-AB1D-DDFEFCD8CDE3}" dt="2026-08-20T18:43:00.359" v="633" actId="1076"/>
          <ac:picMkLst>
            <pc:docMk/>
            <pc:sldMk cId="586063450" sldId="279"/>
            <ac:picMk id="5" creationId="{180E855A-ECEF-B8A8-8DE0-1C73A381464A}"/>
          </ac:picMkLst>
        </pc:picChg>
        <pc:picChg chg="mod">
          <ac:chgData name="Chroni, Antonia" userId="db5b40f5-4aa8-4b12-a6b0-2299e728196e" providerId="ADAL" clId="{821BFA9C-0C98-5EB8-AB1D-DDFEFCD8CDE3}" dt="2026-08-20T18:43:00.359" v="633" actId="1076"/>
          <ac:picMkLst>
            <pc:docMk/>
            <pc:sldMk cId="586063450" sldId="279"/>
            <ac:picMk id="6" creationId="{996297A3-93E4-10B3-B206-F04C658467F5}"/>
          </ac:picMkLst>
        </pc:picChg>
        <pc:picChg chg="mod">
          <ac:chgData name="Chroni, Antonia" userId="db5b40f5-4aa8-4b12-a6b0-2299e728196e" providerId="ADAL" clId="{821BFA9C-0C98-5EB8-AB1D-DDFEFCD8CDE3}" dt="2026-08-20T18:43:00.359" v="633" actId="1076"/>
          <ac:picMkLst>
            <pc:docMk/>
            <pc:sldMk cId="586063450" sldId="279"/>
            <ac:picMk id="11" creationId="{0494FDF2-CD2E-F232-88C6-E5E9BC0CD63B}"/>
          </ac:picMkLst>
        </pc:picChg>
        <pc:picChg chg="mod">
          <ac:chgData name="Chroni, Antonia" userId="db5b40f5-4aa8-4b12-a6b0-2299e728196e" providerId="ADAL" clId="{821BFA9C-0C98-5EB8-AB1D-DDFEFCD8CDE3}" dt="2026-08-20T18:42:54.879" v="632" actId="1076"/>
          <ac:picMkLst>
            <pc:docMk/>
            <pc:sldMk cId="586063450" sldId="279"/>
            <ac:picMk id="13" creationId="{2C320ECA-88E3-1B54-73A5-C5A6E552B4D2}"/>
          </ac:picMkLst>
        </pc:picChg>
      </pc:sldChg>
      <pc:sldChg chg="addSp delSp modSp add mod ord">
        <pc:chgData name="Chroni, Antonia" userId="db5b40f5-4aa8-4b12-a6b0-2299e728196e" providerId="ADAL" clId="{821BFA9C-0C98-5EB8-AB1D-DDFEFCD8CDE3}" dt="2026-08-20T19:11:07.782" v="1508" actId="20578"/>
        <pc:sldMkLst>
          <pc:docMk/>
          <pc:sldMk cId="4089526785" sldId="280"/>
        </pc:sldMkLst>
        <pc:spChg chg="add mod">
          <ac:chgData name="Chroni, Antonia" userId="db5b40f5-4aa8-4b12-a6b0-2299e728196e" providerId="ADAL" clId="{821BFA9C-0C98-5EB8-AB1D-DDFEFCD8CDE3}" dt="2026-08-20T19:05:07.764" v="1329" actId="20577"/>
          <ac:spMkLst>
            <pc:docMk/>
            <pc:sldMk cId="4089526785" sldId="280"/>
            <ac:spMk id="3" creationId="{AD33BFC7-FC63-37FB-6777-50B7D2C2479B}"/>
          </ac:spMkLst>
        </pc:spChg>
        <pc:spChg chg="add mod">
          <ac:chgData name="Chroni, Antonia" userId="db5b40f5-4aa8-4b12-a6b0-2299e728196e" providerId="ADAL" clId="{821BFA9C-0C98-5EB8-AB1D-DDFEFCD8CDE3}" dt="2026-08-20T19:00:58.591" v="1003" actId="1076"/>
          <ac:spMkLst>
            <pc:docMk/>
            <pc:sldMk cId="4089526785" sldId="280"/>
            <ac:spMk id="5" creationId="{8F6FA37A-ECFD-52AC-8344-A804AC65F8D6}"/>
          </ac:spMkLst>
        </pc:spChg>
        <pc:spChg chg="mod">
          <ac:chgData name="Chroni, Antonia" userId="db5b40f5-4aa8-4b12-a6b0-2299e728196e" providerId="ADAL" clId="{821BFA9C-0C98-5EB8-AB1D-DDFEFCD8CDE3}" dt="2026-08-20T18:46:30.940" v="708" actId="20577"/>
          <ac:spMkLst>
            <pc:docMk/>
            <pc:sldMk cId="4089526785" sldId="280"/>
            <ac:spMk id="18" creationId="{EF0C4AE3-3610-633F-1063-5ADD6295B5BF}"/>
          </ac:spMkLst>
        </pc:spChg>
      </pc:sldChg>
      <pc:sldChg chg="modSp add mod">
        <pc:chgData name="Chroni, Antonia" userId="db5b40f5-4aa8-4b12-a6b0-2299e728196e" providerId="ADAL" clId="{821BFA9C-0C98-5EB8-AB1D-DDFEFCD8CDE3}" dt="2026-08-20T19:17:45.686" v="1788" actId="1076"/>
        <pc:sldMkLst>
          <pc:docMk/>
          <pc:sldMk cId="2248014276" sldId="281"/>
        </pc:sldMkLst>
        <pc:spChg chg="mod">
          <ac:chgData name="Chroni, Antonia" userId="db5b40f5-4aa8-4b12-a6b0-2299e728196e" providerId="ADAL" clId="{821BFA9C-0C98-5EB8-AB1D-DDFEFCD8CDE3}" dt="2026-08-20T19:17:45.686" v="1788" actId="1076"/>
          <ac:spMkLst>
            <pc:docMk/>
            <pc:sldMk cId="2248014276" sldId="281"/>
            <ac:spMk id="18" creationId="{E685AAAC-4733-C0B0-E108-BB5267EB665D}"/>
          </ac:spMkLst>
        </pc:spChg>
        <pc:spChg chg="mod">
          <ac:chgData name="Chroni, Antonia" userId="db5b40f5-4aa8-4b12-a6b0-2299e728196e" providerId="ADAL" clId="{821BFA9C-0C98-5EB8-AB1D-DDFEFCD8CDE3}" dt="2026-08-20T19:15:02.462" v="1728" actId="1076"/>
          <ac:spMkLst>
            <pc:docMk/>
            <pc:sldMk cId="2248014276" sldId="281"/>
            <ac:spMk id="21" creationId="{865483BD-9C4B-84D1-5191-73762730CC91}"/>
          </ac:spMkLst>
        </pc:spChg>
        <pc:graphicFrameChg chg="mod modGraphic">
          <ac:chgData name="Chroni, Antonia" userId="db5b40f5-4aa8-4b12-a6b0-2299e728196e" providerId="ADAL" clId="{821BFA9C-0C98-5EB8-AB1D-DDFEFCD8CDE3}" dt="2026-08-20T19:17:43.631" v="1786" actId="1076"/>
          <ac:graphicFrameMkLst>
            <pc:docMk/>
            <pc:sldMk cId="2248014276" sldId="281"/>
            <ac:graphicFrameMk id="2" creationId="{25C05A53-98D0-99A0-75D3-F34440643AB5}"/>
          </ac:graphicFrameMkLst>
        </pc:graphicFrameChg>
      </pc:sldChg>
      <pc:sldChg chg="addSp delSp modSp add mod">
        <pc:chgData name="Chroni, Antonia" userId="db5b40f5-4aa8-4b12-a6b0-2299e728196e" providerId="ADAL" clId="{821BFA9C-0C98-5EB8-AB1D-DDFEFCD8CDE3}" dt="2026-08-21T10:03:45.191" v="1880" actId="20577"/>
        <pc:sldMkLst>
          <pc:docMk/>
          <pc:sldMk cId="2637216672" sldId="282"/>
        </pc:sldMkLst>
        <pc:spChg chg="mod">
          <ac:chgData name="Chroni, Antonia" userId="db5b40f5-4aa8-4b12-a6b0-2299e728196e" providerId="ADAL" clId="{821BFA9C-0C98-5EB8-AB1D-DDFEFCD8CDE3}" dt="2026-08-21T10:03:45.191" v="1880" actId="20577"/>
          <ac:spMkLst>
            <pc:docMk/>
            <pc:sldMk cId="2637216672" sldId="282"/>
            <ac:spMk id="3" creationId="{EAED6A94-735E-47AF-F4E1-D8FF6C7CA869}"/>
          </ac:spMkLst>
        </pc:spChg>
        <pc:spChg chg="mod">
          <ac:chgData name="Chroni, Antonia" userId="db5b40f5-4aa8-4b12-a6b0-2299e728196e" providerId="ADAL" clId="{821BFA9C-0C98-5EB8-AB1D-DDFEFCD8CDE3}" dt="2026-08-21T10:03:17.409" v="1828" actId="20577"/>
          <ac:spMkLst>
            <pc:docMk/>
            <pc:sldMk cId="2637216672" sldId="282"/>
            <ac:spMk id="18" creationId="{511F8412-8E85-39B4-6052-629D7BBF9953}"/>
          </ac:spMkLst>
        </pc:spChg>
      </pc:sldChg>
      <pc:sldChg chg="addSp modSp add mod">
        <pc:chgData name="Chroni, Antonia" userId="db5b40f5-4aa8-4b12-a6b0-2299e728196e" providerId="ADAL" clId="{821BFA9C-0C98-5EB8-AB1D-DDFEFCD8CDE3}" dt="2026-08-20T19:15:20.900" v="1734"/>
        <pc:sldMkLst>
          <pc:docMk/>
          <pc:sldMk cId="2889109900" sldId="283"/>
        </pc:sldMkLst>
        <pc:spChg chg="add mod">
          <ac:chgData name="Chroni, Antonia" userId="db5b40f5-4aa8-4b12-a6b0-2299e728196e" providerId="ADAL" clId="{821BFA9C-0C98-5EB8-AB1D-DDFEFCD8CDE3}" dt="2026-08-20T19:15:20.900" v="1734"/>
          <ac:spMkLst>
            <pc:docMk/>
            <pc:sldMk cId="2889109900" sldId="283"/>
            <ac:spMk id="2" creationId="{3FB30031-124E-A7EC-6EFF-F7413EFE966A}"/>
          </ac:spMkLst>
        </pc:spChg>
        <pc:spChg chg="mod">
          <ac:chgData name="Chroni, Antonia" userId="db5b40f5-4aa8-4b12-a6b0-2299e728196e" providerId="ADAL" clId="{821BFA9C-0C98-5EB8-AB1D-DDFEFCD8CDE3}" dt="2026-08-20T19:08:40.908" v="1447" actId="5793"/>
          <ac:spMkLst>
            <pc:docMk/>
            <pc:sldMk cId="2889109900" sldId="283"/>
            <ac:spMk id="3" creationId="{40EAE216-D00D-9534-6533-742317CBEE55}"/>
          </ac:spMkLst>
        </pc:spChg>
        <pc:spChg chg="mod">
          <ac:chgData name="Chroni, Antonia" userId="db5b40f5-4aa8-4b12-a6b0-2299e728196e" providerId="ADAL" clId="{821BFA9C-0C98-5EB8-AB1D-DDFEFCD8CDE3}" dt="2026-08-20T19:08:34.837" v="1443"/>
          <ac:spMkLst>
            <pc:docMk/>
            <pc:sldMk cId="2889109900" sldId="283"/>
            <ac:spMk id="18" creationId="{52B10C65-7F4E-341B-6036-F42064CD6A08}"/>
          </ac:spMkLst>
        </pc:spChg>
      </pc:sldChg>
      <pc:sldChg chg="addSp modSp add mod">
        <pc:chgData name="Chroni, Antonia" userId="db5b40f5-4aa8-4b12-a6b0-2299e728196e" providerId="ADAL" clId="{821BFA9C-0C98-5EB8-AB1D-DDFEFCD8CDE3}" dt="2026-08-24T15:06:56.099" v="2209" actId="20577"/>
        <pc:sldMkLst>
          <pc:docMk/>
          <pc:sldMk cId="601469612" sldId="284"/>
        </pc:sldMkLst>
        <pc:spChg chg="add mod">
          <ac:chgData name="Chroni, Antonia" userId="db5b40f5-4aa8-4b12-a6b0-2299e728196e" providerId="ADAL" clId="{821BFA9C-0C98-5EB8-AB1D-DDFEFCD8CDE3}" dt="2026-08-20T19:15:47.612" v="1737"/>
          <ac:spMkLst>
            <pc:docMk/>
            <pc:sldMk cId="601469612" sldId="284"/>
            <ac:spMk id="2" creationId="{C43BBBB0-56FB-D761-B5C1-2E8F2E07CF69}"/>
          </ac:spMkLst>
        </pc:spChg>
        <pc:spChg chg="mod">
          <ac:chgData name="Chroni, Antonia" userId="db5b40f5-4aa8-4b12-a6b0-2299e728196e" providerId="ADAL" clId="{821BFA9C-0C98-5EB8-AB1D-DDFEFCD8CDE3}" dt="2026-08-24T15:06:56.099" v="2209" actId="20577"/>
          <ac:spMkLst>
            <pc:docMk/>
            <pc:sldMk cId="601469612" sldId="284"/>
            <ac:spMk id="3" creationId="{625A2333-FB98-669F-9232-1986444CF8F0}"/>
          </ac:spMkLst>
        </pc:spChg>
        <pc:spChg chg="mod">
          <ac:chgData name="Chroni, Antonia" userId="db5b40f5-4aa8-4b12-a6b0-2299e728196e" providerId="ADAL" clId="{821BFA9C-0C98-5EB8-AB1D-DDFEFCD8CDE3}" dt="2026-08-20T19:13:05.602" v="1586" actId="1076"/>
          <ac:spMkLst>
            <pc:docMk/>
            <pc:sldMk cId="601469612" sldId="284"/>
            <ac:spMk id="18" creationId="{E8CA49D2-CB25-B856-1B76-B2B3D7529305}"/>
          </ac:spMkLst>
        </pc:spChg>
      </pc:sldChg>
      <pc:sldChg chg="addSp delSp modSp add mod ord">
        <pc:chgData name="Chroni, Antonia" userId="db5b40f5-4aa8-4b12-a6b0-2299e728196e" providerId="ADAL" clId="{821BFA9C-0C98-5EB8-AB1D-DDFEFCD8CDE3}" dt="2026-08-24T15:11:31.247" v="2718" actId="20577"/>
        <pc:sldMkLst>
          <pc:docMk/>
          <pc:sldMk cId="3837543477" sldId="285"/>
        </pc:sldMkLst>
        <pc:spChg chg="add del mod">
          <ac:chgData name="Chroni, Antonia" userId="db5b40f5-4aa8-4b12-a6b0-2299e728196e" providerId="ADAL" clId="{821BFA9C-0C98-5EB8-AB1D-DDFEFCD8CDE3}" dt="2026-08-24T15:09:30.165" v="2445" actId="478"/>
          <ac:spMkLst>
            <pc:docMk/>
            <pc:sldMk cId="3837543477" sldId="285"/>
            <ac:spMk id="2" creationId="{71FFC3F9-4EDE-E79A-9EE2-370E616E7E50}"/>
          </ac:spMkLst>
        </pc:spChg>
        <pc:spChg chg="mod">
          <ac:chgData name="Chroni, Antonia" userId="db5b40f5-4aa8-4b12-a6b0-2299e728196e" providerId="ADAL" clId="{821BFA9C-0C98-5EB8-AB1D-DDFEFCD8CDE3}" dt="2026-08-24T15:11:31.247" v="2718" actId="20577"/>
          <ac:spMkLst>
            <pc:docMk/>
            <pc:sldMk cId="3837543477" sldId="285"/>
            <ac:spMk id="3" creationId="{34F21E47-D8E1-B498-FA5E-EA65D143DA5A}"/>
          </ac:spMkLst>
        </pc:spChg>
        <pc:spChg chg="mod">
          <ac:chgData name="Chroni, Antonia" userId="db5b40f5-4aa8-4b12-a6b0-2299e728196e" providerId="ADAL" clId="{821BFA9C-0C98-5EB8-AB1D-DDFEFCD8CDE3}" dt="2026-08-20T19:12:45.060" v="1561" actId="20577"/>
          <ac:spMkLst>
            <pc:docMk/>
            <pc:sldMk cId="3837543477" sldId="285"/>
            <ac:spMk id="18" creationId="{1FEB1983-5C7D-D330-639D-7319C938E6E4}"/>
          </ac:spMkLst>
        </pc:spChg>
      </pc:sldChg>
      <pc:sldChg chg="addSp modSp add mod">
        <pc:chgData name="Chroni, Antonia" userId="db5b40f5-4aa8-4b12-a6b0-2299e728196e" providerId="ADAL" clId="{821BFA9C-0C98-5EB8-AB1D-DDFEFCD8CDE3}" dt="2026-08-20T19:16:09.181" v="1739" actId="2711"/>
        <pc:sldMkLst>
          <pc:docMk/>
          <pc:sldMk cId="3800363912" sldId="286"/>
        </pc:sldMkLst>
        <pc:spChg chg="add mod">
          <ac:chgData name="Chroni, Antonia" userId="db5b40f5-4aa8-4b12-a6b0-2299e728196e" providerId="ADAL" clId="{821BFA9C-0C98-5EB8-AB1D-DDFEFCD8CDE3}" dt="2026-08-20T19:15:04.408" v="1729"/>
          <ac:spMkLst>
            <pc:docMk/>
            <pc:sldMk cId="3800363912" sldId="286"/>
            <ac:spMk id="2" creationId="{8CCE47EB-0D09-CF9B-E182-790114781696}"/>
          </ac:spMkLst>
        </pc:spChg>
        <pc:spChg chg="mod">
          <ac:chgData name="Chroni, Antonia" userId="db5b40f5-4aa8-4b12-a6b0-2299e728196e" providerId="ADAL" clId="{821BFA9C-0C98-5EB8-AB1D-DDFEFCD8CDE3}" dt="2026-08-20T19:16:09.181" v="1739" actId="2711"/>
          <ac:spMkLst>
            <pc:docMk/>
            <pc:sldMk cId="3800363912" sldId="286"/>
            <ac:spMk id="3" creationId="{0F2B59A8-2EC2-13B8-D4D8-B13E03F1FB78}"/>
          </ac:spMkLst>
        </pc:spChg>
        <pc:spChg chg="mod">
          <ac:chgData name="Chroni, Antonia" userId="db5b40f5-4aa8-4b12-a6b0-2299e728196e" providerId="ADAL" clId="{821BFA9C-0C98-5EB8-AB1D-DDFEFCD8CDE3}" dt="2026-08-20T19:13:21.931" v="1602" actId="20577"/>
          <ac:spMkLst>
            <pc:docMk/>
            <pc:sldMk cId="3800363912" sldId="286"/>
            <ac:spMk id="18" creationId="{CA045892-E90B-C908-24FA-5F75E03679E6}"/>
          </ac:spMkLst>
        </pc:spChg>
      </pc:sldChg>
      <pc:sldChg chg="addSp modSp add mod">
        <pc:chgData name="Chroni, Antonia" userId="db5b40f5-4aa8-4b12-a6b0-2299e728196e" providerId="ADAL" clId="{821BFA9C-0C98-5EB8-AB1D-DDFEFCD8CDE3}" dt="2026-08-25T13:31:03.017" v="2745" actId="20577"/>
        <pc:sldMkLst>
          <pc:docMk/>
          <pc:sldMk cId="3324824120" sldId="287"/>
        </pc:sldMkLst>
        <pc:spChg chg="add mod">
          <ac:chgData name="Chroni, Antonia" userId="db5b40f5-4aa8-4b12-a6b0-2299e728196e" providerId="ADAL" clId="{821BFA9C-0C98-5EB8-AB1D-DDFEFCD8CDE3}" dt="2026-08-20T19:15:08.781" v="1730"/>
          <ac:spMkLst>
            <pc:docMk/>
            <pc:sldMk cId="3324824120" sldId="287"/>
            <ac:spMk id="2" creationId="{AA5BD30C-6B02-7F33-F383-9D3EF191978E}"/>
          </ac:spMkLst>
        </pc:spChg>
        <pc:spChg chg="mod">
          <ac:chgData name="Chroni, Antonia" userId="db5b40f5-4aa8-4b12-a6b0-2299e728196e" providerId="ADAL" clId="{821BFA9C-0C98-5EB8-AB1D-DDFEFCD8CDE3}" dt="2026-08-25T13:31:03.017" v="2745" actId="20577"/>
          <ac:spMkLst>
            <pc:docMk/>
            <pc:sldMk cId="3324824120" sldId="287"/>
            <ac:spMk id="3" creationId="{37D232A4-F84C-8D29-38E7-949D4B377D7A}"/>
          </ac:spMkLst>
        </pc:spChg>
        <pc:spChg chg="add">
          <ac:chgData name="Chroni, Antonia" userId="db5b40f5-4aa8-4b12-a6b0-2299e728196e" providerId="ADAL" clId="{821BFA9C-0C98-5EB8-AB1D-DDFEFCD8CDE3}" dt="2026-08-25T13:30:37.448" v="2730"/>
          <ac:spMkLst>
            <pc:docMk/>
            <pc:sldMk cId="3324824120" sldId="287"/>
            <ac:spMk id="6" creationId="{CD7B9353-3EAC-A9B2-E119-FC52DD2C9CB6}"/>
          </ac:spMkLst>
        </pc:spChg>
        <pc:spChg chg="add">
          <ac:chgData name="Chroni, Antonia" userId="db5b40f5-4aa8-4b12-a6b0-2299e728196e" providerId="ADAL" clId="{821BFA9C-0C98-5EB8-AB1D-DDFEFCD8CDE3}" dt="2026-08-25T13:30:37.448" v="2730"/>
          <ac:spMkLst>
            <pc:docMk/>
            <pc:sldMk cId="3324824120" sldId="287"/>
            <ac:spMk id="10" creationId="{6ECFB4D5-5BB4-958E-42B3-C3D505D20201}"/>
          </ac:spMkLst>
        </pc:spChg>
        <pc:spChg chg="add">
          <ac:chgData name="Chroni, Antonia" userId="db5b40f5-4aa8-4b12-a6b0-2299e728196e" providerId="ADAL" clId="{821BFA9C-0C98-5EB8-AB1D-DDFEFCD8CDE3}" dt="2026-08-25T13:30:37.448" v="2730"/>
          <ac:spMkLst>
            <pc:docMk/>
            <pc:sldMk cId="3324824120" sldId="287"/>
            <ac:spMk id="11" creationId="{21CEBF0C-1CC5-E77D-4D74-CCA57AF79FF6}"/>
          </ac:spMkLst>
        </pc:spChg>
        <pc:spChg chg="add">
          <ac:chgData name="Chroni, Antonia" userId="db5b40f5-4aa8-4b12-a6b0-2299e728196e" providerId="ADAL" clId="{821BFA9C-0C98-5EB8-AB1D-DDFEFCD8CDE3}" dt="2026-08-25T13:30:37.448" v="2730"/>
          <ac:spMkLst>
            <pc:docMk/>
            <pc:sldMk cId="3324824120" sldId="287"/>
            <ac:spMk id="12" creationId="{6FE9A632-6DA4-1968-86CB-9EAD3689BA26}"/>
          </ac:spMkLst>
        </pc:spChg>
        <pc:spChg chg="add">
          <ac:chgData name="Chroni, Antonia" userId="db5b40f5-4aa8-4b12-a6b0-2299e728196e" providerId="ADAL" clId="{821BFA9C-0C98-5EB8-AB1D-DDFEFCD8CDE3}" dt="2026-08-25T13:30:37.448" v="2730"/>
          <ac:spMkLst>
            <pc:docMk/>
            <pc:sldMk cId="3324824120" sldId="287"/>
            <ac:spMk id="14" creationId="{D445A86B-7A47-7FCD-8631-DDC2AD892C7F}"/>
          </ac:spMkLst>
        </pc:spChg>
        <pc:spChg chg="add">
          <ac:chgData name="Chroni, Antonia" userId="db5b40f5-4aa8-4b12-a6b0-2299e728196e" providerId="ADAL" clId="{821BFA9C-0C98-5EB8-AB1D-DDFEFCD8CDE3}" dt="2026-08-25T13:30:37.448" v="2730"/>
          <ac:spMkLst>
            <pc:docMk/>
            <pc:sldMk cId="3324824120" sldId="287"/>
            <ac:spMk id="15" creationId="{30C54024-B4EA-DAC1-4576-262A4B77A345}"/>
          </ac:spMkLst>
        </pc:spChg>
        <pc:spChg chg="add">
          <ac:chgData name="Chroni, Antonia" userId="db5b40f5-4aa8-4b12-a6b0-2299e728196e" providerId="ADAL" clId="{821BFA9C-0C98-5EB8-AB1D-DDFEFCD8CDE3}" dt="2026-08-25T13:30:37.448" v="2730"/>
          <ac:spMkLst>
            <pc:docMk/>
            <pc:sldMk cId="3324824120" sldId="287"/>
            <ac:spMk id="17" creationId="{80E57AEA-1D17-1881-D79C-F4B0C1A13DCC}"/>
          </ac:spMkLst>
        </pc:spChg>
        <pc:spChg chg="mod">
          <ac:chgData name="Chroni, Antonia" userId="db5b40f5-4aa8-4b12-a6b0-2299e728196e" providerId="ADAL" clId="{821BFA9C-0C98-5EB8-AB1D-DDFEFCD8CDE3}" dt="2026-08-20T19:17:50.572" v="1789" actId="1076"/>
          <ac:spMkLst>
            <pc:docMk/>
            <pc:sldMk cId="3324824120" sldId="287"/>
            <ac:spMk id="18" creationId="{9DA02EDB-287D-B8E3-D6CF-6AAB2A53D9DE}"/>
          </ac:spMkLst>
        </pc:spChg>
        <pc:spChg chg="add">
          <ac:chgData name="Chroni, Antonia" userId="db5b40f5-4aa8-4b12-a6b0-2299e728196e" providerId="ADAL" clId="{821BFA9C-0C98-5EB8-AB1D-DDFEFCD8CDE3}" dt="2026-08-25T13:30:37.448" v="2730"/>
          <ac:spMkLst>
            <pc:docMk/>
            <pc:sldMk cId="3324824120" sldId="287"/>
            <ac:spMk id="19" creationId="{B6E44B26-C5D2-5B0D-160C-68C86A21E301}"/>
          </ac:spMkLst>
        </pc:spChg>
        <pc:spChg chg="add">
          <ac:chgData name="Chroni, Antonia" userId="db5b40f5-4aa8-4b12-a6b0-2299e728196e" providerId="ADAL" clId="{821BFA9C-0C98-5EB8-AB1D-DDFEFCD8CDE3}" dt="2026-08-25T13:30:37.448" v="2730"/>
          <ac:spMkLst>
            <pc:docMk/>
            <pc:sldMk cId="3324824120" sldId="287"/>
            <ac:spMk id="21" creationId="{108A1173-BEF3-1FFD-F756-7A359B22B4CE}"/>
          </ac:spMkLst>
        </pc:spChg>
        <pc:spChg chg="add">
          <ac:chgData name="Chroni, Antonia" userId="db5b40f5-4aa8-4b12-a6b0-2299e728196e" providerId="ADAL" clId="{821BFA9C-0C98-5EB8-AB1D-DDFEFCD8CDE3}" dt="2026-08-25T13:30:37.448" v="2730"/>
          <ac:spMkLst>
            <pc:docMk/>
            <pc:sldMk cId="3324824120" sldId="287"/>
            <ac:spMk id="22" creationId="{92574A6C-0D2B-DB58-EF34-38F4D245253E}"/>
          </ac:spMkLst>
        </pc:spChg>
        <pc:spChg chg="add">
          <ac:chgData name="Chroni, Antonia" userId="db5b40f5-4aa8-4b12-a6b0-2299e728196e" providerId="ADAL" clId="{821BFA9C-0C98-5EB8-AB1D-DDFEFCD8CDE3}" dt="2026-08-25T13:30:43.700" v="2738"/>
          <ac:spMkLst>
            <pc:docMk/>
            <pc:sldMk cId="3324824120" sldId="287"/>
            <ac:spMk id="23" creationId="{F1681925-E100-1F70-3BB8-554D2E636681}"/>
          </ac:spMkLst>
        </pc:spChg>
        <pc:spChg chg="add">
          <ac:chgData name="Chroni, Antonia" userId="db5b40f5-4aa8-4b12-a6b0-2299e728196e" providerId="ADAL" clId="{821BFA9C-0C98-5EB8-AB1D-DDFEFCD8CDE3}" dt="2026-08-25T13:30:43.700" v="2738"/>
          <ac:spMkLst>
            <pc:docMk/>
            <pc:sldMk cId="3324824120" sldId="287"/>
            <ac:spMk id="25" creationId="{B67793C1-D7ED-C858-EED8-269346A620F6}"/>
          </ac:spMkLst>
        </pc:spChg>
        <pc:spChg chg="add">
          <ac:chgData name="Chroni, Antonia" userId="db5b40f5-4aa8-4b12-a6b0-2299e728196e" providerId="ADAL" clId="{821BFA9C-0C98-5EB8-AB1D-DDFEFCD8CDE3}" dt="2026-08-25T13:30:43.700" v="2738"/>
          <ac:spMkLst>
            <pc:docMk/>
            <pc:sldMk cId="3324824120" sldId="287"/>
            <ac:spMk id="26" creationId="{8B6D7BEF-E25F-6FE0-0DC8-DF5D83C8141F}"/>
          </ac:spMkLst>
        </pc:spChg>
        <pc:spChg chg="add">
          <ac:chgData name="Chroni, Antonia" userId="db5b40f5-4aa8-4b12-a6b0-2299e728196e" providerId="ADAL" clId="{821BFA9C-0C98-5EB8-AB1D-DDFEFCD8CDE3}" dt="2026-08-25T13:30:43.700" v="2738"/>
          <ac:spMkLst>
            <pc:docMk/>
            <pc:sldMk cId="3324824120" sldId="287"/>
            <ac:spMk id="27" creationId="{07C5287C-1C39-E340-0FCC-D83FE8A577BB}"/>
          </ac:spMkLst>
        </pc:spChg>
        <pc:spChg chg="add">
          <ac:chgData name="Chroni, Antonia" userId="db5b40f5-4aa8-4b12-a6b0-2299e728196e" providerId="ADAL" clId="{821BFA9C-0C98-5EB8-AB1D-DDFEFCD8CDE3}" dt="2026-08-25T13:30:43.700" v="2738"/>
          <ac:spMkLst>
            <pc:docMk/>
            <pc:sldMk cId="3324824120" sldId="287"/>
            <ac:spMk id="28" creationId="{4C198D37-528C-4143-60C1-46E9A80252C4}"/>
          </ac:spMkLst>
        </pc:spChg>
        <pc:spChg chg="add">
          <ac:chgData name="Chroni, Antonia" userId="db5b40f5-4aa8-4b12-a6b0-2299e728196e" providerId="ADAL" clId="{821BFA9C-0C98-5EB8-AB1D-DDFEFCD8CDE3}" dt="2026-08-25T13:30:43.700" v="2738"/>
          <ac:spMkLst>
            <pc:docMk/>
            <pc:sldMk cId="3324824120" sldId="287"/>
            <ac:spMk id="30" creationId="{E25FB994-70CC-9DDF-D010-661E23B5CC98}"/>
          </ac:spMkLst>
        </pc:spChg>
        <pc:spChg chg="add">
          <ac:chgData name="Chroni, Antonia" userId="db5b40f5-4aa8-4b12-a6b0-2299e728196e" providerId="ADAL" clId="{821BFA9C-0C98-5EB8-AB1D-DDFEFCD8CDE3}" dt="2026-08-25T13:30:43.700" v="2738"/>
          <ac:spMkLst>
            <pc:docMk/>
            <pc:sldMk cId="3324824120" sldId="287"/>
            <ac:spMk id="31" creationId="{A69DB729-50B3-BFCC-CF80-9ABBE01F5ACD}"/>
          </ac:spMkLst>
        </pc:spChg>
        <pc:spChg chg="add">
          <ac:chgData name="Chroni, Antonia" userId="db5b40f5-4aa8-4b12-a6b0-2299e728196e" providerId="ADAL" clId="{821BFA9C-0C98-5EB8-AB1D-DDFEFCD8CDE3}" dt="2026-08-25T13:30:43.700" v="2738"/>
          <ac:spMkLst>
            <pc:docMk/>
            <pc:sldMk cId="3324824120" sldId="287"/>
            <ac:spMk id="32" creationId="{6E161DD2-A793-8013-6DC7-D9C6997100AE}"/>
          </ac:spMkLst>
        </pc:spChg>
        <pc:spChg chg="add">
          <ac:chgData name="Chroni, Antonia" userId="db5b40f5-4aa8-4b12-a6b0-2299e728196e" providerId="ADAL" clId="{821BFA9C-0C98-5EB8-AB1D-DDFEFCD8CDE3}" dt="2026-08-25T13:30:43.700" v="2738"/>
          <ac:spMkLst>
            <pc:docMk/>
            <pc:sldMk cId="3324824120" sldId="287"/>
            <ac:spMk id="33" creationId="{150545E4-C132-E181-4641-D5D26633BE3B}"/>
          </ac:spMkLst>
        </pc:spChg>
        <pc:spChg chg="add">
          <ac:chgData name="Chroni, Antonia" userId="db5b40f5-4aa8-4b12-a6b0-2299e728196e" providerId="ADAL" clId="{821BFA9C-0C98-5EB8-AB1D-DDFEFCD8CDE3}" dt="2026-08-25T13:30:43.700" v="2738"/>
          <ac:spMkLst>
            <pc:docMk/>
            <pc:sldMk cId="3324824120" sldId="287"/>
            <ac:spMk id="37" creationId="{EC0E978A-6F44-A3DD-0923-35976006B4A7}"/>
          </ac:spMkLst>
        </pc:spChg>
      </pc:sldChg>
      <pc:sldChg chg="modSp add mod">
        <pc:chgData name="Chroni, Antonia" userId="db5b40f5-4aa8-4b12-a6b0-2299e728196e" providerId="ADAL" clId="{821BFA9C-0C98-5EB8-AB1D-DDFEFCD8CDE3}" dt="2026-08-24T15:07:32.760" v="2212" actId="13926"/>
        <pc:sldMkLst>
          <pc:docMk/>
          <pc:sldMk cId="1691126817" sldId="288"/>
        </pc:sldMkLst>
        <pc:spChg chg="mod">
          <ac:chgData name="Chroni, Antonia" userId="db5b40f5-4aa8-4b12-a6b0-2299e728196e" providerId="ADAL" clId="{821BFA9C-0C98-5EB8-AB1D-DDFEFCD8CDE3}" dt="2026-08-24T15:07:32.760" v="2212" actId="13926"/>
          <ac:spMkLst>
            <pc:docMk/>
            <pc:sldMk cId="1691126817" sldId="288"/>
            <ac:spMk id="3" creationId="{2BAA52B1-31FE-1EE7-A2C4-249FE14A2F9D}"/>
          </ac:spMkLst>
        </pc:spChg>
      </pc:sldChg>
      <pc:sldChg chg="delSp modSp add mod">
        <pc:chgData name="Chroni, Antonia" userId="db5b40f5-4aa8-4b12-a6b0-2299e728196e" providerId="ADAL" clId="{821BFA9C-0C98-5EB8-AB1D-DDFEFCD8CDE3}" dt="2026-08-21T10:05:18.314" v="2006" actId="20577"/>
        <pc:sldMkLst>
          <pc:docMk/>
          <pc:sldMk cId="1935473268" sldId="289"/>
        </pc:sldMkLst>
        <pc:spChg chg="mod">
          <ac:chgData name="Chroni, Antonia" userId="db5b40f5-4aa8-4b12-a6b0-2299e728196e" providerId="ADAL" clId="{821BFA9C-0C98-5EB8-AB1D-DDFEFCD8CDE3}" dt="2026-08-21T10:05:18.314" v="2006" actId="20577"/>
          <ac:spMkLst>
            <pc:docMk/>
            <pc:sldMk cId="1935473268" sldId="289"/>
            <ac:spMk id="3" creationId="{0AC975AC-252A-A15D-15B9-88FEFC132D7A}"/>
          </ac:spMkLst>
        </pc:spChg>
        <pc:spChg chg="mod">
          <ac:chgData name="Chroni, Antonia" userId="db5b40f5-4aa8-4b12-a6b0-2299e728196e" providerId="ADAL" clId="{821BFA9C-0C98-5EB8-AB1D-DDFEFCD8CDE3}" dt="2026-08-21T10:04:35.986" v="1894" actId="20577"/>
          <ac:spMkLst>
            <pc:docMk/>
            <pc:sldMk cId="1935473268" sldId="289"/>
            <ac:spMk id="18" creationId="{A463C042-B282-A841-5C4F-E7DEED3FAD9C}"/>
          </ac:spMkLst>
        </pc:spChg>
      </pc:sldChg>
      <pc:sldChg chg="delSp modSp add mod">
        <pc:chgData name="Chroni, Antonia" userId="db5b40f5-4aa8-4b12-a6b0-2299e728196e" providerId="ADAL" clId="{821BFA9C-0C98-5EB8-AB1D-DDFEFCD8CDE3}" dt="2026-08-25T12:52:50.905" v="2727" actId="1076"/>
        <pc:sldMkLst>
          <pc:docMk/>
          <pc:sldMk cId="416880009" sldId="290"/>
        </pc:sldMkLst>
        <pc:spChg chg="mod">
          <ac:chgData name="Chroni, Antonia" userId="db5b40f5-4aa8-4b12-a6b0-2299e728196e" providerId="ADAL" clId="{821BFA9C-0C98-5EB8-AB1D-DDFEFCD8CDE3}" dt="2026-08-25T12:52:50.905" v="2727" actId="1076"/>
          <ac:spMkLst>
            <pc:docMk/>
            <pc:sldMk cId="416880009" sldId="290"/>
            <ac:spMk id="3" creationId="{3FE0F284-09F9-4976-1523-F4E8940ACE69}"/>
          </ac:spMkLst>
        </pc:spChg>
        <pc:spChg chg="del">
          <ac:chgData name="Chroni, Antonia" userId="db5b40f5-4aa8-4b12-a6b0-2299e728196e" providerId="ADAL" clId="{821BFA9C-0C98-5EB8-AB1D-DDFEFCD8CDE3}" dt="2026-08-25T12:52:26.055" v="2720" actId="478"/>
          <ac:spMkLst>
            <pc:docMk/>
            <pc:sldMk cId="416880009" sldId="290"/>
            <ac:spMk id="5" creationId="{78C9EFF6-130F-0E2F-EFEC-275228D6B10D}"/>
          </ac:spMkLst>
        </pc:spChg>
        <pc:spChg chg="mod">
          <ac:chgData name="Chroni, Antonia" userId="db5b40f5-4aa8-4b12-a6b0-2299e728196e" providerId="ADAL" clId="{821BFA9C-0C98-5EB8-AB1D-DDFEFCD8CDE3}" dt="2026-08-25T12:52:29.315" v="2721"/>
          <ac:spMkLst>
            <pc:docMk/>
            <pc:sldMk cId="416880009" sldId="290"/>
            <ac:spMk id="18" creationId="{C6EF0D16-9A3A-2667-AD72-B9294D512D81}"/>
          </ac:spMkLst>
        </pc:spChg>
      </pc:sldChg>
      <pc:sldChg chg="modSp add mod">
        <pc:chgData name="Chroni, Antonia" userId="db5b40f5-4aa8-4b12-a6b0-2299e728196e" providerId="ADAL" clId="{821BFA9C-0C98-5EB8-AB1D-DDFEFCD8CDE3}" dt="2026-08-25T13:31:13.732" v="2747" actId="12"/>
        <pc:sldMkLst>
          <pc:docMk/>
          <pc:sldMk cId="1408993001" sldId="291"/>
        </pc:sldMkLst>
        <pc:spChg chg="mod">
          <ac:chgData name="Chroni, Antonia" userId="db5b40f5-4aa8-4b12-a6b0-2299e728196e" providerId="ADAL" clId="{821BFA9C-0C98-5EB8-AB1D-DDFEFCD8CDE3}" dt="2026-08-25T13:31:13.732" v="2747" actId="12"/>
          <ac:spMkLst>
            <pc:docMk/>
            <pc:sldMk cId="1408993001" sldId="291"/>
            <ac:spMk id="3" creationId="{0F87008E-EB4E-6D83-97E5-D6CF72DA9E88}"/>
          </ac:spMkLst>
        </pc:spChg>
      </pc:sldChg>
      <pc:sldMasterChg chg="addSp mod">
        <pc:chgData name="Chroni, Antonia" userId="db5b40f5-4aa8-4b12-a6b0-2299e728196e" providerId="ADAL" clId="{821BFA9C-0C98-5EB8-AB1D-DDFEFCD8CDE3}" dt="2026-08-20T15:11:11.735" v="10" actId="33475"/>
        <pc:sldMasterMkLst>
          <pc:docMk/>
          <pc:sldMasterMk cId="2822030899" sldId="2147483672"/>
        </pc:sldMasterMkLst>
        <pc:spChg chg="add">
          <ac:chgData name="Chroni, Antonia" userId="db5b40f5-4aa8-4b12-a6b0-2299e728196e" providerId="ADAL" clId="{821BFA9C-0C98-5EB8-AB1D-DDFEFCD8CDE3}" dt="2026-08-20T15:11:11.735" v="10" actId="33475"/>
          <ac:spMkLst>
            <pc:docMk/>
            <pc:sldMasterMk cId="2822030899" sldId="2147483672"/>
            <ac:spMk id="4" creationId="{F19DCB0A-AF15-B118-00CD-C53FB1DBE60B}"/>
          </ac:spMkLst>
        </pc:sp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D3C73A1-9CEC-33A2-34B2-98887C1CB0D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2DE08511-8EB2-47CF-4CE6-BEA2B3E8A91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AD261D0-E877-3B4D-9455-D43FD24F383B}" type="datetime1">
              <a:rPr lang="en-US" smtClean="0"/>
              <a:t>9/4/26</a:t>
            </a:fld>
            <a:endParaRPr lang="en-US"/>
          </a:p>
        </p:txBody>
      </p:sp>
      <p:sp>
        <p:nvSpPr>
          <p:cNvPr id="4" name="Footer Placeholder 3">
            <a:extLst>
              <a:ext uri="{FF2B5EF4-FFF2-40B4-BE49-F238E27FC236}">
                <a16:creationId xmlns:a16="http://schemas.microsoft.com/office/drawing/2014/main" id="{98DEC18A-283F-D730-58B9-3D5CD7709EA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81664D4E-3C8C-96FA-DD00-279E08D92D0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00B55BE-E0F2-9A46-A764-4C9A00DCBD4B}" type="slidenum">
              <a:rPr lang="en-US" smtClean="0"/>
              <a:t>‹#›</a:t>
            </a:fld>
            <a:endParaRPr lang="en-US"/>
          </a:p>
        </p:txBody>
      </p:sp>
    </p:spTree>
    <p:extLst>
      <p:ext uri="{BB962C8B-B14F-4D97-AF65-F5344CB8AC3E}">
        <p14:creationId xmlns:p14="http://schemas.microsoft.com/office/powerpoint/2010/main" val="3200344001"/>
      </p:ext>
    </p:extLst>
  </p:cSld>
  <p:clrMap bg1="lt1" tx1="dk1" bg2="lt2" tx2="dk2" accent1="accent1" accent2="accent2" accent3="accent3" accent4="accent4" accent5="accent5" accent6="accent6" hlink="hlink" folHlink="folHlink"/>
  <p:hf hdr="0"/>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E2C213F-D78F-5148-ACD8-F60E89228165}" type="datetime1">
              <a:rPr lang="en-US" smtClean="0"/>
              <a:t>9/4/26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1C7ABFD-37A3-0247-AEF0-0516E5DC68A6}" type="slidenum">
              <a:rPr lang="en-US" smtClean="0"/>
              <a:t>‹#›</a:t>
            </a:fld>
            <a:endParaRPr lang="en-US"/>
          </a:p>
        </p:txBody>
      </p:sp>
    </p:spTree>
    <p:extLst>
      <p:ext uri="{BB962C8B-B14F-4D97-AF65-F5344CB8AC3E}">
        <p14:creationId xmlns:p14="http://schemas.microsoft.com/office/powerpoint/2010/main" val="3290315535"/>
      </p:ext>
    </p:extLst>
  </p:cSld>
  <p:clrMap bg1="lt1" tx1="dk1" bg2="lt2" tx2="dk2" accent1="accent1" accent2="accent2" accent3="accent3" accent4="accent4" accent5="accent5" accent6="accent6" hlink="hlink" folHlink="folHlink"/>
  <p:hf hdr="0"/>
  <p:notesStyle>
    <a:lvl1pPr marL="0" algn="l" defTabSz="1371600" rtl="0" eaLnBrk="1" latinLnBrk="0" hangingPunct="1">
      <a:defRPr sz="1800" kern="1200">
        <a:solidFill>
          <a:schemeClr val="tx1"/>
        </a:solidFill>
        <a:latin typeface="+mn-lt"/>
        <a:ea typeface="+mn-ea"/>
        <a:cs typeface="+mn-cs"/>
      </a:defRPr>
    </a:lvl1pPr>
    <a:lvl2pPr marL="685800" algn="l" defTabSz="1371600" rtl="0" eaLnBrk="1" latinLnBrk="0" hangingPunct="1">
      <a:defRPr sz="1800" kern="1200">
        <a:solidFill>
          <a:schemeClr val="tx1"/>
        </a:solidFill>
        <a:latin typeface="+mn-lt"/>
        <a:ea typeface="+mn-ea"/>
        <a:cs typeface="+mn-cs"/>
      </a:defRPr>
    </a:lvl2pPr>
    <a:lvl3pPr marL="1371600" algn="l" defTabSz="1371600" rtl="0" eaLnBrk="1" latinLnBrk="0" hangingPunct="1">
      <a:defRPr sz="1800" kern="1200">
        <a:solidFill>
          <a:schemeClr val="tx1"/>
        </a:solidFill>
        <a:latin typeface="+mn-lt"/>
        <a:ea typeface="+mn-ea"/>
        <a:cs typeface="+mn-cs"/>
      </a:defRPr>
    </a:lvl3pPr>
    <a:lvl4pPr marL="2057400" algn="l" defTabSz="1371600" rtl="0" eaLnBrk="1" latinLnBrk="0" hangingPunct="1">
      <a:defRPr sz="1800" kern="1200">
        <a:solidFill>
          <a:schemeClr val="tx1"/>
        </a:solidFill>
        <a:latin typeface="+mn-lt"/>
        <a:ea typeface="+mn-ea"/>
        <a:cs typeface="+mn-cs"/>
      </a:defRPr>
    </a:lvl4pPr>
    <a:lvl5pPr marL="2743200" algn="l" defTabSz="1371600" rtl="0" eaLnBrk="1" latinLnBrk="0" hangingPunct="1">
      <a:defRPr sz="1800" kern="1200">
        <a:solidFill>
          <a:schemeClr val="tx1"/>
        </a:solidFill>
        <a:latin typeface="+mn-lt"/>
        <a:ea typeface="+mn-ea"/>
        <a:cs typeface="+mn-cs"/>
      </a:defRPr>
    </a:lvl5pPr>
    <a:lvl6pPr marL="3429000" algn="l" defTabSz="1371600" rtl="0" eaLnBrk="1" latinLnBrk="0" hangingPunct="1">
      <a:defRPr sz="1800" kern="1200">
        <a:solidFill>
          <a:schemeClr val="tx1"/>
        </a:solidFill>
        <a:latin typeface="+mn-lt"/>
        <a:ea typeface="+mn-ea"/>
        <a:cs typeface="+mn-cs"/>
      </a:defRPr>
    </a:lvl6pPr>
    <a:lvl7pPr marL="4114800" algn="l" defTabSz="1371600" rtl="0" eaLnBrk="1" latinLnBrk="0" hangingPunct="1">
      <a:defRPr sz="1800" kern="1200">
        <a:solidFill>
          <a:schemeClr val="tx1"/>
        </a:solidFill>
        <a:latin typeface="+mn-lt"/>
        <a:ea typeface="+mn-ea"/>
        <a:cs typeface="+mn-cs"/>
      </a:defRPr>
    </a:lvl7pPr>
    <a:lvl8pPr marL="4800600" algn="l" defTabSz="1371600" rtl="0" eaLnBrk="1" latinLnBrk="0" hangingPunct="1">
      <a:defRPr sz="1800" kern="1200">
        <a:solidFill>
          <a:schemeClr val="tx1"/>
        </a:solidFill>
        <a:latin typeface="+mn-lt"/>
        <a:ea typeface="+mn-ea"/>
        <a:cs typeface="+mn-cs"/>
      </a:defRPr>
    </a:lvl8pPr>
    <a:lvl9pPr marL="5486400" algn="l" defTabSz="1371600" rtl="0" eaLnBrk="1" latinLnBrk="0" hangingPunct="1">
      <a:defRPr sz="18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Date Placeholder 3"/>
          <p:cNvSpPr>
            <a:spLocks noGrp="1"/>
          </p:cNvSpPr>
          <p:nvPr>
            <p:ph type="dt" idx="1"/>
          </p:nvPr>
        </p:nvSpPr>
        <p:spPr/>
        <p:txBody>
          <a:bodyPr/>
          <a:lstStyle/>
          <a:p>
            <a:fld id="{BE2C213F-D78F-5148-ACD8-F60E89228165}" type="datetime1">
              <a:rPr lang="en-US" smtClean="0"/>
              <a:t>9/4/26</a:t>
            </a:fld>
            <a:endParaRPr lang="en-US"/>
          </a:p>
        </p:txBody>
      </p:sp>
      <p:sp>
        <p:nvSpPr>
          <p:cNvPr id="5" name="Footer Placeholder 4"/>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D1C7ABFD-37A3-0247-AEF0-0516E5DC68A6}" type="slidenum">
              <a:rPr lang="en-US" smtClean="0"/>
              <a:t>4</a:t>
            </a:fld>
            <a:endParaRPr lang="en-US"/>
          </a:p>
        </p:txBody>
      </p:sp>
    </p:spTree>
    <p:extLst>
      <p:ext uri="{BB962C8B-B14F-4D97-AF65-F5344CB8AC3E}">
        <p14:creationId xmlns:p14="http://schemas.microsoft.com/office/powerpoint/2010/main" val="30006376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Date Placeholder 3"/>
          <p:cNvSpPr>
            <a:spLocks noGrp="1"/>
          </p:cNvSpPr>
          <p:nvPr>
            <p:ph type="dt" idx="1"/>
          </p:nvPr>
        </p:nvSpPr>
        <p:spPr/>
        <p:txBody>
          <a:bodyPr/>
          <a:lstStyle/>
          <a:p>
            <a:fld id="{BE2C213F-D78F-5148-ACD8-F60E89228165}" type="datetime1">
              <a:rPr lang="en-US" smtClean="0"/>
              <a:t>9/4/26</a:t>
            </a:fld>
            <a:endParaRPr lang="en-US"/>
          </a:p>
        </p:txBody>
      </p:sp>
      <p:sp>
        <p:nvSpPr>
          <p:cNvPr id="5" name="Footer Placeholder 4"/>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D1C7ABFD-37A3-0247-AEF0-0516E5DC68A6}" type="slidenum">
              <a:rPr lang="en-US" smtClean="0"/>
              <a:t>6</a:t>
            </a:fld>
            <a:endParaRPr lang="en-US"/>
          </a:p>
        </p:txBody>
      </p:sp>
    </p:spTree>
    <p:extLst>
      <p:ext uri="{BB962C8B-B14F-4D97-AF65-F5344CB8AC3E}">
        <p14:creationId xmlns:p14="http://schemas.microsoft.com/office/powerpoint/2010/main" val="35089979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t">
              <a:lnSpc>
                <a:spcPct val="100000"/>
              </a:lnSpc>
              <a:buNone/>
            </a:pPr>
            <a:r>
              <a:rPr lang="en-US" sz="1800" dirty="0"/>
              <a:t>The current workflow supports single-pipeline and multi-project execution, but resource allocation remains static and pipeline-specific, limiting scalability and reliability across heterogeneous single-cell projects.</a:t>
            </a:r>
          </a:p>
          <a:p>
            <a:pPr marL="285750" indent="-285750">
              <a:buFont typeface="Arial" panose="020B0604020202020204" pitchFamily="34" charset="0"/>
              <a:buChar char="•"/>
            </a:pPr>
            <a:endParaRPr lang="en-US" sz="1800" dirty="0">
              <a:highlight>
                <a:srgbClr val="FFFF00"/>
              </a:highlight>
            </a:endParaRPr>
          </a:p>
          <a:p>
            <a:endParaRPr lang="en-US" dirty="0"/>
          </a:p>
        </p:txBody>
      </p:sp>
      <p:sp>
        <p:nvSpPr>
          <p:cNvPr id="4" name="Date Placeholder 3"/>
          <p:cNvSpPr>
            <a:spLocks noGrp="1"/>
          </p:cNvSpPr>
          <p:nvPr>
            <p:ph type="dt" idx="1"/>
          </p:nvPr>
        </p:nvSpPr>
        <p:spPr/>
        <p:txBody>
          <a:bodyPr/>
          <a:lstStyle/>
          <a:p>
            <a:fld id="{BE2C213F-D78F-5148-ACD8-F60E89228165}" type="datetime1">
              <a:rPr lang="en-US" smtClean="0"/>
              <a:t>9/4/26</a:t>
            </a:fld>
            <a:endParaRPr lang="en-US"/>
          </a:p>
        </p:txBody>
      </p:sp>
      <p:sp>
        <p:nvSpPr>
          <p:cNvPr id="5" name="Footer Placeholder 4"/>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D1C7ABFD-37A3-0247-AEF0-0516E5DC68A6}" type="slidenum">
              <a:rPr lang="en-US" smtClean="0"/>
              <a:t>13</a:t>
            </a:fld>
            <a:endParaRPr lang="en-US"/>
          </a:p>
        </p:txBody>
      </p:sp>
    </p:spTree>
    <p:extLst>
      <p:ext uri="{BB962C8B-B14F-4D97-AF65-F5344CB8AC3E}">
        <p14:creationId xmlns:p14="http://schemas.microsoft.com/office/powerpoint/2010/main" val="23996353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Slide 1 — Problem (~30 sec)</a:t>
            </a:r>
          </a:p>
          <a:p>
            <a:r>
              <a:rPr lang="en-US" dirty="0"/>
              <a:t>Track C opens</a:t>
            </a:r>
          </a:p>
          <a:p>
            <a:r>
              <a:rPr lang="en-US" dirty="0"/>
              <a:t>"Hi everyone — I'm [name] from Track C. Our project asks a simple question: can we replace manual LSF wiring for SNAP single-cell analysis with something faster and more reliable?</a:t>
            </a:r>
          </a:p>
          <a:p>
            <a:r>
              <a:rPr lang="en-US" dirty="0"/>
              <a:t>Today, running SNAP downstream means separate </a:t>
            </a:r>
            <a:r>
              <a:rPr lang="en-US" sz="1800" kern="1200" dirty="0" err="1">
                <a:solidFill>
                  <a:schemeClr val="tx1"/>
                </a:solidFill>
                <a:latin typeface="+mn-lt"/>
                <a:ea typeface="+mn-ea"/>
                <a:cs typeface="+mn-cs"/>
              </a:rPr>
              <a:t>bsub</a:t>
            </a:r>
            <a:r>
              <a:rPr lang="en-US" dirty="0"/>
              <a:t> jobs, hand-wired dependencies, and guessing CPU and memory. That costs analysts six to eight hours per run, and fixed resources like sixteen cores often waste cluster capacity or cause OOM failures. There's no validation before submit — you find out something's wrong only after the job is queued.</a:t>
            </a:r>
          </a:p>
          <a:p>
            <a:r>
              <a:rPr lang="en-US" dirty="0"/>
              <a:t>That's the problem we're here to fix."</a:t>
            </a:r>
          </a:p>
          <a:p>
            <a:endParaRPr lang="en-US" dirty="0"/>
          </a:p>
        </p:txBody>
      </p:sp>
      <p:sp>
        <p:nvSpPr>
          <p:cNvPr id="4" name="Date Placeholder 3"/>
          <p:cNvSpPr>
            <a:spLocks noGrp="1"/>
          </p:cNvSpPr>
          <p:nvPr>
            <p:ph type="dt" idx="1"/>
          </p:nvPr>
        </p:nvSpPr>
        <p:spPr/>
        <p:txBody>
          <a:bodyPr/>
          <a:lstStyle/>
          <a:p>
            <a:fld id="{BE2C213F-D78F-5148-ACD8-F60E89228165}" type="datetime1">
              <a:rPr lang="en-US" smtClean="0"/>
              <a:t>9/4/26</a:t>
            </a:fld>
            <a:endParaRPr lang="en-US"/>
          </a:p>
        </p:txBody>
      </p:sp>
      <p:sp>
        <p:nvSpPr>
          <p:cNvPr id="5" name="Footer Placeholder 4"/>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D1C7ABFD-37A3-0247-AEF0-0516E5DC68A6}" type="slidenum">
              <a:rPr lang="en-US" smtClean="0"/>
              <a:t>15</a:t>
            </a:fld>
            <a:endParaRPr lang="en-US"/>
          </a:p>
        </p:txBody>
      </p:sp>
    </p:spTree>
    <p:extLst>
      <p:ext uri="{BB962C8B-B14F-4D97-AF65-F5344CB8AC3E}">
        <p14:creationId xmlns:p14="http://schemas.microsoft.com/office/powerpoint/2010/main" val="20361370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Slide 2 — Solution &amp; What We Built (~30 sec)</a:t>
            </a:r>
          </a:p>
          <a:p>
            <a:r>
              <a:rPr lang="en-US" dirty="0"/>
              <a:t>Tracks A + B — split or one speaker</a:t>
            </a:r>
          </a:p>
          <a:p>
            <a:r>
              <a:rPr lang="en-US" dirty="0"/>
              <a:t>"I'm [name] from Track [A/B]. We built </a:t>
            </a:r>
            <a:r>
              <a:rPr lang="en-US" sz="1800" kern="1200" dirty="0">
                <a:solidFill>
                  <a:schemeClr val="tx1"/>
                </a:solidFill>
                <a:latin typeface="+mn-lt"/>
                <a:ea typeface="+mn-ea"/>
                <a:cs typeface="+mn-cs"/>
              </a:rPr>
              <a:t>launch-snap-</a:t>
            </a:r>
            <a:r>
              <a:rPr lang="en-US" sz="1800" kern="1200" dirty="0" err="1">
                <a:solidFill>
                  <a:schemeClr val="tx1"/>
                </a:solidFill>
                <a:latin typeface="+mn-lt"/>
                <a:ea typeface="+mn-ea"/>
                <a:cs typeface="+mn-cs"/>
              </a:rPr>
              <a:t>downstream.sh</a:t>
            </a:r>
            <a:r>
              <a:rPr lang="en-US" dirty="0"/>
              <a:t> — one command that reads a YAML </a:t>
            </a:r>
            <a:r>
              <a:rPr lang="en-US" sz="1800" kern="1200" dirty="0" err="1">
                <a:solidFill>
                  <a:schemeClr val="tx1"/>
                </a:solidFill>
                <a:latin typeface="+mn-lt"/>
                <a:ea typeface="+mn-ea"/>
                <a:cs typeface="+mn-cs"/>
              </a:rPr>
              <a:t>workflow_profile</a:t>
            </a:r>
            <a:r>
              <a:rPr lang="en-US" dirty="0"/>
              <a:t>, auto-scales resources from Cell Ranger metrics, regenerates WDL, and runs </a:t>
            </a:r>
            <a:r>
              <a:rPr lang="en-US" sz="1800" kern="1200" dirty="0">
                <a:solidFill>
                  <a:schemeClr val="tx1"/>
                </a:solidFill>
                <a:latin typeface="+mn-lt"/>
                <a:ea typeface="+mn-ea"/>
                <a:cs typeface="+mn-cs"/>
              </a:rPr>
              <a:t>sprocket validate</a:t>
            </a:r>
            <a:r>
              <a:rPr lang="en-US" dirty="0"/>
              <a:t> before anything hits LSF.</a:t>
            </a:r>
          </a:p>
          <a:p>
            <a:r>
              <a:rPr lang="en-US" dirty="0"/>
              <a:t>On Victoria Knockout — four samples, about twenty-one thousand cells — upstream already ran in seventy-four minutes on eight cores with twenty-four gig peak memory, versus sixteen fixed cores in the legacy path.</a:t>
            </a:r>
          </a:p>
          <a:p>
            <a:r>
              <a:rPr lang="en-US" dirty="0"/>
              <a:t>Over three days, each track has a job: Rojina and Antonia review the code, Sarthak runs the test matrix, Lindsey and Rachana own docs and the test log, and Tanjim plus Antonia handle HPC submit and the demo. Success means every test logged with pass or fail evidence."</a:t>
            </a:r>
          </a:p>
          <a:p>
            <a:endParaRPr lang="en-US" dirty="0"/>
          </a:p>
        </p:txBody>
      </p:sp>
      <p:sp>
        <p:nvSpPr>
          <p:cNvPr id="4" name="Date Placeholder 3"/>
          <p:cNvSpPr>
            <a:spLocks noGrp="1"/>
          </p:cNvSpPr>
          <p:nvPr>
            <p:ph type="dt" idx="1"/>
          </p:nvPr>
        </p:nvSpPr>
        <p:spPr/>
        <p:txBody>
          <a:bodyPr/>
          <a:lstStyle/>
          <a:p>
            <a:fld id="{BE2C213F-D78F-5148-ACD8-F60E89228165}" type="datetime1">
              <a:rPr lang="en-US" smtClean="0"/>
              <a:t>9/4/26</a:t>
            </a:fld>
            <a:endParaRPr lang="en-US"/>
          </a:p>
        </p:txBody>
      </p:sp>
      <p:sp>
        <p:nvSpPr>
          <p:cNvPr id="5" name="Footer Placeholder 4"/>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D1C7ABFD-37A3-0247-AEF0-0516E5DC68A6}" type="slidenum">
              <a:rPr lang="en-US" smtClean="0"/>
              <a:t>17</a:t>
            </a:fld>
            <a:endParaRPr lang="en-US"/>
          </a:p>
        </p:txBody>
      </p:sp>
    </p:spTree>
    <p:extLst>
      <p:ext uri="{BB962C8B-B14F-4D97-AF65-F5344CB8AC3E}">
        <p14:creationId xmlns:p14="http://schemas.microsoft.com/office/powerpoint/2010/main" val="16143647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Slide 3 — Results &amp; Impact (~30 sec)</a:t>
            </a:r>
          </a:p>
          <a:p>
            <a:r>
              <a:rPr lang="en-US" dirty="0"/>
              <a:t>Tracks C + D close</a:t>
            </a:r>
          </a:p>
          <a:p>
            <a:r>
              <a:rPr lang="en-US" b="1" dirty="0"/>
              <a:t>Slide 3 — Speaker script (~30 sec, updated)</a:t>
            </a:r>
          </a:p>
          <a:p>
            <a:r>
              <a:rPr lang="en-US" dirty="0"/>
              <a:t>I'm [name] from Track [C/D]. If our tests hold up, analyst setup drops from hours to about fifteen minutes, core reservations cut roughly in half, and YAML toggles replace re-chaining bash jobs.</a:t>
            </a:r>
          </a:p>
          <a:p>
            <a:r>
              <a:rPr lang="en-US" dirty="0"/>
              <a:t>We'll be honest about limitations — VMs can't submit to LSF, and our first Sprocket runs needed tuning. A full Seurat finish on HPC is a bonus, not required.</a:t>
            </a:r>
          </a:p>
          <a:p>
            <a:r>
              <a:rPr lang="en-US" dirty="0"/>
              <a:t>Looking ahead: this workflow is tested on our automated </a:t>
            </a:r>
            <a:r>
              <a:rPr lang="en-US" dirty="0" err="1"/>
              <a:t>sc</a:t>
            </a:r>
            <a:r>
              <a:rPr lang="en-US" dirty="0"/>
              <a:t>-RNA-seq pipeline, but the same pattern extends to </a:t>
            </a:r>
            <a:r>
              <a:rPr lang="en-US" dirty="0" err="1"/>
              <a:t>sc</a:t>
            </a:r>
            <a:r>
              <a:rPr lang="en-US" dirty="0"/>
              <a:t>-ATAC, </a:t>
            </a:r>
            <a:r>
              <a:rPr lang="en-US" dirty="0" err="1"/>
              <a:t>sc</a:t>
            </a:r>
            <a:r>
              <a:rPr lang="en-US" dirty="0"/>
              <a:t>-PARSE, and other modalities — plus multi-omics runs like </a:t>
            </a:r>
            <a:r>
              <a:rPr lang="en-US" dirty="0" err="1"/>
              <a:t>sc</a:t>
            </a:r>
            <a:r>
              <a:rPr lang="en-US" dirty="0"/>
              <a:t>-RNA with </a:t>
            </a:r>
            <a:r>
              <a:rPr lang="en-US" dirty="0" err="1"/>
              <a:t>sc</a:t>
            </a:r>
            <a:r>
              <a:rPr lang="en-US" dirty="0"/>
              <a:t>-ATAC, and multiple projects in parallel. Day three at three PM we present to judges. Log everything in </a:t>
            </a:r>
            <a:r>
              <a:rPr lang="en-US" sz="1800" kern="1200" dirty="0">
                <a:solidFill>
                  <a:schemeClr val="tx1"/>
                </a:solidFill>
                <a:latin typeface="+mn-lt"/>
                <a:ea typeface="+mn-ea"/>
                <a:cs typeface="+mn-cs"/>
              </a:rPr>
              <a:t>hackathon-test-</a:t>
            </a:r>
            <a:r>
              <a:rPr lang="en-US" sz="1800" kern="1200" dirty="0" err="1">
                <a:solidFill>
                  <a:schemeClr val="tx1"/>
                </a:solidFill>
                <a:latin typeface="+mn-lt"/>
                <a:ea typeface="+mn-ea"/>
                <a:cs typeface="+mn-cs"/>
              </a:rPr>
              <a:t>results.md</a:t>
            </a:r>
            <a:r>
              <a:rPr lang="en-US" dirty="0"/>
              <a:t> and flag blockers early.</a:t>
            </a:r>
          </a:p>
          <a:p>
            <a:endParaRPr lang="en-US" dirty="0"/>
          </a:p>
        </p:txBody>
      </p:sp>
      <p:sp>
        <p:nvSpPr>
          <p:cNvPr id="4" name="Date Placeholder 3"/>
          <p:cNvSpPr>
            <a:spLocks noGrp="1"/>
          </p:cNvSpPr>
          <p:nvPr>
            <p:ph type="dt" idx="1"/>
          </p:nvPr>
        </p:nvSpPr>
        <p:spPr/>
        <p:txBody>
          <a:bodyPr/>
          <a:lstStyle/>
          <a:p>
            <a:fld id="{BE2C213F-D78F-5148-ACD8-F60E89228165}" type="datetime1">
              <a:rPr lang="en-US" smtClean="0"/>
              <a:t>9/4/26</a:t>
            </a:fld>
            <a:endParaRPr lang="en-US"/>
          </a:p>
        </p:txBody>
      </p:sp>
      <p:sp>
        <p:nvSpPr>
          <p:cNvPr id="5" name="Footer Placeholder 4"/>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D1C7ABFD-37A3-0247-AEF0-0516E5DC68A6}" type="slidenum">
              <a:rPr lang="en-US" smtClean="0"/>
              <a:t>18</a:t>
            </a:fld>
            <a:endParaRPr lang="en-US"/>
          </a:p>
        </p:txBody>
      </p:sp>
    </p:spTree>
    <p:extLst>
      <p:ext uri="{BB962C8B-B14F-4D97-AF65-F5344CB8AC3E}">
        <p14:creationId xmlns:p14="http://schemas.microsoft.com/office/powerpoint/2010/main" val="327463561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1_1_White Cover Slide (Image Right)">
    <p:spTree>
      <p:nvGrpSpPr>
        <p:cNvPr id="1" name=""/>
        <p:cNvGrpSpPr/>
        <p:nvPr/>
      </p:nvGrpSpPr>
      <p:grpSpPr>
        <a:xfrm>
          <a:off x="0" y="0"/>
          <a:ext cx="0" cy="0"/>
          <a:chOff x="0" y="0"/>
          <a:chExt cx="0" cy="0"/>
        </a:xfrm>
      </p:grpSpPr>
      <p:sp>
        <p:nvSpPr>
          <p:cNvPr id="18" name="Footer Placeholder 17">
            <a:extLst>
              <a:ext uri="{FF2B5EF4-FFF2-40B4-BE49-F238E27FC236}">
                <a16:creationId xmlns:a16="http://schemas.microsoft.com/office/drawing/2014/main" id="{7D135747-61ED-B949-BFEA-7FC9CB145501}"/>
              </a:ext>
            </a:extLst>
          </p:cNvPr>
          <p:cNvSpPr>
            <a:spLocks noGrp="1"/>
          </p:cNvSpPr>
          <p:nvPr>
            <p:ph type="ftr" sz="quarter" idx="12"/>
          </p:nvPr>
        </p:nvSpPr>
        <p:spPr>
          <a:xfrm>
            <a:off x="10916503" y="9739312"/>
            <a:ext cx="6172200" cy="547688"/>
          </a:xfrm>
          <a:prstGeom prst="rect">
            <a:avLst/>
          </a:prstGeom>
        </p:spPr>
        <p:txBody>
          <a:bodyPr/>
          <a:lstStyle/>
          <a:p>
            <a:endParaRPr lang="en-US"/>
          </a:p>
        </p:txBody>
      </p:sp>
      <p:sp>
        <p:nvSpPr>
          <p:cNvPr id="34" name="Text Placeholder 33">
            <a:extLst>
              <a:ext uri="{FF2B5EF4-FFF2-40B4-BE49-F238E27FC236}">
                <a16:creationId xmlns:a16="http://schemas.microsoft.com/office/drawing/2014/main" id="{E3160E4F-AAC5-D01C-9773-91428EE31EB7}"/>
              </a:ext>
            </a:extLst>
          </p:cNvPr>
          <p:cNvSpPr>
            <a:spLocks noGrp="1"/>
          </p:cNvSpPr>
          <p:nvPr>
            <p:ph type="body" sz="quarter" idx="13" hasCustomPrompt="1"/>
          </p:nvPr>
        </p:nvSpPr>
        <p:spPr>
          <a:xfrm>
            <a:off x="685800" y="4025900"/>
            <a:ext cx="7994650" cy="2470150"/>
          </a:xfrm>
          <a:prstGeom prst="rect">
            <a:avLst/>
          </a:prstGeom>
        </p:spPr>
        <p:txBody>
          <a:bodyPr lIns="0" tIns="0" rIns="0" bIns="0" anchor="b">
            <a:normAutofit/>
          </a:bodyPr>
          <a:lstStyle>
            <a:lvl1pPr marL="0" indent="0">
              <a:lnSpc>
                <a:spcPct val="100000"/>
              </a:lnSpc>
              <a:buNone/>
              <a:defRPr sz="7200" b="1">
                <a:solidFill>
                  <a:srgbClr val="00437B"/>
                </a:solidFill>
              </a:defRPr>
            </a:lvl1pPr>
            <a:lvl2pPr marL="685800" indent="0">
              <a:buNone/>
              <a:defRPr/>
            </a:lvl2pPr>
          </a:lstStyle>
          <a:p>
            <a:pPr lvl="0"/>
            <a:r>
              <a:rPr lang="en-US" dirty="0"/>
              <a:t>This is your presentation title</a:t>
            </a:r>
          </a:p>
        </p:txBody>
      </p:sp>
      <p:sp>
        <p:nvSpPr>
          <p:cNvPr id="36" name="Text Placeholder 35">
            <a:extLst>
              <a:ext uri="{FF2B5EF4-FFF2-40B4-BE49-F238E27FC236}">
                <a16:creationId xmlns:a16="http://schemas.microsoft.com/office/drawing/2014/main" id="{F2EB062C-0C1E-5A7B-8A2B-D7FAA32F8B26}"/>
              </a:ext>
            </a:extLst>
          </p:cNvPr>
          <p:cNvSpPr>
            <a:spLocks noGrp="1"/>
          </p:cNvSpPr>
          <p:nvPr>
            <p:ph type="body" sz="quarter" idx="14" hasCustomPrompt="1"/>
          </p:nvPr>
        </p:nvSpPr>
        <p:spPr>
          <a:xfrm>
            <a:off x="685800" y="7192963"/>
            <a:ext cx="7994650" cy="1787525"/>
          </a:xfrm>
          <a:prstGeom prst="rect">
            <a:avLst/>
          </a:prstGeom>
        </p:spPr>
        <p:txBody>
          <a:bodyPr lIns="0" tIns="0" rIns="0" bIns="0">
            <a:normAutofit/>
          </a:bodyPr>
          <a:lstStyle>
            <a:lvl1pPr marL="0" indent="0">
              <a:lnSpc>
                <a:spcPct val="100000"/>
              </a:lnSpc>
              <a:spcBef>
                <a:spcPts val="0"/>
              </a:spcBef>
              <a:buNone/>
              <a:defRPr sz="1800" b="1">
                <a:solidFill>
                  <a:srgbClr val="00437B"/>
                </a:solidFill>
              </a:defRPr>
            </a:lvl1pPr>
          </a:lstStyle>
          <a:p>
            <a:pPr lvl="0"/>
            <a:r>
              <a:rPr lang="en-US" dirty="0"/>
              <a:t>Presenter Name</a:t>
            </a:r>
            <a:br>
              <a:rPr lang="en-US" dirty="0"/>
            </a:br>
            <a:r>
              <a:rPr lang="en-US" dirty="0"/>
              <a:t>Title, Department</a:t>
            </a:r>
          </a:p>
        </p:txBody>
      </p:sp>
      <p:pic>
        <p:nvPicPr>
          <p:cNvPr id="39" name="Picture 38">
            <a:extLst>
              <a:ext uri="{FF2B5EF4-FFF2-40B4-BE49-F238E27FC236}">
                <a16:creationId xmlns:a16="http://schemas.microsoft.com/office/drawing/2014/main" id="{1316D4AE-6ED8-9FA7-9584-3DD7639797A9}"/>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83989" y="754884"/>
            <a:ext cx="2437915" cy="2257329"/>
          </a:xfrm>
          <a:prstGeom prst="rect">
            <a:avLst/>
          </a:prstGeom>
        </p:spPr>
      </p:pic>
      <p:sp>
        <p:nvSpPr>
          <p:cNvPr id="16" name="Picture Placeholder 15">
            <a:extLst>
              <a:ext uri="{FF2B5EF4-FFF2-40B4-BE49-F238E27FC236}">
                <a16:creationId xmlns:a16="http://schemas.microsoft.com/office/drawing/2014/main" id="{DD37C017-2A76-CB74-59B5-C5BDB8FCC68B}"/>
              </a:ext>
            </a:extLst>
          </p:cNvPr>
          <p:cNvSpPr>
            <a:spLocks noGrp="1"/>
          </p:cNvSpPr>
          <p:nvPr>
            <p:ph type="pic" sz="quarter" idx="11"/>
          </p:nvPr>
        </p:nvSpPr>
        <p:spPr>
          <a:xfrm>
            <a:off x="9144000" y="0"/>
            <a:ext cx="9144000" cy="10287000"/>
          </a:xfrm>
          <a:prstGeom prst="rect">
            <a:avLst/>
          </a:prstGeom>
          <a:solidFill>
            <a:schemeClr val="bg1"/>
          </a:solidFill>
        </p:spPr>
        <p:txBody>
          <a:bodyPr/>
          <a:lstStyle/>
          <a:p>
            <a:r>
              <a:rPr lang="en-US"/>
              <a:t>Click icon to add picture</a:t>
            </a:r>
          </a:p>
        </p:txBody>
      </p:sp>
      <p:cxnSp>
        <p:nvCxnSpPr>
          <p:cNvPr id="2" name="Straight Connector 1">
            <a:extLst>
              <a:ext uri="{FF2B5EF4-FFF2-40B4-BE49-F238E27FC236}">
                <a16:creationId xmlns:a16="http://schemas.microsoft.com/office/drawing/2014/main" id="{DB7D79D0-D0E8-F797-9090-D789A452669C}"/>
              </a:ext>
            </a:extLst>
          </p:cNvPr>
          <p:cNvCxnSpPr/>
          <p:nvPr userDrawn="1"/>
        </p:nvCxnSpPr>
        <p:spPr>
          <a:xfrm>
            <a:off x="681389" y="6784218"/>
            <a:ext cx="807260" cy="0"/>
          </a:xfrm>
          <a:prstGeom prst="line">
            <a:avLst/>
          </a:prstGeom>
          <a:ln w="47625">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23741859"/>
      </p:ext>
    </p:extLst>
  </p:cSld>
  <p:clrMapOvr>
    <a:masterClrMapping/>
  </p:clrMapOvr>
  <p:extLst>
    <p:ext uri="{DCECCB84-F9BA-43D5-87BE-67443E8EF086}">
      <p15:sldGuideLst xmlns:p15="http://schemas.microsoft.com/office/powerpoint/2012/main">
        <p15:guide id="3" orient="horz" pos="3240">
          <p15:clr>
            <a:srgbClr val="FBAE40"/>
          </p15:clr>
        </p15:guide>
        <p15:guide id="4" pos="576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2_Cover Slide Full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4" name="Text Placeholder 33">
            <a:extLst>
              <a:ext uri="{FF2B5EF4-FFF2-40B4-BE49-F238E27FC236}">
                <a16:creationId xmlns:a16="http://schemas.microsoft.com/office/drawing/2014/main" id="{E3160E4F-AAC5-D01C-9773-91428EE31EB7}"/>
              </a:ext>
            </a:extLst>
          </p:cNvPr>
          <p:cNvSpPr>
            <a:spLocks noGrp="1"/>
          </p:cNvSpPr>
          <p:nvPr>
            <p:ph type="body" sz="quarter" idx="13" hasCustomPrompt="1"/>
          </p:nvPr>
        </p:nvSpPr>
        <p:spPr>
          <a:xfrm>
            <a:off x="685800" y="4025900"/>
            <a:ext cx="7994650" cy="2470150"/>
          </a:xfrm>
          <a:prstGeom prst="rect">
            <a:avLst/>
          </a:prstGeom>
        </p:spPr>
        <p:txBody>
          <a:bodyPr lIns="0" tIns="0" rIns="0" bIns="0" anchor="b">
            <a:normAutofit/>
          </a:bodyPr>
          <a:lstStyle>
            <a:lvl1pPr marL="0" indent="0">
              <a:lnSpc>
                <a:spcPct val="100000"/>
              </a:lnSpc>
              <a:buNone/>
              <a:defRPr sz="7200" b="1">
                <a:solidFill>
                  <a:schemeClr val="bg1"/>
                </a:solidFill>
              </a:defRPr>
            </a:lvl1pPr>
            <a:lvl2pPr marL="685800" indent="0">
              <a:buNone/>
              <a:defRPr/>
            </a:lvl2pPr>
          </a:lstStyle>
          <a:p>
            <a:pPr lvl="0"/>
            <a:r>
              <a:rPr lang="en-US" dirty="0"/>
              <a:t>This is your presentation title</a:t>
            </a:r>
          </a:p>
        </p:txBody>
      </p:sp>
      <p:sp>
        <p:nvSpPr>
          <p:cNvPr id="36" name="Text Placeholder 35">
            <a:extLst>
              <a:ext uri="{FF2B5EF4-FFF2-40B4-BE49-F238E27FC236}">
                <a16:creationId xmlns:a16="http://schemas.microsoft.com/office/drawing/2014/main" id="{F2EB062C-0C1E-5A7B-8A2B-D7FAA32F8B26}"/>
              </a:ext>
            </a:extLst>
          </p:cNvPr>
          <p:cNvSpPr>
            <a:spLocks noGrp="1"/>
          </p:cNvSpPr>
          <p:nvPr>
            <p:ph type="body" sz="quarter" idx="14" hasCustomPrompt="1"/>
          </p:nvPr>
        </p:nvSpPr>
        <p:spPr>
          <a:xfrm>
            <a:off x="685800" y="7192963"/>
            <a:ext cx="7994650" cy="1787525"/>
          </a:xfrm>
          <a:prstGeom prst="rect">
            <a:avLst/>
          </a:prstGeom>
        </p:spPr>
        <p:txBody>
          <a:bodyPr lIns="0" tIns="0" rIns="0" bIns="0">
            <a:normAutofit/>
          </a:bodyPr>
          <a:lstStyle>
            <a:lvl1pPr marL="0" indent="0">
              <a:lnSpc>
                <a:spcPct val="100000"/>
              </a:lnSpc>
              <a:spcBef>
                <a:spcPts val="0"/>
              </a:spcBef>
              <a:buNone/>
              <a:defRPr sz="1800" b="1">
                <a:solidFill>
                  <a:schemeClr val="bg1"/>
                </a:solidFill>
              </a:defRPr>
            </a:lvl1pPr>
          </a:lstStyle>
          <a:p>
            <a:pPr lvl="0"/>
            <a:r>
              <a:rPr lang="en-US" dirty="0"/>
              <a:t>Presenter Name</a:t>
            </a:r>
            <a:br>
              <a:rPr lang="en-US" dirty="0"/>
            </a:br>
            <a:r>
              <a:rPr lang="en-US" dirty="0"/>
              <a:t>Title, Department</a:t>
            </a:r>
          </a:p>
        </p:txBody>
      </p:sp>
      <p:pic>
        <p:nvPicPr>
          <p:cNvPr id="2" name="Picture 1">
            <a:extLst>
              <a:ext uri="{FF2B5EF4-FFF2-40B4-BE49-F238E27FC236}">
                <a16:creationId xmlns:a16="http://schemas.microsoft.com/office/drawing/2014/main" id="{EE5EFD71-55A3-B80B-4703-D74C1405FA32}"/>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622629" y="1019103"/>
            <a:ext cx="1960027" cy="1724098"/>
          </a:xfrm>
          <a:prstGeom prst="rect">
            <a:avLst/>
          </a:prstGeom>
        </p:spPr>
      </p:pic>
      <p:cxnSp>
        <p:nvCxnSpPr>
          <p:cNvPr id="3" name="Straight Connector 2">
            <a:extLst>
              <a:ext uri="{FF2B5EF4-FFF2-40B4-BE49-F238E27FC236}">
                <a16:creationId xmlns:a16="http://schemas.microsoft.com/office/drawing/2014/main" id="{2B421830-BEC8-8319-EE43-953FF8C0BC28}"/>
              </a:ext>
            </a:extLst>
          </p:cNvPr>
          <p:cNvCxnSpPr/>
          <p:nvPr userDrawn="1"/>
        </p:nvCxnSpPr>
        <p:spPr>
          <a:xfrm>
            <a:off x="681389" y="6784218"/>
            <a:ext cx="807260" cy="0"/>
          </a:xfrm>
          <a:prstGeom prst="line">
            <a:avLst/>
          </a:prstGeom>
          <a:ln w="4762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41205590"/>
      </p:ext>
    </p:extLst>
  </p:cSld>
  <p:clrMapOvr>
    <a:masterClrMapping/>
  </p:clrMapOvr>
  <p:extLst>
    <p:ext uri="{DCECCB84-F9BA-43D5-87BE-67443E8EF086}">
      <p15:sldGuideLst xmlns:p15="http://schemas.microsoft.com/office/powerpoint/2012/main">
        <p15:guide id="3" orient="horz" pos="3240">
          <p15:clr>
            <a:srgbClr val="FBAE40"/>
          </p15:clr>
        </p15:guide>
        <p15:guide id="4" pos="576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1_3_Blue Cover Slide (Image Right)">
    <p:bg>
      <p:bgPr>
        <a:solidFill>
          <a:srgbClr val="00437B"/>
        </a:solidFill>
        <a:effectLst/>
      </p:bgPr>
    </p:bg>
    <p:spTree>
      <p:nvGrpSpPr>
        <p:cNvPr id="1" name=""/>
        <p:cNvGrpSpPr/>
        <p:nvPr/>
      </p:nvGrpSpPr>
      <p:grpSpPr>
        <a:xfrm>
          <a:off x="0" y="0"/>
          <a:ext cx="0" cy="0"/>
          <a:chOff x="0" y="0"/>
          <a:chExt cx="0" cy="0"/>
        </a:xfrm>
      </p:grpSpPr>
      <p:sp>
        <p:nvSpPr>
          <p:cNvPr id="18" name="Footer Placeholder 17">
            <a:extLst>
              <a:ext uri="{FF2B5EF4-FFF2-40B4-BE49-F238E27FC236}">
                <a16:creationId xmlns:a16="http://schemas.microsoft.com/office/drawing/2014/main" id="{7D135747-61ED-B949-BFEA-7FC9CB145501}"/>
              </a:ext>
            </a:extLst>
          </p:cNvPr>
          <p:cNvSpPr>
            <a:spLocks noGrp="1"/>
          </p:cNvSpPr>
          <p:nvPr>
            <p:ph type="ftr" sz="quarter" idx="12"/>
          </p:nvPr>
        </p:nvSpPr>
        <p:spPr>
          <a:xfrm>
            <a:off x="10916503" y="9739312"/>
            <a:ext cx="6172200" cy="547688"/>
          </a:xfrm>
          <a:prstGeom prst="rect">
            <a:avLst/>
          </a:prstGeom>
        </p:spPr>
        <p:txBody>
          <a:bodyPr/>
          <a:lstStyle/>
          <a:p>
            <a:endParaRPr lang="en-US"/>
          </a:p>
        </p:txBody>
      </p:sp>
      <p:sp>
        <p:nvSpPr>
          <p:cNvPr id="34" name="Text Placeholder 33">
            <a:extLst>
              <a:ext uri="{FF2B5EF4-FFF2-40B4-BE49-F238E27FC236}">
                <a16:creationId xmlns:a16="http://schemas.microsoft.com/office/drawing/2014/main" id="{E3160E4F-AAC5-D01C-9773-91428EE31EB7}"/>
              </a:ext>
            </a:extLst>
          </p:cNvPr>
          <p:cNvSpPr>
            <a:spLocks noGrp="1"/>
          </p:cNvSpPr>
          <p:nvPr>
            <p:ph type="body" sz="quarter" idx="13" hasCustomPrompt="1"/>
          </p:nvPr>
        </p:nvSpPr>
        <p:spPr>
          <a:xfrm>
            <a:off x="685800" y="4025900"/>
            <a:ext cx="7994650" cy="2470150"/>
          </a:xfrm>
          <a:prstGeom prst="rect">
            <a:avLst/>
          </a:prstGeom>
        </p:spPr>
        <p:txBody>
          <a:bodyPr lIns="0" tIns="0" rIns="0" bIns="0" anchor="b">
            <a:normAutofit/>
          </a:bodyPr>
          <a:lstStyle>
            <a:lvl1pPr marL="0" indent="0">
              <a:lnSpc>
                <a:spcPct val="100000"/>
              </a:lnSpc>
              <a:buNone/>
              <a:defRPr sz="7200" b="1">
                <a:solidFill>
                  <a:schemeClr val="bg1"/>
                </a:solidFill>
              </a:defRPr>
            </a:lvl1pPr>
            <a:lvl2pPr marL="685800" indent="0">
              <a:buNone/>
              <a:defRPr/>
            </a:lvl2pPr>
          </a:lstStyle>
          <a:p>
            <a:pPr lvl="0"/>
            <a:r>
              <a:rPr lang="en-US" dirty="0"/>
              <a:t>This is your presentation title</a:t>
            </a:r>
          </a:p>
        </p:txBody>
      </p:sp>
      <p:sp>
        <p:nvSpPr>
          <p:cNvPr id="36" name="Text Placeholder 35">
            <a:extLst>
              <a:ext uri="{FF2B5EF4-FFF2-40B4-BE49-F238E27FC236}">
                <a16:creationId xmlns:a16="http://schemas.microsoft.com/office/drawing/2014/main" id="{F2EB062C-0C1E-5A7B-8A2B-D7FAA32F8B26}"/>
              </a:ext>
            </a:extLst>
          </p:cNvPr>
          <p:cNvSpPr>
            <a:spLocks noGrp="1"/>
          </p:cNvSpPr>
          <p:nvPr>
            <p:ph type="body" sz="quarter" idx="14" hasCustomPrompt="1"/>
          </p:nvPr>
        </p:nvSpPr>
        <p:spPr>
          <a:xfrm>
            <a:off x="685800" y="7192963"/>
            <a:ext cx="7994650" cy="1787525"/>
          </a:xfrm>
          <a:prstGeom prst="rect">
            <a:avLst/>
          </a:prstGeom>
        </p:spPr>
        <p:txBody>
          <a:bodyPr lIns="0" tIns="0" rIns="0" bIns="0">
            <a:normAutofit/>
          </a:bodyPr>
          <a:lstStyle>
            <a:lvl1pPr marL="0" indent="0">
              <a:lnSpc>
                <a:spcPct val="100000"/>
              </a:lnSpc>
              <a:spcBef>
                <a:spcPts val="0"/>
              </a:spcBef>
              <a:buNone/>
              <a:defRPr sz="1800" b="1">
                <a:solidFill>
                  <a:schemeClr val="bg1"/>
                </a:solidFill>
              </a:defRPr>
            </a:lvl1pPr>
          </a:lstStyle>
          <a:p>
            <a:pPr lvl="0"/>
            <a:r>
              <a:rPr lang="en-US" dirty="0"/>
              <a:t>Presenter Name</a:t>
            </a:r>
            <a:br>
              <a:rPr lang="en-US" dirty="0"/>
            </a:br>
            <a:r>
              <a:rPr lang="en-US" dirty="0"/>
              <a:t>Title, Department</a:t>
            </a:r>
          </a:p>
        </p:txBody>
      </p:sp>
      <p:sp>
        <p:nvSpPr>
          <p:cNvPr id="16" name="Picture Placeholder 15">
            <a:extLst>
              <a:ext uri="{FF2B5EF4-FFF2-40B4-BE49-F238E27FC236}">
                <a16:creationId xmlns:a16="http://schemas.microsoft.com/office/drawing/2014/main" id="{DD37C017-2A76-CB74-59B5-C5BDB8FCC68B}"/>
              </a:ext>
            </a:extLst>
          </p:cNvPr>
          <p:cNvSpPr>
            <a:spLocks noGrp="1"/>
          </p:cNvSpPr>
          <p:nvPr>
            <p:ph type="pic" sz="quarter" idx="11"/>
          </p:nvPr>
        </p:nvSpPr>
        <p:spPr>
          <a:xfrm>
            <a:off x="9144000" y="0"/>
            <a:ext cx="9144000" cy="10287000"/>
          </a:xfrm>
          <a:prstGeom prst="rect">
            <a:avLst/>
          </a:prstGeom>
          <a:solidFill>
            <a:schemeClr val="bg1"/>
          </a:solidFill>
        </p:spPr>
        <p:txBody>
          <a:bodyPr/>
          <a:lstStyle/>
          <a:p>
            <a:r>
              <a:rPr lang="en-US"/>
              <a:t>Click icon to add picture</a:t>
            </a:r>
          </a:p>
        </p:txBody>
      </p:sp>
      <p:cxnSp>
        <p:nvCxnSpPr>
          <p:cNvPr id="3" name="Straight Connector 2">
            <a:extLst>
              <a:ext uri="{FF2B5EF4-FFF2-40B4-BE49-F238E27FC236}">
                <a16:creationId xmlns:a16="http://schemas.microsoft.com/office/drawing/2014/main" id="{BB44DA31-7C48-016B-2B17-EABDEDC2D043}"/>
              </a:ext>
            </a:extLst>
          </p:cNvPr>
          <p:cNvCxnSpPr/>
          <p:nvPr userDrawn="1"/>
        </p:nvCxnSpPr>
        <p:spPr>
          <a:xfrm>
            <a:off x="681389" y="6784218"/>
            <a:ext cx="807260" cy="0"/>
          </a:xfrm>
          <a:prstGeom prst="line">
            <a:avLst/>
          </a:prstGeom>
          <a:ln w="47625">
            <a:solidFill>
              <a:schemeClr val="bg1"/>
            </a:solidFill>
          </a:ln>
        </p:spPr>
        <p:style>
          <a:lnRef idx="1">
            <a:schemeClr val="accent1"/>
          </a:lnRef>
          <a:fillRef idx="0">
            <a:schemeClr val="accent1"/>
          </a:fillRef>
          <a:effectRef idx="0">
            <a:schemeClr val="accent1"/>
          </a:effectRef>
          <a:fontRef idx="minor">
            <a:schemeClr val="tx1"/>
          </a:fontRef>
        </p:style>
      </p:cxnSp>
      <p:pic>
        <p:nvPicPr>
          <p:cNvPr id="4" name="Picture 1">
            <a:extLst>
              <a:ext uri="{FF2B5EF4-FFF2-40B4-BE49-F238E27FC236}">
                <a16:creationId xmlns:a16="http://schemas.microsoft.com/office/drawing/2014/main" id="{9366C4A6-0F5E-A033-2088-166A22BA7BF6}"/>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622629" y="1019103"/>
            <a:ext cx="1960027" cy="1724098"/>
          </a:xfrm>
          <a:prstGeom prst="rect">
            <a:avLst/>
          </a:prstGeom>
        </p:spPr>
      </p:pic>
    </p:spTree>
    <p:extLst>
      <p:ext uri="{BB962C8B-B14F-4D97-AF65-F5344CB8AC3E}">
        <p14:creationId xmlns:p14="http://schemas.microsoft.com/office/powerpoint/2010/main" val="1993500704"/>
      </p:ext>
    </p:extLst>
  </p:cSld>
  <p:clrMapOvr>
    <a:masterClrMapping/>
  </p:clrMapOvr>
  <p:extLst>
    <p:ext uri="{DCECCB84-F9BA-43D5-87BE-67443E8EF086}">
      <p15:sldGuideLst xmlns:p15="http://schemas.microsoft.com/office/powerpoint/2012/main">
        <p15:guide id="3" orient="horz" pos="3240" userDrawn="1">
          <p15:clr>
            <a:srgbClr val="FBAE40"/>
          </p15:clr>
        </p15:guide>
        <p15:guide id="4" pos="576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4_White Cover Slide">
    <p:spTree>
      <p:nvGrpSpPr>
        <p:cNvPr id="1" name=""/>
        <p:cNvGrpSpPr/>
        <p:nvPr/>
      </p:nvGrpSpPr>
      <p:grpSpPr>
        <a:xfrm>
          <a:off x="0" y="0"/>
          <a:ext cx="0" cy="0"/>
          <a:chOff x="0" y="0"/>
          <a:chExt cx="0" cy="0"/>
        </a:xfrm>
      </p:grpSpPr>
      <p:sp>
        <p:nvSpPr>
          <p:cNvPr id="34" name="Text Placeholder 33">
            <a:extLst>
              <a:ext uri="{FF2B5EF4-FFF2-40B4-BE49-F238E27FC236}">
                <a16:creationId xmlns:a16="http://schemas.microsoft.com/office/drawing/2014/main" id="{E3160E4F-AAC5-D01C-9773-91428EE31EB7}"/>
              </a:ext>
            </a:extLst>
          </p:cNvPr>
          <p:cNvSpPr>
            <a:spLocks noGrp="1"/>
          </p:cNvSpPr>
          <p:nvPr>
            <p:ph type="body" sz="quarter" idx="13" hasCustomPrompt="1"/>
          </p:nvPr>
        </p:nvSpPr>
        <p:spPr>
          <a:xfrm>
            <a:off x="685800" y="4025900"/>
            <a:ext cx="7994650" cy="2470150"/>
          </a:xfrm>
          <a:prstGeom prst="rect">
            <a:avLst/>
          </a:prstGeom>
        </p:spPr>
        <p:txBody>
          <a:bodyPr lIns="0" tIns="0" rIns="0" bIns="0" anchor="b">
            <a:normAutofit/>
          </a:bodyPr>
          <a:lstStyle>
            <a:lvl1pPr marL="0" indent="0">
              <a:lnSpc>
                <a:spcPct val="100000"/>
              </a:lnSpc>
              <a:buNone/>
              <a:defRPr sz="7200" b="1">
                <a:solidFill>
                  <a:srgbClr val="00437B"/>
                </a:solidFill>
              </a:defRPr>
            </a:lvl1pPr>
            <a:lvl2pPr marL="685800" indent="0">
              <a:buNone/>
              <a:defRPr/>
            </a:lvl2pPr>
          </a:lstStyle>
          <a:p>
            <a:pPr lvl="0"/>
            <a:r>
              <a:rPr lang="en-US" dirty="0"/>
              <a:t>This is your presentation title</a:t>
            </a:r>
          </a:p>
        </p:txBody>
      </p:sp>
      <p:sp>
        <p:nvSpPr>
          <p:cNvPr id="36" name="Text Placeholder 35">
            <a:extLst>
              <a:ext uri="{FF2B5EF4-FFF2-40B4-BE49-F238E27FC236}">
                <a16:creationId xmlns:a16="http://schemas.microsoft.com/office/drawing/2014/main" id="{F2EB062C-0C1E-5A7B-8A2B-D7FAA32F8B26}"/>
              </a:ext>
            </a:extLst>
          </p:cNvPr>
          <p:cNvSpPr>
            <a:spLocks noGrp="1"/>
          </p:cNvSpPr>
          <p:nvPr>
            <p:ph type="body" sz="quarter" idx="14" hasCustomPrompt="1"/>
          </p:nvPr>
        </p:nvSpPr>
        <p:spPr>
          <a:xfrm>
            <a:off x="685800" y="7192963"/>
            <a:ext cx="7994650" cy="1787525"/>
          </a:xfrm>
          <a:prstGeom prst="rect">
            <a:avLst/>
          </a:prstGeom>
        </p:spPr>
        <p:txBody>
          <a:bodyPr lIns="0" tIns="0" rIns="0" bIns="0">
            <a:normAutofit/>
          </a:bodyPr>
          <a:lstStyle>
            <a:lvl1pPr marL="0" indent="0">
              <a:lnSpc>
                <a:spcPct val="100000"/>
              </a:lnSpc>
              <a:spcBef>
                <a:spcPts val="0"/>
              </a:spcBef>
              <a:buNone/>
              <a:defRPr sz="1800" b="1">
                <a:solidFill>
                  <a:srgbClr val="00437B"/>
                </a:solidFill>
              </a:defRPr>
            </a:lvl1pPr>
          </a:lstStyle>
          <a:p>
            <a:pPr lvl="0"/>
            <a:r>
              <a:rPr lang="en-US" dirty="0"/>
              <a:t>Presenter Name</a:t>
            </a:r>
            <a:br>
              <a:rPr lang="en-US" dirty="0"/>
            </a:br>
            <a:r>
              <a:rPr lang="en-US" dirty="0"/>
              <a:t>Title, Department</a:t>
            </a:r>
          </a:p>
        </p:txBody>
      </p:sp>
      <p:cxnSp>
        <p:nvCxnSpPr>
          <p:cNvPr id="2" name="Straight Connector 1">
            <a:extLst>
              <a:ext uri="{FF2B5EF4-FFF2-40B4-BE49-F238E27FC236}">
                <a16:creationId xmlns:a16="http://schemas.microsoft.com/office/drawing/2014/main" id="{5541A0E0-1318-77E6-26BE-0BB91C5D4FD9}"/>
              </a:ext>
            </a:extLst>
          </p:cNvPr>
          <p:cNvCxnSpPr/>
          <p:nvPr userDrawn="1"/>
        </p:nvCxnSpPr>
        <p:spPr>
          <a:xfrm>
            <a:off x="681389" y="6784218"/>
            <a:ext cx="807260" cy="0"/>
          </a:xfrm>
          <a:prstGeom prst="line">
            <a:avLst/>
          </a:prstGeom>
          <a:ln w="47625">
            <a:solidFill>
              <a:schemeClr val="accent4"/>
            </a:solidFill>
          </a:ln>
        </p:spPr>
        <p:style>
          <a:lnRef idx="1">
            <a:schemeClr val="accent1"/>
          </a:lnRef>
          <a:fillRef idx="0">
            <a:schemeClr val="accent1"/>
          </a:fillRef>
          <a:effectRef idx="0">
            <a:schemeClr val="accent1"/>
          </a:effectRef>
          <a:fontRef idx="minor">
            <a:schemeClr val="tx1"/>
          </a:fontRef>
        </p:style>
      </p:cxnSp>
      <p:pic>
        <p:nvPicPr>
          <p:cNvPr id="3" name="Picture 38">
            <a:extLst>
              <a:ext uri="{FF2B5EF4-FFF2-40B4-BE49-F238E27FC236}">
                <a16:creationId xmlns:a16="http://schemas.microsoft.com/office/drawing/2014/main" id="{A6277A52-8E26-B9A3-A2D4-83146D362F39}"/>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83989" y="754884"/>
            <a:ext cx="2437915" cy="2257329"/>
          </a:xfrm>
          <a:prstGeom prst="rect">
            <a:avLst/>
          </a:prstGeom>
        </p:spPr>
      </p:pic>
    </p:spTree>
    <p:extLst>
      <p:ext uri="{BB962C8B-B14F-4D97-AF65-F5344CB8AC3E}">
        <p14:creationId xmlns:p14="http://schemas.microsoft.com/office/powerpoint/2010/main" val="3885193668"/>
      </p:ext>
    </p:extLst>
  </p:cSld>
  <p:clrMapOvr>
    <a:masterClrMapping/>
  </p:clrMapOvr>
  <p:extLst>
    <p:ext uri="{DCECCB84-F9BA-43D5-87BE-67443E8EF086}">
      <p15:sldGuideLst xmlns:p15="http://schemas.microsoft.com/office/powerpoint/2012/main">
        <p15:guide id="3" orient="horz" pos="3240">
          <p15:clr>
            <a:srgbClr val="FBAE40"/>
          </p15:clr>
        </p15:guide>
        <p15:guide id="4" pos="576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1_5_Red Cover Slide">
    <p:bg>
      <p:bgPr>
        <a:solidFill>
          <a:schemeClr val="accent1"/>
        </a:solidFill>
        <a:effectLst/>
      </p:bgPr>
    </p:bg>
    <p:spTree>
      <p:nvGrpSpPr>
        <p:cNvPr id="1" name=""/>
        <p:cNvGrpSpPr/>
        <p:nvPr/>
      </p:nvGrpSpPr>
      <p:grpSpPr>
        <a:xfrm>
          <a:off x="0" y="0"/>
          <a:ext cx="0" cy="0"/>
          <a:chOff x="0" y="0"/>
          <a:chExt cx="0" cy="0"/>
        </a:xfrm>
      </p:grpSpPr>
      <p:sp>
        <p:nvSpPr>
          <p:cNvPr id="34" name="Text Placeholder 33">
            <a:extLst>
              <a:ext uri="{FF2B5EF4-FFF2-40B4-BE49-F238E27FC236}">
                <a16:creationId xmlns:a16="http://schemas.microsoft.com/office/drawing/2014/main" id="{E3160E4F-AAC5-D01C-9773-91428EE31EB7}"/>
              </a:ext>
            </a:extLst>
          </p:cNvPr>
          <p:cNvSpPr>
            <a:spLocks noGrp="1"/>
          </p:cNvSpPr>
          <p:nvPr>
            <p:ph type="body" sz="quarter" idx="13" hasCustomPrompt="1"/>
          </p:nvPr>
        </p:nvSpPr>
        <p:spPr>
          <a:xfrm>
            <a:off x="685800" y="4025900"/>
            <a:ext cx="7994650" cy="2470150"/>
          </a:xfrm>
          <a:prstGeom prst="rect">
            <a:avLst/>
          </a:prstGeom>
        </p:spPr>
        <p:txBody>
          <a:bodyPr lIns="0" tIns="0" rIns="0" bIns="0" anchor="b">
            <a:normAutofit/>
          </a:bodyPr>
          <a:lstStyle>
            <a:lvl1pPr marL="0" indent="0">
              <a:lnSpc>
                <a:spcPct val="100000"/>
              </a:lnSpc>
              <a:buNone/>
              <a:defRPr sz="7200" b="1">
                <a:solidFill>
                  <a:schemeClr val="bg1"/>
                </a:solidFill>
              </a:defRPr>
            </a:lvl1pPr>
            <a:lvl2pPr marL="685800" indent="0">
              <a:buNone/>
              <a:defRPr/>
            </a:lvl2pPr>
          </a:lstStyle>
          <a:p>
            <a:pPr lvl="0"/>
            <a:r>
              <a:rPr lang="en-US" dirty="0"/>
              <a:t>This is your presentation title</a:t>
            </a:r>
          </a:p>
        </p:txBody>
      </p:sp>
      <p:sp>
        <p:nvSpPr>
          <p:cNvPr id="36" name="Text Placeholder 35">
            <a:extLst>
              <a:ext uri="{FF2B5EF4-FFF2-40B4-BE49-F238E27FC236}">
                <a16:creationId xmlns:a16="http://schemas.microsoft.com/office/drawing/2014/main" id="{F2EB062C-0C1E-5A7B-8A2B-D7FAA32F8B26}"/>
              </a:ext>
            </a:extLst>
          </p:cNvPr>
          <p:cNvSpPr>
            <a:spLocks noGrp="1"/>
          </p:cNvSpPr>
          <p:nvPr>
            <p:ph type="body" sz="quarter" idx="14" hasCustomPrompt="1"/>
          </p:nvPr>
        </p:nvSpPr>
        <p:spPr>
          <a:xfrm>
            <a:off x="685800" y="7192963"/>
            <a:ext cx="7994650" cy="1787525"/>
          </a:xfrm>
          <a:prstGeom prst="rect">
            <a:avLst/>
          </a:prstGeom>
        </p:spPr>
        <p:txBody>
          <a:bodyPr lIns="0" tIns="0" rIns="0" bIns="0">
            <a:normAutofit/>
          </a:bodyPr>
          <a:lstStyle>
            <a:lvl1pPr marL="0" indent="0">
              <a:lnSpc>
                <a:spcPct val="100000"/>
              </a:lnSpc>
              <a:spcBef>
                <a:spcPts val="0"/>
              </a:spcBef>
              <a:buNone/>
              <a:defRPr sz="1800" b="1">
                <a:solidFill>
                  <a:schemeClr val="bg1"/>
                </a:solidFill>
              </a:defRPr>
            </a:lvl1pPr>
          </a:lstStyle>
          <a:p>
            <a:pPr lvl="0"/>
            <a:r>
              <a:rPr lang="en-US" dirty="0"/>
              <a:t>Presenter Name</a:t>
            </a:r>
            <a:br>
              <a:rPr lang="en-US" dirty="0"/>
            </a:br>
            <a:r>
              <a:rPr lang="en-US" dirty="0"/>
              <a:t>Title, Department</a:t>
            </a:r>
          </a:p>
        </p:txBody>
      </p:sp>
      <p:cxnSp>
        <p:nvCxnSpPr>
          <p:cNvPr id="3" name="Straight Connector 2">
            <a:extLst>
              <a:ext uri="{FF2B5EF4-FFF2-40B4-BE49-F238E27FC236}">
                <a16:creationId xmlns:a16="http://schemas.microsoft.com/office/drawing/2014/main" id="{FE4CF956-41B9-6E3B-C629-E4E9CFF395C2}"/>
              </a:ext>
            </a:extLst>
          </p:cNvPr>
          <p:cNvCxnSpPr/>
          <p:nvPr userDrawn="1"/>
        </p:nvCxnSpPr>
        <p:spPr>
          <a:xfrm>
            <a:off x="681389" y="6784218"/>
            <a:ext cx="807260" cy="0"/>
          </a:xfrm>
          <a:prstGeom prst="line">
            <a:avLst/>
          </a:prstGeom>
          <a:ln w="47625">
            <a:solidFill>
              <a:schemeClr val="bg1"/>
            </a:solidFill>
          </a:ln>
        </p:spPr>
        <p:style>
          <a:lnRef idx="1">
            <a:schemeClr val="accent1"/>
          </a:lnRef>
          <a:fillRef idx="0">
            <a:schemeClr val="accent1"/>
          </a:fillRef>
          <a:effectRef idx="0">
            <a:schemeClr val="accent1"/>
          </a:effectRef>
          <a:fontRef idx="minor">
            <a:schemeClr val="tx1"/>
          </a:fontRef>
        </p:style>
      </p:cxnSp>
      <p:pic>
        <p:nvPicPr>
          <p:cNvPr id="4" name="Picture 1">
            <a:extLst>
              <a:ext uri="{FF2B5EF4-FFF2-40B4-BE49-F238E27FC236}">
                <a16:creationId xmlns:a16="http://schemas.microsoft.com/office/drawing/2014/main" id="{3A55C37F-F83A-F4A9-988E-4DDD5B3128A2}"/>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622629" y="1019103"/>
            <a:ext cx="1960027" cy="1724098"/>
          </a:xfrm>
          <a:prstGeom prst="rect">
            <a:avLst/>
          </a:prstGeom>
        </p:spPr>
      </p:pic>
    </p:spTree>
    <p:extLst>
      <p:ext uri="{BB962C8B-B14F-4D97-AF65-F5344CB8AC3E}">
        <p14:creationId xmlns:p14="http://schemas.microsoft.com/office/powerpoint/2010/main" val="3471152529"/>
      </p:ext>
    </p:extLst>
  </p:cSld>
  <p:clrMapOvr>
    <a:masterClrMapping/>
  </p:clrMapOvr>
  <p:extLst>
    <p:ext uri="{DCECCB84-F9BA-43D5-87BE-67443E8EF086}">
      <p15:sldGuideLst xmlns:p15="http://schemas.microsoft.com/office/powerpoint/2012/main">
        <p15:guide id="3" orient="horz" pos="3240">
          <p15:clr>
            <a:srgbClr val="FBAE40"/>
          </p15:clr>
        </p15:guide>
        <p15:guide id="4" pos="576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1_6_Blue Cover Slide">
    <p:bg>
      <p:bgPr>
        <a:solidFill>
          <a:schemeClr val="accent3"/>
        </a:solidFill>
        <a:effectLst/>
      </p:bgPr>
    </p:bg>
    <p:spTree>
      <p:nvGrpSpPr>
        <p:cNvPr id="1" name=""/>
        <p:cNvGrpSpPr/>
        <p:nvPr/>
      </p:nvGrpSpPr>
      <p:grpSpPr>
        <a:xfrm>
          <a:off x="0" y="0"/>
          <a:ext cx="0" cy="0"/>
          <a:chOff x="0" y="0"/>
          <a:chExt cx="0" cy="0"/>
        </a:xfrm>
      </p:grpSpPr>
      <p:sp>
        <p:nvSpPr>
          <p:cNvPr id="34" name="Text Placeholder 33">
            <a:extLst>
              <a:ext uri="{FF2B5EF4-FFF2-40B4-BE49-F238E27FC236}">
                <a16:creationId xmlns:a16="http://schemas.microsoft.com/office/drawing/2014/main" id="{E3160E4F-AAC5-D01C-9773-91428EE31EB7}"/>
              </a:ext>
            </a:extLst>
          </p:cNvPr>
          <p:cNvSpPr>
            <a:spLocks noGrp="1"/>
          </p:cNvSpPr>
          <p:nvPr>
            <p:ph type="body" sz="quarter" idx="13" hasCustomPrompt="1"/>
          </p:nvPr>
        </p:nvSpPr>
        <p:spPr>
          <a:xfrm>
            <a:off x="685800" y="4025900"/>
            <a:ext cx="7994650" cy="2470150"/>
          </a:xfrm>
          <a:prstGeom prst="rect">
            <a:avLst/>
          </a:prstGeom>
        </p:spPr>
        <p:txBody>
          <a:bodyPr lIns="0" tIns="0" rIns="0" bIns="0" anchor="b">
            <a:normAutofit/>
          </a:bodyPr>
          <a:lstStyle>
            <a:lvl1pPr marL="0" indent="0">
              <a:lnSpc>
                <a:spcPct val="100000"/>
              </a:lnSpc>
              <a:buNone/>
              <a:defRPr sz="7200" b="1">
                <a:solidFill>
                  <a:schemeClr val="bg1"/>
                </a:solidFill>
              </a:defRPr>
            </a:lvl1pPr>
            <a:lvl2pPr marL="685800" indent="0">
              <a:buNone/>
              <a:defRPr/>
            </a:lvl2pPr>
          </a:lstStyle>
          <a:p>
            <a:pPr lvl="0"/>
            <a:r>
              <a:rPr lang="en-US" dirty="0"/>
              <a:t>This is your presentation title</a:t>
            </a:r>
          </a:p>
        </p:txBody>
      </p:sp>
      <p:sp>
        <p:nvSpPr>
          <p:cNvPr id="36" name="Text Placeholder 35">
            <a:extLst>
              <a:ext uri="{FF2B5EF4-FFF2-40B4-BE49-F238E27FC236}">
                <a16:creationId xmlns:a16="http://schemas.microsoft.com/office/drawing/2014/main" id="{F2EB062C-0C1E-5A7B-8A2B-D7FAA32F8B26}"/>
              </a:ext>
            </a:extLst>
          </p:cNvPr>
          <p:cNvSpPr>
            <a:spLocks noGrp="1"/>
          </p:cNvSpPr>
          <p:nvPr>
            <p:ph type="body" sz="quarter" idx="14" hasCustomPrompt="1"/>
          </p:nvPr>
        </p:nvSpPr>
        <p:spPr>
          <a:xfrm>
            <a:off x="685800" y="7192963"/>
            <a:ext cx="7994650" cy="1787525"/>
          </a:xfrm>
          <a:prstGeom prst="rect">
            <a:avLst/>
          </a:prstGeom>
        </p:spPr>
        <p:txBody>
          <a:bodyPr lIns="0" tIns="0" rIns="0" bIns="0">
            <a:normAutofit/>
          </a:bodyPr>
          <a:lstStyle>
            <a:lvl1pPr marL="0" indent="0">
              <a:lnSpc>
                <a:spcPct val="100000"/>
              </a:lnSpc>
              <a:spcBef>
                <a:spcPts val="0"/>
              </a:spcBef>
              <a:buNone/>
              <a:defRPr sz="1800" b="1">
                <a:solidFill>
                  <a:schemeClr val="bg1"/>
                </a:solidFill>
              </a:defRPr>
            </a:lvl1pPr>
          </a:lstStyle>
          <a:p>
            <a:pPr lvl="0"/>
            <a:r>
              <a:rPr lang="en-US" dirty="0"/>
              <a:t>Presenter Name</a:t>
            </a:r>
            <a:br>
              <a:rPr lang="en-US" dirty="0"/>
            </a:br>
            <a:r>
              <a:rPr lang="en-US" dirty="0"/>
              <a:t>Title, Department</a:t>
            </a:r>
          </a:p>
        </p:txBody>
      </p:sp>
      <p:cxnSp>
        <p:nvCxnSpPr>
          <p:cNvPr id="3" name="Straight Connector 2">
            <a:extLst>
              <a:ext uri="{FF2B5EF4-FFF2-40B4-BE49-F238E27FC236}">
                <a16:creationId xmlns:a16="http://schemas.microsoft.com/office/drawing/2014/main" id="{185F4CC3-2AAC-827C-853D-17D4DC0E1DC7}"/>
              </a:ext>
            </a:extLst>
          </p:cNvPr>
          <p:cNvCxnSpPr/>
          <p:nvPr userDrawn="1"/>
        </p:nvCxnSpPr>
        <p:spPr>
          <a:xfrm>
            <a:off x="681389" y="6784218"/>
            <a:ext cx="807260" cy="0"/>
          </a:xfrm>
          <a:prstGeom prst="line">
            <a:avLst/>
          </a:prstGeom>
          <a:ln w="47625">
            <a:solidFill>
              <a:schemeClr val="accent4"/>
            </a:solidFill>
          </a:ln>
        </p:spPr>
        <p:style>
          <a:lnRef idx="1">
            <a:schemeClr val="accent1"/>
          </a:lnRef>
          <a:fillRef idx="0">
            <a:schemeClr val="accent1"/>
          </a:fillRef>
          <a:effectRef idx="0">
            <a:schemeClr val="accent1"/>
          </a:effectRef>
          <a:fontRef idx="minor">
            <a:schemeClr val="tx1"/>
          </a:fontRef>
        </p:style>
      </p:cxnSp>
      <p:pic>
        <p:nvPicPr>
          <p:cNvPr id="4" name="Picture 1">
            <a:extLst>
              <a:ext uri="{FF2B5EF4-FFF2-40B4-BE49-F238E27FC236}">
                <a16:creationId xmlns:a16="http://schemas.microsoft.com/office/drawing/2014/main" id="{B01B2F97-C53E-9FFD-DDDF-4086B9F7DCB2}"/>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622629" y="1019103"/>
            <a:ext cx="1960027" cy="1724098"/>
          </a:xfrm>
          <a:prstGeom prst="rect">
            <a:avLst/>
          </a:prstGeom>
        </p:spPr>
      </p:pic>
    </p:spTree>
    <p:extLst>
      <p:ext uri="{BB962C8B-B14F-4D97-AF65-F5344CB8AC3E}">
        <p14:creationId xmlns:p14="http://schemas.microsoft.com/office/powerpoint/2010/main" val="2883279983"/>
      </p:ext>
    </p:extLst>
  </p:cSld>
  <p:clrMapOvr>
    <a:masterClrMapping/>
  </p:clrMapOvr>
  <p:extLst>
    <p:ext uri="{DCECCB84-F9BA-43D5-87BE-67443E8EF086}">
      <p15:sldGuideLst xmlns:p15="http://schemas.microsoft.com/office/powerpoint/2012/main">
        <p15:guide id="3" orient="horz" pos="3240">
          <p15:clr>
            <a:srgbClr val="FBAE40"/>
          </p15:clr>
        </p15:guide>
        <p15:guide id="4" pos="576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1_7_Red Arch Cover Slide">
    <p:bg>
      <p:bgPr>
        <a:solidFill>
          <a:schemeClr val="bg1"/>
        </a:solidFill>
        <a:effectLst/>
      </p:bgPr>
    </p:bg>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A7D7D0B4-4046-6F97-8257-405E2D23711A}"/>
              </a:ext>
            </a:extLst>
          </p:cNvPr>
          <p:cNvSpPr/>
          <p:nvPr userDrawn="1"/>
        </p:nvSpPr>
        <p:spPr>
          <a:xfrm>
            <a:off x="-17856" y="1013205"/>
            <a:ext cx="18310242" cy="9310075"/>
          </a:xfrm>
          <a:custGeom>
            <a:avLst/>
            <a:gdLst>
              <a:gd name="connsiteX0" fmla="*/ 3880021 w 7757984"/>
              <a:gd name="connsiteY0" fmla="*/ 0 h 2430899"/>
              <a:gd name="connsiteX1" fmla="*/ 7463471 w 7757984"/>
              <a:gd name="connsiteY1" fmla="*/ 608585 h 2430899"/>
              <a:gd name="connsiteX2" fmla="*/ 7757984 w 7757984"/>
              <a:gd name="connsiteY2" fmla="*/ 731927 h 2430899"/>
              <a:gd name="connsiteX3" fmla="*/ 7757984 w 7757984"/>
              <a:gd name="connsiteY3" fmla="*/ 2430899 h 2430899"/>
              <a:gd name="connsiteX4" fmla="*/ 0 w 7757984"/>
              <a:gd name="connsiteY4" fmla="*/ 2430899 h 2430899"/>
              <a:gd name="connsiteX5" fmla="*/ 0 w 7757984"/>
              <a:gd name="connsiteY5" fmla="*/ 728749 h 2430899"/>
              <a:gd name="connsiteX6" fmla="*/ 287653 w 7757984"/>
              <a:gd name="connsiteY6" fmla="*/ 608821 h 2430899"/>
              <a:gd name="connsiteX7" fmla="*/ 3880021 w 7757984"/>
              <a:gd name="connsiteY7" fmla="*/ 0 h 2430899"/>
              <a:gd name="connsiteX0" fmla="*/ 3885404 w 7763367"/>
              <a:gd name="connsiteY0" fmla="*/ 0 h 3076810"/>
              <a:gd name="connsiteX1" fmla="*/ 7468854 w 7763367"/>
              <a:gd name="connsiteY1" fmla="*/ 608585 h 3076810"/>
              <a:gd name="connsiteX2" fmla="*/ 7763367 w 7763367"/>
              <a:gd name="connsiteY2" fmla="*/ 731927 h 3076810"/>
              <a:gd name="connsiteX3" fmla="*/ 7763367 w 7763367"/>
              <a:gd name="connsiteY3" fmla="*/ 2430899 h 3076810"/>
              <a:gd name="connsiteX4" fmla="*/ 0 w 7763367"/>
              <a:gd name="connsiteY4" fmla="*/ 3076810 h 3076810"/>
              <a:gd name="connsiteX5" fmla="*/ 5383 w 7763367"/>
              <a:gd name="connsiteY5" fmla="*/ 728749 h 3076810"/>
              <a:gd name="connsiteX6" fmla="*/ 293036 w 7763367"/>
              <a:gd name="connsiteY6" fmla="*/ 608821 h 3076810"/>
              <a:gd name="connsiteX7" fmla="*/ 3885404 w 7763367"/>
              <a:gd name="connsiteY7" fmla="*/ 0 h 3076810"/>
              <a:gd name="connsiteX0" fmla="*/ 3885404 w 7763367"/>
              <a:gd name="connsiteY0" fmla="*/ 0 h 3076810"/>
              <a:gd name="connsiteX1" fmla="*/ 7468854 w 7763367"/>
              <a:gd name="connsiteY1" fmla="*/ 608585 h 3076810"/>
              <a:gd name="connsiteX2" fmla="*/ 7763367 w 7763367"/>
              <a:gd name="connsiteY2" fmla="*/ 731927 h 3076810"/>
              <a:gd name="connsiteX3" fmla="*/ 7757984 w 7763367"/>
              <a:gd name="connsiteY3" fmla="*/ 3076810 h 3076810"/>
              <a:gd name="connsiteX4" fmla="*/ 0 w 7763367"/>
              <a:gd name="connsiteY4" fmla="*/ 3076810 h 3076810"/>
              <a:gd name="connsiteX5" fmla="*/ 5383 w 7763367"/>
              <a:gd name="connsiteY5" fmla="*/ 728749 h 3076810"/>
              <a:gd name="connsiteX6" fmla="*/ 293036 w 7763367"/>
              <a:gd name="connsiteY6" fmla="*/ 608821 h 3076810"/>
              <a:gd name="connsiteX7" fmla="*/ 3885404 w 7763367"/>
              <a:gd name="connsiteY7" fmla="*/ 0 h 3076810"/>
              <a:gd name="connsiteX0" fmla="*/ 3885404 w 7763367"/>
              <a:gd name="connsiteY0" fmla="*/ 0 h 3152166"/>
              <a:gd name="connsiteX1" fmla="*/ 7468854 w 7763367"/>
              <a:gd name="connsiteY1" fmla="*/ 608585 h 3152166"/>
              <a:gd name="connsiteX2" fmla="*/ 7763367 w 7763367"/>
              <a:gd name="connsiteY2" fmla="*/ 731927 h 3152166"/>
              <a:gd name="connsiteX3" fmla="*/ 7757984 w 7763367"/>
              <a:gd name="connsiteY3" fmla="*/ 3152166 h 3152166"/>
              <a:gd name="connsiteX4" fmla="*/ 0 w 7763367"/>
              <a:gd name="connsiteY4" fmla="*/ 3076810 h 3152166"/>
              <a:gd name="connsiteX5" fmla="*/ 5383 w 7763367"/>
              <a:gd name="connsiteY5" fmla="*/ 728749 h 3152166"/>
              <a:gd name="connsiteX6" fmla="*/ 293036 w 7763367"/>
              <a:gd name="connsiteY6" fmla="*/ 608821 h 3152166"/>
              <a:gd name="connsiteX7" fmla="*/ 3885404 w 7763367"/>
              <a:gd name="connsiteY7" fmla="*/ 0 h 3152166"/>
              <a:gd name="connsiteX0" fmla="*/ 3890787 w 7768750"/>
              <a:gd name="connsiteY0" fmla="*/ 0 h 3152166"/>
              <a:gd name="connsiteX1" fmla="*/ 7474237 w 7768750"/>
              <a:gd name="connsiteY1" fmla="*/ 608585 h 3152166"/>
              <a:gd name="connsiteX2" fmla="*/ 7768750 w 7768750"/>
              <a:gd name="connsiteY2" fmla="*/ 731927 h 3152166"/>
              <a:gd name="connsiteX3" fmla="*/ 7763367 w 7768750"/>
              <a:gd name="connsiteY3" fmla="*/ 3152166 h 3152166"/>
              <a:gd name="connsiteX4" fmla="*/ 0 w 7768750"/>
              <a:gd name="connsiteY4" fmla="*/ 3152166 h 3152166"/>
              <a:gd name="connsiteX5" fmla="*/ 10766 w 7768750"/>
              <a:gd name="connsiteY5" fmla="*/ 728749 h 3152166"/>
              <a:gd name="connsiteX6" fmla="*/ 298419 w 7768750"/>
              <a:gd name="connsiteY6" fmla="*/ 608821 h 3152166"/>
              <a:gd name="connsiteX7" fmla="*/ 3890787 w 7768750"/>
              <a:gd name="connsiteY7" fmla="*/ 0 h 3152166"/>
              <a:gd name="connsiteX0" fmla="*/ 3880260 w 7758223"/>
              <a:gd name="connsiteY0" fmla="*/ 0 h 3647364"/>
              <a:gd name="connsiteX1" fmla="*/ 7463710 w 7758223"/>
              <a:gd name="connsiteY1" fmla="*/ 608585 h 3647364"/>
              <a:gd name="connsiteX2" fmla="*/ 7758223 w 7758223"/>
              <a:gd name="connsiteY2" fmla="*/ 731927 h 3647364"/>
              <a:gd name="connsiteX3" fmla="*/ 7752840 w 7758223"/>
              <a:gd name="connsiteY3" fmla="*/ 3152166 h 3647364"/>
              <a:gd name="connsiteX4" fmla="*/ 5621 w 7758223"/>
              <a:gd name="connsiteY4" fmla="*/ 3647364 h 3647364"/>
              <a:gd name="connsiteX5" fmla="*/ 239 w 7758223"/>
              <a:gd name="connsiteY5" fmla="*/ 728749 h 3647364"/>
              <a:gd name="connsiteX6" fmla="*/ 287892 w 7758223"/>
              <a:gd name="connsiteY6" fmla="*/ 608821 h 3647364"/>
              <a:gd name="connsiteX7" fmla="*/ 3880260 w 7758223"/>
              <a:gd name="connsiteY7" fmla="*/ 0 h 3647364"/>
              <a:gd name="connsiteX0" fmla="*/ 3880260 w 7758223"/>
              <a:gd name="connsiteY0" fmla="*/ 0 h 3647364"/>
              <a:gd name="connsiteX1" fmla="*/ 7463710 w 7758223"/>
              <a:gd name="connsiteY1" fmla="*/ 608585 h 3647364"/>
              <a:gd name="connsiteX2" fmla="*/ 7758223 w 7758223"/>
              <a:gd name="connsiteY2" fmla="*/ 731927 h 3647364"/>
              <a:gd name="connsiteX3" fmla="*/ 7747458 w 7758223"/>
              <a:gd name="connsiteY3" fmla="*/ 3636599 h 3647364"/>
              <a:gd name="connsiteX4" fmla="*/ 5621 w 7758223"/>
              <a:gd name="connsiteY4" fmla="*/ 3647364 h 3647364"/>
              <a:gd name="connsiteX5" fmla="*/ 239 w 7758223"/>
              <a:gd name="connsiteY5" fmla="*/ 728749 h 3647364"/>
              <a:gd name="connsiteX6" fmla="*/ 287892 w 7758223"/>
              <a:gd name="connsiteY6" fmla="*/ 608821 h 3647364"/>
              <a:gd name="connsiteX7" fmla="*/ 3880260 w 7758223"/>
              <a:gd name="connsiteY7" fmla="*/ 0 h 3647364"/>
              <a:gd name="connsiteX0" fmla="*/ 3880260 w 7758223"/>
              <a:gd name="connsiteY0" fmla="*/ 0 h 3658129"/>
              <a:gd name="connsiteX1" fmla="*/ 7463710 w 7758223"/>
              <a:gd name="connsiteY1" fmla="*/ 608585 h 3658129"/>
              <a:gd name="connsiteX2" fmla="*/ 7758223 w 7758223"/>
              <a:gd name="connsiteY2" fmla="*/ 731927 h 3658129"/>
              <a:gd name="connsiteX3" fmla="*/ 7742075 w 7758223"/>
              <a:gd name="connsiteY3" fmla="*/ 3658129 h 3658129"/>
              <a:gd name="connsiteX4" fmla="*/ 5621 w 7758223"/>
              <a:gd name="connsiteY4" fmla="*/ 3647364 h 3658129"/>
              <a:gd name="connsiteX5" fmla="*/ 239 w 7758223"/>
              <a:gd name="connsiteY5" fmla="*/ 728749 h 3658129"/>
              <a:gd name="connsiteX6" fmla="*/ 287892 w 7758223"/>
              <a:gd name="connsiteY6" fmla="*/ 608821 h 3658129"/>
              <a:gd name="connsiteX7" fmla="*/ 3880260 w 7758223"/>
              <a:gd name="connsiteY7" fmla="*/ 0 h 3658129"/>
              <a:gd name="connsiteX0" fmla="*/ 3880538 w 7758501"/>
              <a:gd name="connsiteY0" fmla="*/ 0 h 3658129"/>
              <a:gd name="connsiteX1" fmla="*/ 7463988 w 7758501"/>
              <a:gd name="connsiteY1" fmla="*/ 608585 h 3658129"/>
              <a:gd name="connsiteX2" fmla="*/ 7758501 w 7758501"/>
              <a:gd name="connsiteY2" fmla="*/ 731927 h 3658129"/>
              <a:gd name="connsiteX3" fmla="*/ 7742353 w 7758501"/>
              <a:gd name="connsiteY3" fmla="*/ 3658129 h 3658129"/>
              <a:gd name="connsiteX4" fmla="*/ 517 w 7758501"/>
              <a:gd name="connsiteY4" fmla="*/ 3658129 h 3658129"/>
              <a:gd name="connsiteX5" fmla="*/ 517 w 7758501"/>
              <a:gd name="connsiteY5" fmla="*/ 728749 h 3658129"/>
              <a:gd name="connsiteX6" fmla="*/ 288170 w 7758501"/>
              <a:gd name="connsiteY6" fmla="*/ 608821 h 3658129"/>
              <a:gd name="connsiteX7" fmla="*/ 3880538 w 7758501"/>
              <a:gd name="connsiteY7" fmla="*/ 0 h 3658129"/>
              <a:gd name="connsiteX0" fmla="*/ 3880538 w 7760360"/>
              <a:gd name="connsiteY0" fmla="*/ 0 h 3928237"/>
              <a:gd name="connsiteX1" fmla="*/ 7463988 w 7760360"/>
              <a:gd name="connsiteY1" fmla="*/ 608585 h 3928237"/>
              <a:gd name="connsiteX2" fmla="*/ 7758501 w 7760360"/>
              <a:gd name="connsiteY2" fmla="*/ 731927 h 3928237"/>
              <a:gd name="connsiteX3" fmla="*/ 7759969 w 7760360"/>
              <a:gd name="connsiteY3" fmla="*/ 3928237 h 3928237"/>
              <a:gd name="connsiteX4" fmla="*/ 517 w 7760360"/>
              <a:gd name="connsiteY4" fmla="*/ 3658129 h 3928237"/>
              <a:gd name="connsiteX5" fmla="*/ 517 w 7760360"/>
              <a:gd name="connsiteY5" fmla="*/ 728749 h 3928237"/>
              <a:gd name="connsiteX6" fmla="*/ 288170 w 7760360"/>
              <a:gd name="connsiteY6" fmla="*/ 608821 h 3928237"/>
              <a:gd name="connsiteX7" fmla="*/ 3880538 w 7760360"/>
              <a:gd name="connsiteY7" fmla="*/ 0 h 3928237"/>
              <a:gd name="connsiteX0" fmla="*/ 3880538 w 7760360"/>
              <a:gd name="connsiteY0" fmla="*/ 0 h 3945853"/>
              <a:gd name="connsiteX1" fmla="*/ 7463988 w 7760360"/>
              <a:gd name="connsiteY1" fmla="*/ 608585 h 3945853"/>
              <a:gd name="connsiteX2" fmla="*/ 7758501 w 7760360"/>
              <a:gd name="connsiteY2" fmla="*/ 731927 h 3945853"/>
              <a:gd name="connsiteX3" fmla="*/ 7759969 w 7760360"/>
              <a:gd name="connsiteY3" fmla="*/ 3928237 h 3945853"/>
              <a:gd name="connsiteX4" fmla="*/ 517 w 7760360"/>
              <a:gd name="connsiteY4" fmla="*/ 3945853 h 3945853"/>
              <a:gd name="connsiteX5" fmla="*/ 517 w 7760360"/>
              <a:gd name="connsiteY5" fmla="*/ 728749 h 3945853"/>
              <a:gd name="connsiteX6" fmla="*/ 288170 w 7760360"/>
              <a:gd name="connsiteY6" fmla="*/ 608821 h 3945853"/>
              <a:gd name="connsiteX7" fmla="*/ 3880538 w 7760360"/>
              <a:gd name="connsiteY7" fmla="*/ 0 h 3945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760360" h="3945853">
                <a:moveTo>
                  <a:pt x="3880538" y="0"/>
                </a:moveTo>
                <a:cubicBezTo>
                  <a:pt x="5243011" y="0"/>
                  <a:pt x="6491044" y="236666"/>
                  <a:pt x="7463988" y="608585"/>
                </a:cubicBezTo>
                <a:lnTo>
                  <a:pt x="7758501" y="731927"/>
                </a:lnTo>
                <a:cubicBezTo>
                  <a:pt x="7756707" y="1513555"/>
                  <a:pt x="7761763" y="3146609"/>
                  <a:pt x="7759969" y="3928237"/>
                </a:cubicBezTo>
                <a:lnTo>
                  <a:pt x="517" y="3945853"/>
                </a:lnTo>
                <a:cubicBezTo>
                  <a:pt x="2311" y="3163166"/>
                  <a:pt x="-1277" y="1511436"/>
                  <a:pt x="517" y="728749"/>
                </a:cubicBezTo>
                <a:lnTo>
                  <a:pt x="288170" y="608821"/>
                </a:lnTo>
                <a:cubicBezTo>
                  <a:pt x="1265565" y="236806"/>
                  <a:pt x="2518066" y="0"/>
                  <a:pt x="3880538" y="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 name="Text Placeholder 7">
            <a:extLst>
              <a:ext uri="{FF2B5EF4-FFF2-40B4-BE49-F238E27FC236}">
                <a16:creationId xmlns:a16="http://schemas.microsoft.com/office/drawing/2014/main" id="{058B8AD0-6470-44F0-F907-4C5E0FC70C2F}"/>
              </a:ext>
            </a:extLst>
          </p:cNvPr>
          <p:cNvSpPr>
            <a:spLocks noGrp="1"/>
          </p:cNvSpPr>
          <p:nvPr>
            <p:ph type="body" sz="quarter" idx="11" hasCustomPrompt="1"/>
          </p:nvPr>
        </p:nvSpPr>
        <p:spPr>
          <a:xfrm>
            <a:off x="685800" y="3676029"/>
            <a:ext cx="16878300" cy="2673350"/>
          </a:xfrm>
        </p:spPr>
        <p:txBody>
          <a:bodyPr anchor="b"/>
          <a:lstStyle>
            <a:lvl1pPr marL="0" indent="0" algn="ctr">
              <a:buNone/>
              <a:defRPr sz="7000" b="1">
                <a:solidFill>
                  <a:schemeClr val="bg1"/>
                </a:solidFill>
              </a:defRPr>
            </a:lvl1pPr>
            <a:lvl2pPr marL="685800" indent="0" algn="ctr">
              <a:buNone/>
              <a:defRPr sz="7000"/>
            </a:lvl2pPr>
            <a:lvl3pPr marL="1371600" indent="0" algn="ctr">
              <a:buNone/>
              <a:defRPr sz="7000"/>
            </a:lvl3pPr>
            <a:lvl4pPr marL="2057400" indent="0" algn="ctr">
              <a:buNone/>
              <a:defRPr sz="7000"/>
            </a:lvl4pPr>
            <a:lvl5pPr marL="2743200" indent="0" algn="ctr">
              <a:buNone/>
              <a:defRPr sz="7000"/>
            </a:lvl5pPr>
          </a:lstStyle>
          <a:p>
            <a:pPr lvl="0"/>
            <a:r>
              <a:rPr lang="en-US" dirty="0"/>
              <a:t>This is your </a:t>
            </a:r>
            <a:br>
              <a:rPr lang="en-US" dirty="0"/>
            </a:br>
            <a:r>
              <a:rPr lang="en-US" dirty="0"/>
              <a:t>presentation title</a:t>
            </a:r>
          </a:p>
        </p:txBody>
      </p:sp>
      <p:cxnSp>
        <p:nvCxnSpPr>
          <p:cNvPr id="7" name="Straight Connector 6">
            <a:extLst>
              <a:ext uri="{FF2B5EF4-FFF2-40B4-BE49-F238E27FC236}">
                <a16:creationId xmlns:a16="http://schemas.microsoft.com/office/drawing/2014/main" id="{D2D744D9-524B-2150-ABB8-448739A3FFD2}"/>
              </a:ext>
            </a:extLst>
          </p:cNvPr>
          <p:cNvCxnSpPr/>
          <p:nvPr userDrawn="1"/>
        </p:nvCxnSpPr>
        <p:spPr>
          <a:xfrm>
            <a:off x="8740370" y="6784218"/>
            <a:ext cx="807260" cy="0"/>
          </a:xfrm>
          <a:prstGeom prst="line">
            <a:avLst/>
          </a:prstGeom>
          <a:ln w="47625">
            <a:solidFill>
              <a:schemeClr val="bg1"/>
            </a:solidFill>
          </a:ln>
        </p:spPr>
        <p:style>
          <a:lnRef idx="1">
            <a:schemeClr val="accent1"/>
          </a:lnRef>
          <a:fillRef idx="0">
            <a:schemeClr val="accent1"/>
          </a:fillRef>
          <a:effectRef idx="0">
            <a:schemeClr val="accent1"/>
          </a:effectRef>
          <a:fontRef idx="minor">
            <a:schemeClr val="tx1"/>
          </a:fontRef>
        </p:style>
      </p:cxnSp>
      <p:sp>
        <p:nvSpPr>
          <p:cNvPr id="8" name="Text Placeholder 10">
            <a:extLst>
              <a:ext uri="{FF2B5EF4-FFF2-40B4-BE49-F238E27FC236}">
                <a16:creationId xmlns:a16="http://schemas.microsoft.com/office/drawing/2014/main" id="{5C71503C-2566-E643-2809-4B4149730D35}"/>
              </a:ext>
            </a:extLst>
          </p:cNvPr>
          <p:cNvSpPr>
            <a:spLocks noGrp="1"/>
          </p:cNvSpPr>
          <p:nvPr>
            <p:ph type="body" sz="quarter" idx="12" hasCustomPrompt="1"/>
          </p:nvPr>
        </p:nvSpPr>
        <p:spPr>
          <a:xfrm>
            <a:off x="3284538" y="7150100"/>
            <a:ext cx="11734800" cy="1765300"/>
          </a:xfrm>
        </p:spPr>
        <p:txBody>
          <a:bodyPr/>
          <a:lstStyle>
            <a:lvl1pPr marL="0" indent="0" algn="ctr">
              <a:lnSpc>
                <a:spcPct val="100000"/>
              </a:lnSpc>
              <a:spcBef>
                <a:spcPts val="0"/>
              </a:spcBef>
              <a:buFontTx/>
              <a:buNone/>
              <a:defRPr sz="1800" b="1">
                <a:solidFill>
                  <a:schemeClr val="bg1"/>
                </a:solidFill>
              </a:defRPr>
            </a:lvl1pPr>
            <a:lvl2pPr marL="685800" indent="0" algn="ctr">
              <a:buFontTx/>
              <a:buNone/>
              <a:defRPr sz="1800" b="1">
                <a:solidFill>
                  <a:schemeClr val="bg1"/>
                </a:solidFill>
              </a:defRPr>
            </a:lvl2pPr>
            <a:lvl3pPr marL="1371600" indent="0" algn="ctr">
              <a:buFontTx/>
              <a:buNone/>
              <a:defRPr sz="1800" b="1">
                <a:solidFill>
                  <a:schemeClr val="bg1"/>
                </a:solidFill>
              </a:defRPr>
            </a:lvl3pPr>
            <a:lvl4pPr marL="2057400" indent="0" algn="ctr">
              <a:buFontTx/>
              <a:buNone/>
              <a:defRPr sz="1800" b="1">
                <a:solidFill>
                  <a:schemeClr val="bg1"/>
                </a:solidFill>
              </a:defRPr>
            </a:lvl4pPr>
            <a:lvl5pPr marL="2743200" indent="0" algn="ctr">
              <a:buFontTx/>
              <a:buNone/>
              <a:defRPr sz="1800" b="1">
                <a:solidFill>
                  <a:schemeClr val="bg1"/>
                </a:solidFill>
              </a:defRPr>
            </a:lvl5pPr>
          </a:lstStyle>
          <a:p>
            <a:pPr lvl="0"/>
            <a:r>
              <a:rPr lang="en-US" dirty="0"/>
              <a:t>Presenters Name</a:t>
            </a:r>
          </a:p>
          <a:p>
            <a:pPr lvl="0"/>
            <a:r>
              <a:rPr lang="en-US" dirty="0"/>
              <a:t>Title, Department</a:t>
            </a:r>
          </a:p>
        </p:txBody>
      </p:sp>
      <p:pic>
        <p:nvPicPr>
          <p:cNvPr id="3" name="Picture 1">
            <a:extLst>
              <a:ext uri="{FF2B5EF4-FFF2-40B4-BE49-F238E27FC236}">
                <a16:creationId xmlns:a16="http://schemas.microsoft.com/office/drawing/2014/main" id="{99DD5B82-66DB-5B54-F1A0-9315EBB80B56}"/>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8171924" y="1685316"/>
            <a:ext cx="1960027" cy="1724098"/>
          </a:xfrm>
          <a:prstGeom prst="rect">
            <a:avLst/>
          </a:prstGeom>
        </p:spPr>
      </p:pic>
    </p:spTree>
    <p:extLst>
      <p:ext uri="{BB962C8B-B14F-4D97-AF65-F5344CB8AC3E}">
        <p14:creationId xmlns:p14="http://schemas.microsoft.com/office/powerpoint/2010/main" val="2167098768"/>
      </p:ext>
    </p:extLst>
  </p:cSld>
  <p:clrMapOvr>
    <a:masterClrMapping/>
  </p:clrMapOvr>
  <p:extLst>
    <p:ext uri="{DCECCB84-F9BA-43D5-87BE-67443E8EF086}">
      <p15:sldGuideLst xmlns:p15="http://schemas.microsoft.com/office/powerpoint/2012/main">
        <p15:guide id="3" orient="horz" pos="3240">
          <p15:clr>
            <a:srgbClr val="FBAE40"/>
          </p15:clr>
        </p15:guide>
        <p15:guide id="4" pos="576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1_Red Agenda">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AAA151-B135-0017-B0A3-F369786B3EFD}"/>
              </a:ext>
            </a:extLst>
          </p:cNvPr>
          <p:cNvSpPr>
            <a:spLocks noGrp="1"/>
          </p:cNvSpPr>
          <p:nvPr>
            <p:ph type="title" hasCustomPrompt="1"/>
          </p:nvPr>
        </p:nvSpPr>
        <p:spPr>
          <a:xfrm>
            <a:off x="685800" y="548641"/>
            <a:ext cx="16878300" cy="1402990"/>
          </a:xfrm>
          <a:prstGeom prst="rect">
            <a:avLst/>
          </a:prstGeom>
        </p:spPr>
        <p:txBody>
          <a:bodyPr/>
          <a:lstStyle>
            <a:lvl1pPr>
              <a:defRPr>
                <a:solidFill>
                  <a:schemeClr val="bg1"/>
                </a:solidFill>
              </a:defRPr>
            </a:lvl1pPr>
          </a:lstStyle>
          <a:p>
            <a:r>
              <a:rPr lang="en-US" dirty="0"/>
              <a:t>Today’s Agenda Items</a:t>
            </a:r>
          </a:p>
        </p:txBody>
      </p:sp>
      <p:sp>
        <p:nvSpPr>
          <p:cNvPr id="7" name="Text Placeholder 6">
            <a:extLst>
              <a:ext uri="{FF2B5EF4-FFF2-40B4-BE49-F238E27FC236}">
                <a16:creationId xmlns:a16="http://schemas.microsoft.com/office/drawing/2014/main" id="{574CF419-B0CE-71B7-A27F-6047CBE202D8}"/>
              </a:ext>
            </a:extLst>
          </p:cNvPr>
          <p:cNvSpPr>
            <a:spLocks noGrp="1"/>
          </p:cNvSpPr>
          <p:nvPr>
            <p:ph type="body" sz="quarter" idx="11" hasCustomPrompt="1"/>
          </p:nvPr>
        </p:nvSpPr>
        <p:spPr>
          <a:xfrm>
            <a:off x="685800" y="2171700"/>
            <a:ext cx="16879824" cy="7086600"/>
          </a:xfrm>
        </p:spPr>
        <p:txBody>
          <a:bodyPr/>
          <a:lstStyle>
            <a:lvl1pPr marL="1197864" indent="-514350">
              <a:lnSpc>
                <a:spcPct val="200000"/>
              </a:lnSpc>
              <a:spcBef>
                <a:spcPts val="500"/>
              </a:spcBef>
              <a:buFont typeface="+mj-lt"/>
              <a:buAutoNum type="arabicPeriod"/>
              <a:defRPr sz="3200">
                <a:solidFill>
                  <a:schemeClr val="bg1"/>
                </a:solidFill>
              </a:defRPr>
            </a:lvl1pPr>
          </a:lstStyle>
          <a:p>
            <a:pPr lvl="0"/>
            <a:r>
              <a:rPr lang="en-US" dirty="0"/>
              <a:t>Agenda items go here</a:t>
            </a:r>
          </a:p>
        </p:txBody>
      </p:sp>
      <p:sp>
        <p:nvSpPr>
          <p:cNvPr id="6" name="Slide Number Placeholder 2">
            <a:extLst>
              <a:ext uri="{FF2B5EF4-FFF2-40B4-BE49-F238E27FC236}">
                <a16:creationId xmlns:a16="http://schemas.microsoft.com/office/drawing/2014/main" id="{B0E9422C-9938-42C0-3E24-8012EC1F4DA6}"/>
              </a:ext>
            </a:extLst>
          </p:cNvPr>
          <p:cNvSpPr>
            <a:spLocks noGrp="1"/>
          </p:cNvSpPr>
          <p:nvPr>
            <p:ph type="sldNum" sz="quarter" idx="10"/>
          </p:nvPr>
        </p:nvSpPr>
        <p:spPr>
          <a:xfrm>
            <a:off x="685800" y="9768052"/>
            <a:ext cx="928721" cy="468452"/>
          </a:xfrm>
          <a:prstGeom prst="rect">
            <a:avLst/>
          </a:prstGeom>
        </p:spPr>
        <p:txBody>
          <a:bodyPr/>
          <a:lstStyle/>
          <a:p>
            <a:fld id="{D99DF388-D8CC-9A47-891A-7411F982D5E0}" type="slidenum">
              <a:rPr lang="en-US" smtClean="0"/>
              <a:pPr/>
              <a:t>‹#›</a:t>
            </a:fld>
            <a:endParaRPr lang="en-US" dirty="0"/>
          </a:p>
        </p:txBody>
      </p:sp>
    </p:spTree>
    <p:extLst>
      <p:ext uri="{BB962C8B-B14F-4D97-AF65-F5344CB8AC3E}">
        <p14:creationId xmlns:p14="http://schemas.microsoft.com/office/powerpoint/2010/main" val="16228575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2_2_Red Dark Blue Gradient Agenda">
    <p:bg>
      <p:bgPr>
        <a:gradFill>
          <a:gsLst>
            <a:gs pos="0">
              <a:schemeClr val="accent1"/>
            </a:gs>
            <a:gs pos="20000">
              <a:schemeClr val="accent1"/>
            </a:gs>
            <a:gs pos="100000">
              <a:schemeClr val="accent3"/>
            </a:gs>
          </a:gsLst>
          <a:lin ang="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018A0E-374C-0008-ED61-97C7482ACEC0}"/>
              </a:ext>
            </a:extLst>
          </p:cNvPr>
          <p:cNvSpPr>
            <a:spLocks noGrp="1"/>
          </p:cNvSpPr>
          <p:nvPr>
            <p:ph type="title" hasCustomPrompt="1"/>
          </p:nvPr>
        </p:nvSpPr>
        <p:spPr/>
        <p:txBody>
          <a:bodyPr/>
          <a:lstStyle>
            <a:lvl1pPr>
              <a:defRPr>
                <a:solidFill>
                  <a:schemeClr val="bg1"/>
                </a:solidFill>
              </a:defRPr>
            </a:lvl1pPr>
          </a:lstStyle>
          <a:p>
            <a:r>
              <a:rPr lang="en-US" dirty="0"/>
              <a:t>Today’s Agenda Items</a:t>
            </a:r>
          </a:p>
        </p:txBody>
      </p:sp>
      <p:sp>
        <p:nvSpPr>
          <p:cNvPr id="3" name="Slide Number Placeholder 2">
            <a:extLst>
              <a:ext uri="{FF2B5EF4-FFF2-40B4-BE49-F238E27FC236}">
                <a16:creationId xmlns:a16="http://schemas.microsoft.com/office/drawing/2014/main" id="{9543586D-193A-44F3-7AC6-B903B8F2C530}"/>
              </a:ext>
            </a:extLst>
          </p:cNvPr>
          <p:cNvSpPr>
            <a:spLocks noGrp="1"/>
          </p:cNvSpPr>
          <p:nvPr>
            <p:ph type="sldNum" sz="quarter" idx="10"/>
          </p:nvPr>
        </p:nvSpPr>
        <p:spPr/>
        <p:txBody>
          <a:bodyPr/>
          <a:lstStyle/>
          <a:p>
            <a:fld id="{8CC5BBF2-D04D-C048-9F75-C3CD7CC10D78}" type="slidenum">
              <a:rPr lang="en-US" smtClean="0"/>
              <a:pPr/>
              <a:t>‹#›</a:t>
            </a:fld>
            <a:endParaRPr lang="en-US" dirty="0"/>
          </a:p>
        </p:txBody>
      </p:sp>
      <p:sp>
        <p:nvSpPr>
          <p:cNvPr id="5" name="TextBox 4">
            <a:extLst>
              <a:ext uri="{FF2B5EF4-FFF2-40B4-BE49-F238E27FC236}">
                <a16:creationId xmlns:a16="http://schemas.microsoft.com/office/drawing/2014/main" id="{05495901-C968-490E-3A1D-E08743172DCF}"/>
              </a:ext>
            </a:extLst>
          </p:cNvPr>
          <p:cNvSpPr txBox="1"/>
          <p:nvPr userDrawn="1"/>
        </p:nvSpPr>
        <p:spPr>
          <a:xfrm>
            <a:off x="12383146" y="9829520"/>
            <a:ext cx="4647554" cy="646331"/>
          </a:xfrm>
          <a:prstGeom prst="rect">
            <a:avLst/>
          </a:prstGeom>
          <a:noFill/>
        </p:spPr>
        <p:txBody>
          <a:bodyPr wrap="square"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lang="en-US" spc="150" dirty="0">
                <a:solidFill>
                  <a:schemeClr val="bg1"/>
                </a:solidFill>
                <a:cs typeface="Arial" panose="020B0604020202020204" pitchFamily="34" charset="0"/>
              </a:rPr>
              <a:t>Finding cures. Saving children.</a:t>
            </a:r>
          </a:p>
          <a:p>
            <a:endParaRPr lang="en-US" dirty="0"/>
          </a:p>
        </p:txBody>
      </p:sp>
      <p:pic>
        <p:nvPicPr>
          <p:cNvPr id="6" name="Graphic 5">
            <a:extLst>
              <a:ext uri="{FF2B5EF4-FFF2-40B4-BE49-F238E27FC236}">
                <a16:creationId xmlns:a16="http://schemas.microsoft.com/office/drawing/2014/main" id="{6DE30F06-9E05-97A4-7E28-44556C34CADE}"/>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17164" t="8332" r="16044" b="44799"/>
          <a:stretch/>
        </p:blipFill>
        <p:spPr>
          <a:xfrm>
            <a:off x="17279937" y="9837003"/>
            <a:ext cx="568325" cy="374999"/>
          </a:xfrm>
          <a:prstGeom prst="rect">
            <a:avLst/>
          </a:prstGeom>
        </p:spPr>
      </p:pic>
      <p:sp>
        <p:nvSpPr>
          <p:cNvPr id="7" name="Text Placeholder 6">
            <a:extLst>
              <a:ext uri="{FF2B5EF4-FFF2-40B4-BE49-F238E27FC236}">
                <a16:creationId xmlns:a16="http://schemas.microsoft.com/office/drawing/2014/main" id="{48942EFA-D441-DB8F-E6EF-D407F61F14DF}"/>
              </a:ext>
            </a:extLst>
          </p:cNvPr>
          <p:cNvSpPr>
            <a:spLocks noGrp="1"/>
          </p:cNvSpPr>
          <p:nvPr>
            <p:ph type="body" sz="quarter" idx="11" hasCustomPrompt="1"/>
          </p:nvPr>
        </p:nvSpPr>
        <p:spPr>
          <a:xfrm>
            <a:off x="685800" y="2159000"/>
            <a:ext cx="16878300" cy="7099300"/>
          </a:xfrm>
        </p:spPr>
        <p:txBody>
          <a:bodyPr/>
          <a:lstStyle>
            <a:lvl1pPr marL="1197864" indent="-514350">
              <a:lnSpc>
                <a:spcPct val="200000"/>
              </a:lnSpc>
              <a:spcBef>
                <a:spcPts val="600"/>
              </a:spcBef>
              <a:buFont typeface="+mj-lt"/>
              <a:buAutoNum type="arabicPeriod"/>
              <a:defRPr sz="3200">
                <a:solidFill>
                  <a:schemeClr val="bg1"/>
                </a:solidFill>
              </a:defRPr>
            </a:lvl1pPr>
          </a:lstStyle>
          <a:p>
            <a:pPr lvl="0"/>
            <a:r>
              <a:rPr lang="en-US" dirty="0"/>
              <a:t>Agenda items go here</a:t>
            </a:r>
          </a:p>
        </p:txBody>
      </p:sp>
    </p:spTree>
    <p:extLst>
      <p:ext uri="{BB962C8B-B14F-4D97-AF65-F5344CB8AC3E}">
        <p14:creationId xmlns:p14="http://schemas.microsoft.com/office/powerpoint/2010/main" val="9295438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3_Agenda Full Image">
    <p:bg>
      <p:bgPr>
        <a:blipFill dpi="0" rotWithShape="1">
          <a:blip r:embed="rId2">
            <a:lum/>
          </a:blip>
          <a:srcRect/>
          <a:stretch>
            <a:fillRect l="-3000" r="-3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AAA151-B135-0017-B0A3-F369786B3EFD}"/>
              </a:ext>
            </a:extLst>
          </p:cNvPr>
          <p:cNvSpPr>
            <a:spLocks noGrp="1"/>
          </p:cNvSpPr>
          <p:nvPr>
            <p:ph type="title" hasCustomPrompt="1"/>
          </p:nvPr>
        </p:nvSpPr>
        <p:spPr>
          <a:xfrm>
            <a:off x="685800" y="548641"/>
            <a:ext cx="16878300" cy="1402990"/>
          </a:xfrm>
          <a:prstGeom prst="rect">
            <a:avLst/>
          </a:prstGeom>
        </p:spPr>
        <p:txBody>
          <a:bodyPr/>
          <a:lstStyle>
            <a:lvl1pPr>
              <a:defRPr>
                <a:solidFill>
                  <a:schemeClr val="bg1"/>
                </a:solidFill>
              </a:defRPr>
            </a:lvl1pPr>
          </a:lstStyle>
          <a:p>
            <a:r>
              <a:rPr lang="en-US" dirty="0"/>
              <a:t>Today’s Agenda Items</a:t>
            </a:r>
          </a:p>
        </p:txBody>
      </p:sp>
      <p:sp>
        <p:nvSpPr>
          <p:cNvPr id="3" name="Slide Number Placeholder 2">
            <a:extLst>
              <a:ext uri="{FF2B5EF4-FFF2-40B4-BE49-F238E27FC236}">
                <a16:creationId xmlns:a16="http://schemas.microsoft.com/office/drawing/2014/main" id="{39D323AB-A825-17A0-C527-E7181A65B9A6}"/>
              </a:ext>
            </a:extLst>
          </p:cNvPr>
          <p:cNvSpPr>
            <a:spLocks noGrp="1"/>
          </p:cNvSpPr>
          <p:nvPr>
            <p:ph type="sldNum" sz="quarter" idx="10"/>
          </p:nvPr>
        </p:nvSpPr>
        <p:spPr>
          <a:xfrm>
            <a:off x="685800" y="9768052"/>
            <a:ext cx="928721" cy="468452"/>
          </a:xfrm>
          <a:prstGeom prst="rect">
            <a:avLst/>
          </a:prstGeom>
        </p:spPr>
        <p:txBody>
          <a:bodyPr/>
          <a:lstStyle/>
          <a:p>
            <a:fld id="{D99DF388-D8CC-9A47-891A-7411F982D5E0}" type="slidenum">
              <a:rPr lang="en-US" smtClean="0"/>
              <a:pPr/>
              <a:t>‹#›</a:t>
            </a:fld>
            <a:endParaRPr lang="en-US" dirty="0"/>
          </a:p>
        </p:txBody>
      </p:sp>
      <p:sp>
        <p:nvSpPr>
          <p:cNvPr id="7" name="Text Placeholder 6">
            <a:extLst>
              <a:ext uri="{FF2B5EF4-FFF2-40B4-BE49-F238E27FC236}">
                <a16:creationId xmlns:a16="http://schemas.microsoft.com/office/drawing/2014/main" id="{52A0B118-F115-88C7-EE8A-3AF167F8906B}"/>
              </a:ext>
            </a:extLst>
          </p:cNvPr>
          <p:cNvSpPr>
            <a:spLocks noGrp="1"/>
          </p:cNvSpPr>
          <p:nvPr>
            <p:ph type="body" sz="quarter" idx="11" hasCustomPrompt="1"/>
          </p:nvPr>
        </p:nvSpPr>
        <p:spPr>
          <a:xfrm>
            <a:off x="685800" y="2171700"/>
            <a:ext cx="16878300" cy="7086600"/>
          </a:xfrm>
        </p:spPr>
        <p:txBody>
          <a:bodyPr/>
          <a:lstStyle>
            <a:lvl1pPr marL="1197864" indent="-514350">
              <a:lnSpc>
                <a:spcPct val="200000"/>
              </a:lnSpc>
              <a:spcBef>
                <a:spcPts val="500"/>
              </a:spcBef>
              <a:buFont typeface="+mj-lt"/>
              <a:buAutoNum type="arabicPeriod"/>
              <a:defRPr sz="3200">
                <a:solidFill>
                  <a:schemeClr val="bg1"/>
                </a:solidFill>
              </a:defRPr>
            </a:lvl1pPr>
          </a:lstStyle>
          <a:p>
            <a:pPr lvl="0"/>
            <a:r>
              <a:rPr lang="en-US" dirty="0"/>
              <a:t>Agenda items go here</a:t>
            </a:r>
          </a:p>
        </p:txBody>
      </p:sp>
    </p:spTree>
    <p:extLst>
      <p:ext uri="{BB962C8B-B14F-4D97-AF65-F5344CB8AC3E}">
        <p14:creationId xmlns:p14="http://schemas.microsoft.com/office/powerpoint/2010/main" val="9078989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3_1_Red Transition">
    <p:bg>
      <p:bgPr>
        <a:gradFill>
          <a:gsLst>
            <a:gs pos="0">
              <a:srgbClr val="D11947"/>
            </a:gs>
            <a:gs pos="100000">
              <a:schemeClr val="accent2"/>
            </a:gs>
          </a:gsLst>
          <a:lin ang="0" scaled="1"/>
        </a:gradFill>
        <a:effectLst/>
      </p:bgPr>
    </p:bg>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B9982CFC-F126-CFDE-0909-D536EA099991}"/>
              </a:ext>
            </a:extLst>
          </p:cNvPr>
          <p:cNvSpPr>
            <a:spLocks noGrp="1"/>
          </p:cNvSpPr>
          <p:nvPr>
            <p:ph type="body" sz="quarter" idx="12" hasCustomPrompt="1"/>
          </p:nvPr>
        </p:nvSpPr>
        <p:spPr>
          <a:xfrm>
            <a:off x="685800" y="685800"/>
            <a:ext cx="16878300" cy="8991599"/>
          </a:xfrm>
          <a:prstGeom prst="rect">
            <a:avLst/>
          </a:prstGeom>
        </p:spPr>
        <p:txBody>
          <a:bodyPr anchor="ctr">
            <a:noAutofit/>
          </a:bodyPr>
          <a:lstStyle>
            <a:lvl1pPr marL="0" indent="0" algn="ctr">
              <a:lnSpc>
                <a:spcPct val="100000"/>
              </a:lnSpc>
              <a:spcBef>
                <a:spcPts val="1000"/>
              </a:spcBef>
              <a:buNone/>
              <a:defRPr sz="6700" b="1">
                <a:solidFill>
                  <a:schemeClr val="bg1"/>
                </a:solidFill>
              </a:defRPr>
            </a:lvl1pPr>
            <a:lvl2pPr>
              <a:defRPr sz="6700">
                <a:solidFill>
                  <a:schemeClr val="bg1"/>
                </a:solidFill>
              </a:defRPr>
            </a:lvl2pPr>
            <a:lvl3pPr>
              <a:defRPr sz="6700">
                <a:solidFill>
                  <a:schemeClr val="bg1"/>
                </a:solidFill>
              </a:defRPr>
            </a:lvl3pPr>
            <a:lvl4pPr>
              <a:defRPr sz="6700">
                <a:solidFill>
                  <a:schemeClr val="bg1"/>
                </a:solidFill>
              </a:defRPr>
            </a:lvl4pPr>
            <a:lvl5pPr>
              <a:defRPr sz="6700">
                <a:solidFill>
                  <a:schemeClr val="bg1"/>
                </a:solidFill>
              </a:defRPr>
            </a:lvl5pPr>
          </a:lstStyle>
          <a:p>
            <a:pPr lvl="0"/>
            <a:r>
              <a:rPr lang="en-US" dirty="0"/>
              <a:t>Sample Text for Section</a:t>
            </a:r>
            <a:br>
              <a:rPr lang="en-US" dirty="0"/>
            </a:br>
            <a:r>
              <a:rPr lang="en-US" dirty="0"/>
              <a:t>Break Slide</a:t>
            </a:r>
          </a:p>
        </p:txBody>
      </p:sp>
    </p:spTree>
    <p:extLst>
      <p:ext uri="{BB962C8B-B14F-4D97-AF65-F5344CB8AC3E}">
        <p14:creationId xmlns:p14="http://schemas.microsoft.com/office/powerpoint/2010/main" val="6184077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3_2_Red Dark Blue Gradient Transition">
    <p:bg>
      <p:bgPr>
        <a:gradFill>
          <a:gsLst>
            <a:gs pos="0">
              <a:schemeClr val="accent1"/>
            </a:gs>
            <a:gs pos="19998">
              <a:schemeClr val="accent1"/>
            </a:gs>
            <a:gs pos="99000">
              <a:schemeClr val="accent3"/>
            </a:gs>
          </a:gsLst>
          <a:lin ang="0" scaled="1"/>
        </a:gradFill>
        <a:effectLst/>
      </p:bgPr>
    </p:bg>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B9982CFC-F126-CFDE-0909-D536EA099991}"/>
              </a:ext>
            </a:extLst>
          </p:cNvPr>
          <p:cNvSpPr>
            <a:spLocks noGrp="1"/>
          </p:cNvSpPr>
          <p:nvPr>
            <p:ph type="body" sz="quarter" idx="12" hasCustomPrompt="1"/>
          </p:nvPr>
        </p:nvSpPr>
        <p:spPr>
          <a:xfrm>
            <a:off x="685800" y="685800"/>
            <a:ext cx="16878300" cy="8991599"/>
          </a:xfrm>
          <a:prstGeom prst="rect">
            <a:avLst/>
          </a:prstGeom>
        </p:spPr>
        <p:txBody>
          <a:bodyPr anchor="ctr">
            <a:noAutofit/>
          </a:bodyPr>
          <a:lstStyle>
            <a:lvl1pPr marL="0" indent="0" algn="ctr">
              <a:lnSpc>
                <a:spcPct val="100000"/>
              </a:lnSpc>
              <a:spcBef>
                <a:spcPts val="1000"/>
              </a:spcBef>
              <a:buNone/>
              <a:defRPr sz="6700" b="1">
                <a:solidFill>
                  <a:schemeClr val="bg1"/>
                </a:solidFill>
              </a:defRPr>
            </a:lvl1pPr>
            <a:lvl2pPr>
              <a:defRPr sz="6700">
                <a:solidFill>
                  <a:schemeClr val="bg1"/>
                </a:solidFill>
              </a:defRPr>
            </a:lvl2pPr>
            <a:lvl3pPr>
              <a:defRPr sz="6700">
                <a:solidFill>
                  <a:schemeClr val="bg1"/>
                </a:solidFill>
              </a:defRPr>
            </a:lvl3pPr>
            <a:lvl4pPr>
              <a:defRPr sz="6700">
                <a:solidFill>
                  <a:schemeClr val="bg1"/>
                </a:solidFill>
              </a:defRPr>
            </a:lvl4pPr>
            <a:lvl5pPr>
              <a:defRPr sz="6700">
                <a:solidFill>
                  <a:schemeClr val="bg1"/>
                </a:solidFill>
              </a:defRPr>
            </a:lvl5pPr>
          </a:lstStyle>
          <a:p>
            <a:pPr lvl="0"/>
            <a:r>
              <a:rPr lang="en-US" dirty="0"/>
              <a:t>Sample Text for Section</a:t>
            </a:r>
            <a:br>
              <a:rPr lang="en-US" dirty="0"/>
            </a:br>
            <a:r>
              <a:rPr lang="en-US" dirty="0"/>
              <a:t>Break Slide</a:t>
            </a:r>
          </a:p>
        </p:txBody>
      </p:sp>
    </p:spTree>
    <p:extLst>
      <p:ext uri="{BB962C8B-B14F-4D97-AF65-F5344CB8AC3E}">
        <p14:creationId xmlns:p14="http://schemas.microsoft.com/office/powerpoint/2010/main" val="106708303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3_3_Aqua to Dark Blue Gradient Transition">
    <p:bg>
      <p:bgPr>
        <a:gradFill>
          <a:gsLst>
            <a:gs pos="0">
              <a:schemeClr val="accent4"/>
            </a:gs>
            <a:gs pos="100000">
              <a:schemeClr val="accent3"/>
            </a:gs>
          </a:gsLst>
          <a:lin ang="0" scaled="0"/>
        </a:gra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AC2947A3-7588-4076-49DF-9FD262177FD0}"/>
              </a:ext>
            </a:extLst>
          </p:cNvPr>
          <p:cNvSpPr>
            <a:spLocks noGrp="1"/>
          </p:cNvSpPr>
          <p:nvPr>
            <p:ph type="body" sz="quarter" idx="10" hasCustomPrompt="1"/>
          </p:nvPr>
        </p:nvSpPr>
        <p:spPr>
          <a:xfrm>
            <a:off x="685800" y="723900"/>
            <a:ext cx="16878300" cy="8953500"/>
          </a:xfrm>
        </p:spPr>
        <p:txBody>
          <a:bodyPr anchor="ctr"/>
          <a:lstStyle>
            <a:lvl1pPr marL="0" indent="0" algn="ctr">
              <a:lnSpc>
                <a:spcPct val="100000"/>
              </a:lnSpc>
              <a:buFontTx/>
              <a:buNone/>
              <a:defRPr sz="6700" b="1">
                <a:solidFill>
                  <a:schemeClr val="bg1"/>
                </a:solidFill>
              </a:defRPr>
            </a:lvl1pPr>
          </a:lstStyle>
          <a:p>
            <a:pPr lvl="0"/>
            <a:r>
              <a:rPr lang="en-US" dirty="0"/>
              <a:t>Sample Text for Section</a:t>
            </a:r>
            <a:br>
              <a:rPr lang="en-US" dirty="0"/>
            </a:br>
            <a:r>
              <a:rPr lang="en-US" dirty="0"/>
              <a:t>Break Slide</a:t>
            </a:r>
          </a:p>
        </p:txBody>
      </p:sp>
    </p:spTree>
    <p:extLst>
      <p:ext uri="{BB962C8B-B14F-4D97-AF65-F5344CB8AC3E}">
        <p14:creationId xmlns:p14="http://schemas.microsoft.com/office/powerpoint/2010/main" val="43066519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3_4_Transition Full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B9982CFC-F126-CFDE-0909-D536EA099991}"/>
              </a:ext>
            </a:extLst>
          </p:cNvPr>
          <p:cNvSpPr>
            <a:spLocks noGrp="1"/>
          </p:cNvSpPr>
          <p:nvPr>
            <p:ph type="body" sz="quarter" idx="12" hasCustomPrompt="1"/>
          </p:nvPr>
        </p:nvSpPr>
        <p:spPr>
          <a:xfrm>
            <a:off x="685800" y="685800"/>
            <a:ext cx="16878300" cy="8991599"/>
          </a:xfrm>
          <a:prstGeom prst="rect">
            <a:avLst/>
          </a:prstGeom>
        </p:spPr>
        <p:txBody>
          <a:bodyPr anchor="ctr">
            <a:noAutofit/>
          </a:bodyPr>
          <a:lstStyle>
            <a:lvl1pPr marL="0" indent="0" algn="ctr">
              <a:lnSpc>
                <a:spcPct val="100000"/>
              </a:lnSpc>
              <a:spcBef>
                <a:spcPts val="1000"/>
              </a:spcBef>
              <a:buNone/>
              <a:defRPr sz="6700" b="1">
                <a:solidFill>
                  <a:schemeClr val="bg1"/>
                </a:solidFill>
              </a:defRPr>
            </a:lvl1pPr>
            <a:lvl2pPr>
              <a:defRPr sz="6700">
                <a:solidFill>
                  <a:schemeClr val="bg1"/>
                </a:solidFill>
              </a:defRPr>
            </a:lvl2pPr>
            <a:lvl3pPr>
              <a:defRPr sz="6700">
                <a:solidFill>
                  <a:schemeClr val="bg1"/>
                </a:solidFill>
              </a:defRPr>
            </a:lvl3pPr>
            <a:lvl4pPr>
              <a:defRPr sz="6700">
                <a:solidFill>
                  <a:schemeClr val="bg1"/>
                </a:solidFill>
              </a:defRPr>
            </a:lvl4pPr>
            <a:lvl5pPr>
              <a:defRPr sz="6700">
                <a:solidFill>
                  <a:schemeClr val="bg1"/>
                </a:solidFill>
              </a:defRPr>
            </a:lvl5pPr>
          </a:lstStyle>
          <a:p>
            <a:pPr lvl="0"/>
            <a:r>
              <a:rPr lang="en-US" dirty="0"/>
              <a:t>Sample Text for Section</a:t>
            </a:r>
            <a:br>
              <a:rPr lang="en-US" dirty="0"/>
            </a:br>
            <a:r>
              <a:rPr lang="en-US" dirty="0"/>
              <a:t>Break Slide</a:t>
            </a:r>
          </a:p>
        </p:txBody>
      </p:sp>
    </p:spTree>
    <p:extLst>
      <p:ext uri="{BB962C8B-B14F-4D97-AF65-F5344CB8AC3E}">
        <p14:creationId xmlns:p14="http://schemas.microsoft.com/office/powerpoint/2010/main" val="287813348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4_1_Intro Speaker Op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1C29A9-6CA4-C37C-DFD6-C217E00C1F1D}"/>
              </a:ext>
            </a:extLst>
          </p:cNvPr>
          <p:cNvSpPr>
            <a:spLocks noGrp="1"/>
          </p:cNvSpPr>
          <p:nvPr>
            <p:ph type="title" hasCustomPrompt="1"/>
          </p:nvPr>
        </p:nvSpPr>
        <p:spPr>
          <a:xfrm>
            <a:off x="7324344" y="281065"/>
            <a:ext cx="10239756" cy="1663307"/>
          </a:xfrm>
        </p:spPr>
        <p:txBody>
          <a:bodyPr/>
          <a:lstStyle/>
          <a:p>
            <a:r>
              <a:rPr lang="en-US" dirty="0"/>
              <a:t>Name of speaker here</a:t>
            </a:r>
          </a:p>
        </p:txBody>
      </p:sp>
      <p:sp>
        <p:nvSpPr>
          <p:cNvPr id="3" name="Slide Number Placeholder 2">
            <a:extLst>
              <a:ext uri="{FF2B5EF4-FFF2-40B4-BE49-F238E27FC236}">
                <a16:creationId xmlns:a16="http://schemas.microsoft.com/office/drawing/2014/main" id="{781066F9-4848-61F8-1CB6-D8020F70AAC9}"/>
              </a:ext>
            </a:extLst>
          </p:cNvPr>
          <p:cNvSpPr>
            <a:spLocks noGrp="1"/>
          </p:cNvSpPr>
          <p:nvPr>
            <p:ph type="sldNum" sz="quarter" idx="10"/>
          </p:nvPr>
        </p:nvSpPr>
        <p:spPr/>
        <p:txBody>
          <a:bodyPr/>
          <a:lstStyle/>
          <a:p>
            <a:fld id="{8CC5BBF2-D04D-C048-9F75-C3CD7CC10D78}" type="slidenum">
              <a:rPr lang="en-US" smtClean="0"/>
              <a:pPr/>
              <a:t>‹#›</a:t>
            </a:fld>
            <a:endParaRPr lang="en-US" dirty="0"/>
          </a:p>
        </p:txBody>
      </p:sp>
      <p:sp>
        <p:nvSpPr>
          <p:cNvPr id="5" name="Text Placeholder 4">
            <a:extLst>
              <a:ext uri="{FF2B5EF4-FFF2-40B4-BE49-F238E27FC236}">
                <a16:creationId xmlns:a16="http://schemas.microsoft.com/office/drawing/2014/main" id="{AFC007A2-028A-A4C8-1186-DB3A5137EA4A}"/>
              </a:ext>
            </a:extLst>
          </p:cNvPr>
          <p:cNvSpPr>
            <a:spLocks noGrp="1"/>
          </p:cNvSpPr>
          <p:nvPr>
            <p:ph type="body" sz="quarter" idx="11" hasCustomPrompt="1"/>
          </p:nvPr>
        </p:nvSpPr>
        <p:spPr>
          <a:xfrm>
            <a:off x="7324725" y="2400300"/>
            <a:ext cx="10239375" cy="6858000"/>
          </a:xfrm>
        </p:spPr>
        <p:txBody>
          <a:bodyPr>
            <a:normAutofit/>
          </a:bodyPr>
          <a:lstStyle>
            <a:lvl1pPr marL="0" indent="0">
              <a:lnSpc>
                <a:spcPct val="150000"/>
              </a:lnSpc>
              <a:spcBef>
                <a:spcPts val="1000"/>
              </a:spcBef>
              <a:buFontTx/>
              <a:buNone/>
              <a:defRPr sz="1800">
                <a:solidFill>
                  <a:srgbClr val="474C55"/>
                </a:solidFill>
              </a:defRPr>
            </a:lvl1pPr>
            <a:lvl2pPr marL="685800" indent="0">
              <a:buFontTx/>
              <a:buNone/>
              <a:defRPr sz="1800"/>
            </a:lvl2pPr>
            <a:lvl3pPr marL="1371600" indent="0">
              <a:buFontTx/>
              <a:buNone/>
              <a:defRPr sz="1800"/>
            </a:lvl3pPr>
            <a:lvl4pPr marL="2057400" indent="0">
              <a:buFontTx/>
              <a:buNone/>
              <a:defRPr sz="1800"/>
            </a:lvl4pPr>
            <a:lvl5pPr marL="2743200" indent="0">
              <a:buFontTx/>
              <a:buNone/>
              <a:defRPr sz="1800"/>
            </a:lvl5pPr>
          </a:lstStyle>
          <a:p>
            <a:pPr lvl="0"/>
            <a:r>
              <a:rPr lang="en-US" dirty="0"/>
              <a:t>Body copy to go here</a:t>
            </a:r>
          </a:p>
        </p:txBody>
      </p:sp>
      <p:sp>
        <p:nvSpPr>
          <p:cNvPr id="8" name="Picture Placeholder 7">
            <a:extLst>
              <a:ext uri="{FF2B5EF4-FFF2-40B4-BE49-F238E27FC236}">
                <a16:creationId xmlns:a16="http://schemas.microsoft.com/office/drawing/2014/main" id="{ADE17B1B-ADCE-C46D-2623-9A1906398D9A}"/>
              </a:ext>
            </a:extLst>
          </p:cNvPr>
          <p:cNvSpPr>
            <a:spLocks noGrp="1"/>
          </p:cNvSpPr>
          <p:nvPr>
            <p:ph type="pic" sz="quarter" idx="12"/>
          </p:nvPr>
        </p:nvSpPr>
        <p:spPr>
          <a:xfrm>
            <a:off x="0" y="0"/>
            <a:ext cx="5486400" cy="9677400"/>
          </a:xfrm>
        </p:spPr>
        <p:txBody>
          <a:bodyPr/>
          <a:lstStyle/>
          <a:p>
            <a:r>
              <a:rPr lang="en-US"/>
              <a:t>Click icon to add picture</a:t>
            </a:r>
            <a:endParaRPr lang="en-US" dirty="0"/>
          </a:p>
        </p:txBody>
      </p:sp>
      <p:cxnSp>
        <p:nvCxnSpPr>
          <p:cNvPr id="7" name="Straight Connector 6">
            <a:extLst>
              <a:ext uri="{FF2B5EF4-FFF2-40B4-BE49-F238E27FC236}">
                <a16:creationId xmlns:a16="http://schemas.microsoft.com/office/drawing/2014/main" id="{1E7EE917-02F9-D670-EE65-B0336841C9C4}"/>
              </a:ext>
            </a:extLst>
          </p:cNvPr>
          <p:cNvCxnSpPr/>
          <p:nvPr userDrawn="1"/>
        </p:nvCxnSpPr>
        <p:spPr>
          <a:xfrm>
            <a:off x="7431374" y="2119302"/>
            <a:ext cx="807260" cy="0"/>
          </a:xfrm>
          <a:prstGeom prst="line">
            <a:avLst/>
          </a:prstGeom>
          <a:ln w="47625">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73190777"/>
      </p:ext>
    </p:extLst>
  </p:cSld>
  <p:clrMapOvr>
    <a:masterClrMapping/>
  </p:clrMapOvr>
  <p:extLst>
    <p:ext uri="{DCECCB84-F9BA-43D5-87BE-67443E8EF086}">
      <p15:sldGuideLst xmlns:p15="http://schemas.microsoft.com/office/powerpoint/2012/main">
        <p15:guide id="1" pos="4608" userDrawn="1">
          <p15:clr>
            <a:srgbClr val="FBAE40"/>
          </p15:clr>
        </p15:guide>
        <p15:guide id="2" pos="3456"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4_2_Intro Speaker Opt 2">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7411AFC-0ADB-5F03-BF3B-E163D95DCEC7}"/>
              </a:ext>
            </a:extLst>
          </p:cNvPr>
          <p:cNvSpPr>
            <a:spLocks noGrp="1"/>
          </p:cNvSpPr>
          <p:nvPr>
            <p:ph type="sldNum" sz="quarter" idx="10"/>
          </p:nvPr>
        </p:nvSpPr>
        <p:spPr/>
        <p:txBody>
          <a:bodyPr/>
          <a:lstStyle/>
          <a:p>
            <a:fld id="{8CC5BBF2-D04D-C048-9F75-C3CD7CC10D78}" type="slidenum">
              <a:rPr lang="en-US" smtClean="0"/>
              <a:pPr/>
              <a:t>‹#›</a:t>
            </a:fld>
            <a:endParaRPr lang="en-US" dirty="0"/>
          </a:p>
        </p:txBody>
      </p:sp>
      <p:sp>
        <p:nvSpPr>
          <p:cNvPr id="5" name="Picture Placeholder 4">
            <a:extLst>
              <a:ext uri="{FF2B5EF4-FFF2-40B4-BE49-F238E27FC236}">
                <a16:creationId xmlns:a16="http://schemas.microsoft.com/office/drawing/2014/main" id="{BDA55620-7243-DDC0-2793-15144D66EA11}"/>
              </a:ext>
            </a:extLst>
          </p:cNvPr>
          <p:cNvSpPr>
            <a:spLocks noGrp="1"/>
          </p:cNvSpPr>
          <p:nvPr>
            <p:ph type="pic" sz="quarter" idx="11"/>
          </p:nvPr>
        </p:nvSpPr>
        <p:spPr>
          <a:xfrm>
            <a:off x="1645920" y="1371600"/>
            <a:ext cx="6583680" cy="4389120"/>
          </a:xfrm>
        </p:spPr>
        <p:txBody>
          <a:bodyPr/>
          <a:lstStyle/>
          <a:p>
            <a:r>
              <a:rPr lang="en-US"/>
              <a:t>Click icon to add picture</a:t>
            </a:r>
          </a:p>
        </p:txBody>
      </p:sp>
      <p:sp>
        <p:nvSpPr>
          <p:cNvPr id="7" name="Text Placeholder 6">
            <a:extLst>
              <a:ext uri="{FF2B5EF4-FFF2-40B4-BE49-F238E27FC236}">
                <a16:creationId xmlns:a16="http://schemas.microsoft.com/office/drawing/2014/main" id="{FBE5538A-9134-7143-DFB9-EB2B15AAA761}"/>
              </a:ext>
            </a:extLst>
          </p:cNvPr>
          <p:cNvSpPr>
            <a:spLocks noGrp="1"/>
          </p:cNvSpPr>
          <p:nvPr>
            <p:ph type="body" sz="quarter" idx="12" hasCustomPrompt="1"/>
          </p:nvPr>
        </p:nvSpPr>
        <p:spPr>
          <a:xfrm>
            <a:off x="1646238" y="6190488"/>
            <a:ext cx="6583680" cy="768096"/>
          </a:xfrm>
        </p:spPr>
        <p:txBody>
          <a:bodyPr>
            <a:noAutofit/>
          </a:bodyPr>
          <a:lstStyle>
            <a:lvl1pPr marL="0" indent="0" algn="ctr">
              <a:lnSpc>
                <a:spcPct val="150000"/>
              </a:lnSpc>
              <a:spcBef>
                <a:spcPts val="1000"/>
              </a:spcBef>
              <a:buFontTx/>
              <a:buNone/>
              <a:defRPr sz="3500" b="1">
                <a:solidFill>
                  <a:schemeClr val="accent3"/>
                </a:solidFill>
              </a:defRPr>
            </a:lvl1pPr>
            <a:lvl2pPr marL="685800" indent="0">
              <a:buFontTx/>
              <a:buNone/>
              <a:defRPr sz="3500"/>
            </a:lvl2pPr>
            <a:lvl3pPr marL="1371600" indent="0">
              <a:buFontTx/>
              <a:buNone/>
              <a:defRPr sz="3500"/>
            </a:lvl3pPr>
            <a:lvl4pPr marL="2057400" indent="0">
              <a:buFontTx/>
              <a:buNone/>
              <a:defRPr sz="3500"/>
            </a:lvl4pPr>
            <a:lvl5pPr marL="2743200" indent="0">
              <a:buFontTx/>
              <a:buNone/>
              <a:defRPr sz="3500"/>
            </a:lvl5pPr>
          </a:lstStyle>
          <a:p>
            <a:pPr lvl="0"/>
            <a:r>
              <a:rPr lang="en-US" dirty="0"/>
              <a:t>Name of speaker goes here</a:t>
            </a:r>
          </a:p>
        </p:txBody>
      </p:sp>
      <p:sp>
        <p:nvSpPr>
          <p:cNvPr id="9" name="Text Placeholder 8">
            <a:extLst>
              <a:ext uri="{FF2B5EF4-FFF2-40B4-BE49-F238E27FC236}">
                <a16:creationId xmlns:a16="http://schemas.microsoft.com/office/drawing/2014/main" id="{2551B541-02EB-3259-2293-7B0265EA51E1}"/>
              </a:ext>
            </a:extLst>
          </p:cNvPr>
          <p:cNvSpPr>
            <a:spLocks noGrp="1"/>
          </p:cNvSpPr>
          <p:nvPr>
            <p:ph type="body" sz="quarter" idx="13" hasCustomPrompt="1"/>
          </p:nvPr>
        </p:nvSpPr>
        <p:spPr>
          <a:xfrm>
            <a:off x="1645920" y="7022592"/>
            <a:ext cx="6583680" cy="768096"/>
          </a:xfrm>
        </p:spPr>
        <p:txBody>
          <a:bodyPr>
            <a:noAutofit/>
          </a:bodyPr>
          <a:lstStyle>
            <a:lvl1pPr marL="0" indent="0" algn="ctr">
              <a:lnSpc>
                <a:spcPct val="150000"/>
              </a:lnSpc>
              <a:spcBef>
                <a:spcPts val="1000"/>
              </a:spcBef>
              <a:buFontTx/>
              <a:buNone/>
              <a:defRPr sz="1800">
                <a:solidFill>
                  <a:srgbClr val="474C55"/>
                </a:solidFill>
              </a:defRPr>
            </a:lvl1pPr>
            <a:lvl2pPr algn="ctr">
              <a:defRPr/>
            </a:lvl2pPr>
            <a:lvl3pPr algn="ctr">
              <a:defRPr/>
            </a:lvl3pPr>
            <a:lvl4pPr algn="ctr">
              <a:defRPr/>
            </a:lvl4pPr>
            <a:lvl5pPr algn="ctr">
              <a:defRPr/>
            </a:lvl5pPr>
          </a:lstStyle>
          <a:p>
            <a:pPr lvl="0"/>
            <a:r>
              <a:rPr lang="en-US" dirty="0"/>
              <a:t>Title, Department</a:t>
            </a:r>
          </a:p>
        </p:txBody>
      </p:sp>
      <p:sp>
        <p:nvSpPr>
          <p:cNvPr id="11" name="Picture Placeholder 10">
            <a:extLst>
              <a:ext uri="{FF2B5EF4-FFF2-40B4-BE49-F238E27FC236}">
                <a16:creationId xmlns:a16="http://schemas.microsoft.com/office/drawing/2014/main" id="{52277AE4-C4D2-7F28-88DB-43DB230B9092}"/>
              </a:ext>
            </a:extLst>
          </p:cNvPr>
          <p:cNvSpPr>
            <a:spLocks noGrp="1"/>
          </p:cNvSpPr>
          <p:nvPr>
            <p:ph type="pic" sz="quarter" idx="14"/>
          </p:nvPr>
        </p:nvSpPr>
        <p:spPr>
          <a:xfrm>
            <a:off x="9930384" y="1371600"/>
            <a:ext cx="6583680" cy="4389120"/>
          </a:xfrm>
        </p:spPr>
        <p:txBody>
          <a:bodyPr/>
          <a:lstStyle/>
          <a:p>
            <a:r>
              <a:rPr lang="en-US"/>
              <a:t>Click icon to add picture</a:t>
            </a:r>
          </a:p>
        </p:txBody>
      </p:sp>
      <p:sp>
        <p:nvSpPr>
          <p:cNvPr id="13" name="Text Placeholder 12">
            <a:extLst>
              <a:ext uri="{FF2B5EF4-FFF2-40B4-BE49-F238E27FC236}">
                <a16:creationId xmlns:a16="http://schemas.microsoft.com/office/drawing/2014/main" id="{2DF343E4-ABFC-21A4-7155-E6D70DC1CFBD}"/>
              </a:ext>
            </a:extLst>
          </p:cNvPr>
          <p:cNvSpPr>
            <a:spLocks noGrp="1"/>
          </p:cNvSpPr>
          <p:nvPr>
            <p:ph type="body" sz="quarter" idx="15" hasCustomPrompt="1"/>
          </p:nvPr>
        </p:nvSpPr>
        <p:spPr>
          <a:xfrm>
            <a:off x="9929813" y="6190488"/>
            <a:ext cx="6583680" cy="749808"/>
          </a:xfrm>
        </p:spPr>
        <p:txBody>
          <a:bodyPr>
            <a:noAutofit/>
          </a:bodyPr>
          <a:lstStyle>
            <a:lvl1pPr marL="0" indent="0" algn="ctr">
              <a:lnSpc>
                <a:spcPct val="150000"/>
              </a:lnSpc>
              <a:spcBef>
                <a:spcPts val="1000"/>
              </a:spcBef>
              <a:buNone/>
              <a:defRPr sz="3400" b="1">
                <a:solidFill>
                  <a:schemeClr val="accent3"/>
                </a:solidFill>
              </a:defRPr>
            </a:lvl1pPr>
            <a:lvl2pPr>
              <a:defRPr sz="3400">
                <a:solidFill>
                  <a:schemeClr val="accent3"/>
                </a:solidFill>
              </a:defRPr>
            </a:lvl2pPr>
            <a:lvl3pPr>
              <a:defRPr sz="3400">
                <a:solidFill>
                  <a:schemeClr val="accent3"/>
                </a:solidFill>
              </a:defRPr>
            </a:lvl3pPr>
            <a:lvl4pPr>
              <a:defRPr sz="3400">
                <a:solidFill>
                  <a:schemeClr val="accent3"/>
                </a:solidFill>
              </a:defRPr>
            </a:lvl4pPr>
            <a:lvl5pPr>
              <a:defRPr sz="3400">
                <a:solidFill>
                  <a:schemeClr val="accent3"/>
                </a:solidFill>
              </a:defRPr>
            </a:lvl5pPr>
          </a:lstStyle>
          <a:p>
            <a:pPr lvl="0"/>
            <a:r>
              <a:rPr lang="en-US" dirty="0"/>
              <a:t>Name of speaker goes here</a:t>
            </a:r>
          </a:p>
        </p:txBody>
      </p:sp>
      <p:sp>
        <p:nvSpPr>
          <p:cNvPr id="15" name="Text Placeholder 14">
            <a:extLst>
              <a:ext uri="{FF2B5EF4-FFF2-40B4-BE49-F238E27FC236}">
                <a16:creationId xmlns:a16="http://schemas.microsoft.com/office/drawing/2014/main" id="{AA2CAD1A-5C82-5932-EBB5-1C02B2745047}"/>
              </a:ext>
            </a:extLst>
          </p:cNvPr>
          <p:cNvSpPr>
            <a:spLocks noGrp="1"/>
          </p:cNvSpPr>
          <p:nvPr>
            <p:ph type="body" sz="quarter" idx="16" hasCustomPrompt="1"/>
          </p:nvPr>
        </p:nvSpPr>
        <p:spPr>
          <a:xfrm>
            <a:off x="9929813" y="7022592"/>
            <a:ext cx="6583680" cy="749808"/>
          </a:xfrm>
        </p:spPr>
        <p:txBody>
          <a:bodyPr>
            <a:noAutofit/>
          </a:bodyPr>
          <a:lstStyle>
            <a:lvl1pPr marL="0" indent="0" algn="ctr">
              <a:lnSpc>
                <a:spcPct val="150000"/>
              </a:lnSpc>
              <a:spcBef>
                <a:spcPts val="1000"/>
              </a:spcBef>
              <a:buNone/>
              <a:defRPr sz="1800">
                <a:solidFill>
                  <a:srgbClr val="474C55"/>
                </a:solidFill>
              </a:defRPr>
            </a:lvl1pPr>
          </a:lstStyle>
          <a:p>
            <a:pPr lvl="0"/>
            <a:r>
              <a:rPr lang="en-US" dirty="0"/>
              <a:t>Title, Department</a:t>
            </a:r>
          </a:p>
        </p:txBody>
      </p:sp>
    </p:spTree>
    <p:extLst>
      <p:ext uri="{BB962C8B-B14F-4D97-AF65-F5344CB8AC3E}">
        <p14:creationId xmlns:p14="http://schemas.microsoft.com/office/powerpoint/2010/main" val="392741959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4_3_Intro Speaker Opt 3">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F73FBC3-BB64-7A73-5C9B-57D10303BB0A}"/>
              </a:ext>
            </a:extLst>
          </p:cNvPr>
          <p:cNvSpPr>
            <a:spLocks noGrp="1"/>
          </p:cNvSpPr>
          <p:nvPr>
            <p:ph type="sldNum" sz="quarter" idx="10"/>
          </p:nvPr>
        </p:nvSpPr>
        <p:spPr/>
        <p:txBody>
          <a:bodyPr/>
          <a:lstStyle/>
          <a:p>
            <a:fld id="{8CC5BBF2-D04D-C048-9F75-C3CD7CC10D78}" type="slidenum">
              <a:rPr lang="en-US" smtClean="0"/>
              <a:pPr/>
              <a:t>‹#›</a:t>
            </a:fld>
            <a:endParaRPr lang="en-US" dirty="0"/>
          </a:p>
        </p:txBody>
      </p:sp>
      <p:sp>
        <p:nvSpPr>
          <p:cNvPr id="5" name="Picture Placeholder 4">
            <a:extLst>
              <a:ext uri="{FF2B5EF4-FFF2-40B4-BE49-F238E27FC236}">
                <a16:creationId xmlns:a16="http://schemas.microsoft.com/office/drawing/2014/main" id="{BABFDD4B-6935-5818-DBC8-CC25DF873037}"/>
              </a:ext>
            </a:extLst>
          </p:cNvPr>
          <p:cNvSpPr>
            <a:spLocks noGrp="1" noChangeAspect="1"/>
          </p:cNvSpPr>
          <p:nvPr>
            <p:ph type="pic" sz="quarter" idx="11"/>
          </p:nvPr>
        </p:nvSpPr>
        <p:spPr>
          <a:xfrm>
            <a:off x="914400" y="1371600"/>
            <a:ext cx="4681728" cy="3026664"/>
          </a:xfrm>
        </p:spPr>
        <p:txBody>
          <a:bodyPr/>
          <a:lstStyle/>
          <a:p>
            <a:r>
              <a:rPr lang="en-US"/>
              <a:t>Click icon to add picture</a:t>
            </a:r>
          </a:p>
        </p:txBody>
      </p:sp>
      <p:sp>
        <p:nvSpPr>
          <p:cNvPr id="7" name="Text Placeholder 6">
            <a:extLst>
              <a:ext uri="{FF2B5EF4-FFF2-40B4-BE49-F238E27FC236}">
                <a16:creationId xmlns:a16="http://schemas.microsoft.com/office/drawing/2014/main" id="{8AA95B20-7A20-0E8E-490F-BBE200C13E97}"/>
              </a:ext>
            </a:extLst>
          </p:cNvPr>
          <p:cNvSpPr>
            <a:spLocks noGrp="1"/>
          </p:cNvSpPr>
          <p:nvPr>
            <p:ph type="body" sz="quarter" idx="12" hasCustomPrompt="1"/>
          </p:nvPr>
        </p:nvSpPr>
        <p:spPr>
          <a:xfrm>
            <a:off x="914400" y="5001768"/>
            <a:ext cx="4681728" cy="1133856"/>
          </a:xfrm>
        </p:spPr>
        <p:txBody>
          <a:bodyPr>
            <a:noAutofit/>
          </a:bodyPr>
          <a:lstStyle>
            <a:lvl1pPr marL="0" indent="0" algn="ctr">
              <a:lnSpc>
                <a:spcPct val="100000"/>
              </a:lnSpc>
              <a:spcBef>
                <a:spcPts val="0"/>
              </a:spcBef>
              <a:buNone/>
              <a:defRPr sz="3400" b="1">
                <a:solidFill>
                  <a:schemeClr val="accent3"/>
                </a:solidFill>
              </a:defRPr>
            </a:lvl1pPr>
            <a:lvl2pPr>
              <a:defRPr sz="3400"/>
            </a:lvl2pPr>
            <a:lvl3pPr>
              <a:defRPr sz="3400"/>
            </a:lvl3pPr>
            <a:lvl4pPr>
              <a:defRPr sz="3400"/>
            </a:lvl4pPr>
            <a:lvl5pPr>
              <a:defRPr sz="3400"/>
            </a:lvl5pPr>
          </a:lstStyle>
          <a:p>
            <a:pPr lvl="0"/>
            <a:r>
              <a:rPr lang="en-US" dirty="0"/>
              <a:t>Name of speaker goes here</a:t>
            </a:r>
          </a:p>
        </p:txBody>
      </p:sp>
      <p:sp>
        <p:nvSpPr>
          <p:cNvPr id="9" name="Text Placeholder 8">
            <a:extLst>
              <a:ext uri="{FF2B5EF4-FFF2-40B4-BE49-F238E27FC236}">
                <a16:creationId xmlns:a16="http://schemas.microsoft.com/office/drawing/2014/main" id="{0B8DDB91-1245-6D9C-00B9-5C255D53B5FE}"/>
              </a:ext>
            </a:extLst>
          </p:cNvPr>
          <p:cNvSpPr>
            <a:spLocks noGrp="1"/>
          </p:cNvSpPr>
          <p:nvPr>
            <p:ph type="body" sz="quarter" idx="13" hasCustomPrompt="1"/>
          </p:nvPr>
        </p:nvSpPr>
        <p:spPr>
          <a:xfrm>
            <a:off x="914400" y="6309360"/>
            <a:ext cx="4681728" cy="749808"/>
          </a:xfrm>
        </p:spPr>
        <p:txBody>
          <a:bodyPr>
            <a:noAutofit/>
          </a:bodyPr>
          <a:lstStyle>
            <a:lvl1pPr marL="0" indent="0" algn="ctr">
              <a:lnSpc>
                <a:spcPct val="150000"/>
              </a:lnSpc>
              <a:spcBef>
                <a:spcPts val="1000"/>
              </a:spcBef>
              <a:buNone/>
              <a:defRPr sz="1800">
                <a:solidFill>
                  <a:srgbClr val="474C55"/>
                </a:solidFill>
              </a:defRPr>
            </a:lvl1pPr>
          </a:lstStyle>
          <a:p>
            <a:pPr lvl="0"/>
            <a:r>
              <a:rPr lang="en-US" dirty="0"/>
              <a:t>Title, Department</a:t>
            </a:r>
          </a:p>
        </p:txBody>
      </p:sp>
      <p:sp>
        <p:nvSpPr>
          <p:cNvPr id="11" name="Picture Placeholder 10">
            <a:extLst>
              <a:ext uri="{FF2B5EF4-FFF2-40B4-BE49-F238E27FC236}">
                <a16:creationId xmlns:a16="http://schemas.microsoft.com/office/drawing/2014/main" id="{41674904-ED8F-77CA-0E63-61691EF65EC3}"/>
              </a:ext>
            </a:extLst>
          </p:cNvPr>
          <p:cNvSpPr>
            <a:spLocks noGrp="1" noChangeAspect="1"/>
          </p:cNvSpPr>
          <p:nvPr>
            <p:ph type="pic" sz="quarter" idx="14"/>
          </p:nvPr>
        </p:nvSpPr>
        <p:spPr>
          <a:xfrm>
            <a:off x="6519672" y="1371600"/>
            <a:ext cx="4681728" cy="3027363"/>
          </a:xfrm>
        </p:spPr>
        <p:txBody>
          <a:bodyPr/>
          <a:lstStyle/>
          <a:p>
            <a:r>
              <a:rPr lang="en-US"/>
              <a:t>Click icon to add picture</a:t>
            </a:r>
          </a:p>
        </p:txBody>
      </p:sp>
      <p:sp>
        <p:nvSpPr>
          <p:cNvPr id="13" name="Text Placeholder 12">
            <a:extLst>
              <a:ext uri="{FF2B5EF4-FFF2-40B4-BE49-F238E27FC236}">
                <a16:creationId xmlns:a16="http://schemas.microsoft.com/office/drawing/2014/main" id="{FF262D98-721F-A5BF-4694-9C2724CCAA78}"/>
              </a:ext>
            </a:extLst>
          </p:cNvPr>
          <p:cNvSpPr>
            <a:spLocks noGrp="1"/>
          </p:cNvSpPr>
          <p:nvPr>
            <p:ph type="body" sz="quarter" idx="15" hasCustomPrompt="1"/>
          </p:nvPr>
        </p:nvSpPr>
        <p:spPr>
          <a:xfrm>
            <a:off x="6519863" y="5002213"/>
            <a:ext cx="4681537" cy="1133475"/>
          </a:xfrm>
        </p:spPr>
        <p:txBody>
          <a:bodyPr>
            <a:noAutofit/>
          </a:bodyPr>
          <a:lstStyle>
            <a:lvl1pPr marL="0" indent="0" algn="ctr">
              <a:lnSpc>
                <a:spcPct val="100000"/>
              </a:lnSpc>
              <a:spcBef>
                <a:spcPts val="1000"/>
              </a:spcBef>
              <a:buNone/>
              <a:defRPr sz="3400" b="1">
                <a:solidFill>
                  <a:schemeClr val="accent3"/>
                </a:solidFill>
              </a:defRPr>
            </a:lvl1pPr>
          </a:lstStyle>
          <a:p>
            <a:pPr lvl="0"/>
            <a:r>
              <a:rPr lang="en-US" dirty="0"/>
              <a:t>Name of speaker goes here</a:t>
            </a:r>
          </a:p>
        </p:txBody>
      </p:sp>
      <p:sp>
        <p:nvSpPr>
          <p:cNvPr id="15" name="Text Placeholder 14">
            <a:extLst>
              <a:ext uri="{FF2B5EF4-FFF2-40B4-BE49-F238E27FC236}">
                <a16:creationId xmlns:a16="http://schemas.microsoft.com/office/drawing/2014/main" id="{A5D9D98F-00AB-0E7A-D9AC-280AC9EA6093}"/>
              </a:ext>
            </a:extLst>
          </p:cNvPr>
          <p:cNvSpPr>
            <a:spLocks noGrp="1"/>
          </p:cNvSpPr>
          <p:nvPr>
            <p:ph type="body" sz="quarter" idx="16" hasCustomPrompt="1"/>
          </p:nvPr>
        </p:nvSpPr>
        <p:spPr>
          <a:xfrm>
            <a:off x="6519863" y="6308725"/>
            <a:ext cx="4681537" cy="750888"/>
          </a:xfrm>
        </p:spPr>
        <p:txBody>
          <a:bodyPr>
            <a:noAutofit/>
          </a:bodyPr>
          <a:lstStyle>
            <a:lvl1pPr marL="0" indent="0" algn="ctr">
              <a:lnSpc>
                <a:spcPct val="150000"/>
              </a:lnSpc>
              <a:spcBef>
                <a:spcPts val="1000"/>
              </a:spcBef>
              <a:buFontTx/>
              <a:buNone/>
              <a:defRPr sz="1800">
                <a:solidFill>
                  <a:srgbClr val="474C55"/>
                </a:solidFill>
              </a:defRPr>
            </a:lvl1pPr>
          </a:lstStyle>
          <a:p>
            <a:pPr lvl="0"/>
            <a:r>
              <a:rPr lang="en-US" dirty="0"/>
              <a:t>Title, Department</a:t>
            </a:r>
          </a:p>
        </p:txBody>
      </p:sp>
      <p:sp>
        <p:nvSpPr>
          <p:cNvPr id="17" name="Picture Placeholder 16">
            <a:extLst>
              <a:ext uri="{FF2B5EF4-FFF2-40B4-BE49-F238E27FC236}">
                <a16:creationId xmlns:a16="http://schemas.microsoft.com/office/drawing/2014/main" id="{9461467E-9467-1574-C958-9373CA3D799F}"/>
              </a:ext>
            </a:extLst>
          </p:cNvPr>
          <p:cNvSpPr>
            <a:spLocks noGrp="1" noChangeAspect="1"/>
          </p:cNvSpPr>
          <p:nvPr>
            <p:ph type="pic" sz="quarter" idx="17"/>
          </p:nvPr>
        </p:nvSpPr>
        <p:spPr>
          <a:xfrm>
            <a:off x="12170664" y="1371600"/>
            <a:ext cx="4681728" cy="3027363"/>
          </a:xfrm>
        </p:spPr>
        <p:txBody>
          <a:bodyPr>
            <a:noAutofit/>
          </a:bodyPr>
          <a:lstStyle/>
          <a:p>
            <a:r>
              <a:rPr lang="en-US"/>
              <a:t>Click icon to add picture</a:t>
            </a:r>
          </a:p>
        </p:txBody>
      </p:sp>
      <p:sp>
        <p:nvSpPr>
          <p:cNvPr id="19" name="Text Placeholder 18">
            <a:extLst>
              <a:ext uri="{FF2B5EF4-FFF2-40B4-BE49-F238E27FC236}">
                <a16:creationId xmlns:a16="http://schemas.microsoft.com/office/drawing/2014/main" id="{8A43BEBD-0DCB-E2B5-D66E-A068363940F9}"/>
              </a:ext>
            </a:extLst>
          </p:cNvPr>
          <p:cNvSpPr>
            <a:spLocks noGrp="1"/>
          </p:cNvSpPr>
          <p:nvPr>
            <p:ph type="body" sz="quarter" idx="18" hasCustomPrompt="1"/>
          </p:nvPr>
        </p:nvSpPr>
        <p:spPr>
          <a:xfrm>
            <a:off x="12171363" y="5002213"/>
            <a:ext cx="4681537" cy="1133475"/>
          </a:xfrm>
        </p:spPr>
        <p:txBody>
          <a:bodyPr>
            <a:noAutofit/>
          </a:bodyPr>
          <a:lstStyle>
            <a:lvl1pPr marL="0" indent="0" algn="ctr">
              <a:lnSpc>
                <a:spcPct val="100000"/>
              </a:lnSpc>
              <a:spcBef>
                <a:spcPts val="0"/>
              </a:spcBef>
              <a:buNone/>
              <a:defRPr sz="3400" b="1">
                <a:solidFill>
                  <a:srgbClr val="00437B"/>
                </a:solidFill>
              </a:defRPr>
            </a:lvl1pPr>
          </a:lstStyle>
          <a:p>
            <a:pPr lvl="0"/>
            <a:r>
              <a:rPr lang="en-US" dirty="0"/>
              <a:t>Name of speaker goes here</a:t>
            </a:r>
          </a:p>
        </p:txBody>
      </p:sp>
      <p:sp>
        <p:nvSpPr>
          <p:cNvPr id="21" name="Text Placeholder 20">
            <a:extLst>
              <a:ext uri="{FF2B5EF4-FFF2-40B4-BE49-F238E27FC236}">
                <a16:creationId xmlns:a16="http://schemas.microsoft.com/office/drawing/2014/main" id="{3E36674B-F757-5C91-2835-A523FB8741A8}"/>
              </a:ext>
            </a:extLst>
          </p:cNvPr>
          <p:cNvSpPr>
            <a:spLocks noGrp="1"/>
          </p:cNvSpPr>
          <p:nvPr>
            <p:ph type="body" sz="quarter" idx="19" hasCustomPrompt="1"/>
          </p:nvPr>
        </p:nvSpPr>
        <p:spPr>
          <a:xfrm>
            <a:off x="12171363" y="6308725"/>
            <a:ext cx="4681728" cy="750888"/>
          </a:xfrm>
        </p:spPr>
        <p:txBody>
          <a:bodyPr>
            <a:noAutofit/>
          </a:bodyPr>
          <a:lstStyle>
            <a:lvl1pPr marL="0" indent="0" algn="ctr">
              <a:lnSpc>
                <a:spcPct val="150000"/>
              </a:lnSpc>
              <a:spcBef>
                <a:spcPts val="1000"/>
              </a:spcBef>
              <a:buFontTx/>
              <a:buNone/>
              <a:defRPr sz="1800">
                <a:solidFill>
                  <a:srgbClr val="474C55"/>
                </a:solidFill>
              </a:defRPr>
            </a:lvl1pPr>
          </a:lstStyle>
          <a:p>
            <a:pPr lvl="0"/>
            <a:r>
              <a:rPr lang="en-US" dirty="0"/>
              <a:t>Title, Department</a:t>
            </a:r>
          </a:p>
        </p:txBody>
      </p:sp>
    </p:spTree>
    <p:extLst>
      <p:ext uri="{BB962C8B-B14F-4D97-AF65-F5344CB8AC3E}">
        <p14:creationId xmlns:p14="http://schemas.microsoft.com/office/powerpoint/2010/main" val="57245875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4_4_Intro Speaker Opt 4">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16C18ED-4DB2-9794-2F1C-423D488BFCDF}"/>
              </a:ext>
            </a:extLst>
          </p:cNvPr>
          <p:cNvSpPr>
            <a:spLocks noGrp="1"/>
          </p:cNvSpPr>
          <p:nvPr>
            <p:ph type="sldNum" sz="quarter" idx="10"/>
          </p:nvPr>
        </p:nvSpPr>
        <p:spPr/>
        <p:txBody>
          <a:bodyPr/>
          <a:lstStyle/>
          <a:p>
            <a:fld id="{8CC5BBF2-D04D-C048-9F75-C3CD7CC10D78}" type="slidenum">
              <a:rPr lang="en-US" smtClean="0"/>
              <a:pPr/>
              <a:t>‹#›</a:t>
            </a:fld>
            <a:endParaRPr lang="en-US" dirty="0"/>
          </a:p>
        </p:txBody>
      </p:sp>
      <p:sp>
        <p:nvSpPr>
          <p:cNvPr id="5" name="Picture Placeholder 4">
            <a:extLst>
              <a:ext uri="{FF2B5EF4-FFF2-40B4-BE49-F238E27FC236}">
                <a16:creationId xmlns:a16="http://schemas.microsoft.com/office/drawing/2014/main" id="{A9BCF20D-2695-DA6D-FBA6-72C8614A85FE}"/>
              </a:ext>
            </a:extLst>
          </p:cNvPr>
          <p:cNvSpPr>
            <a:spLocks noGrp="1"/>
          </p:cNvSpPr>
          <p:nvPr>
            <p:ph type="pic" sz="quarter" idx="11"/>
          </p:nvPr>
        </p:nvSpPr>
        <p:spPr>
          <a:xfrm>
            <a:off x="914400" y="685800"/>
            <a:ext cx="3364992" cy="2505456"/>
          </a:xfrm>
        </p:spPr>
        <p:txBody>
          <a:bodyPr>
            <a:noAutofit/>
          </a:bodyPr>
          <a:lstStyle/>
          <a:p>
            <a:r>
              <a:rPr lang="en-US" dirty="0"/>
              <a:t>Click icon to add picture</a:t>
            </a:r>
          </a:p>
        </p:txBody>
      </p:sp>
      <p:sp>
        <p:nvSpPr>
          <p:cNvPr id="7" name="Text Placeholder 6">
            <a:extLst>
              <a:ext uri="{FF2B5EF4-FFF2-40B4-BE49-F238E27FC236}">
                <a16:creationId xmlns:a16="http://schemas.microsoft.com/office/drawing/2014/main" id="{F5F46394-B30E-4338-7DDD-9C6BF190678E}"/>
              </a:ext>
            </a:extLst>
          </p:cNvPr>
          <p:cNvSpPr>
            <a:spLocks noGrp="1"/>
          </p:cNvSpPr>
          <p:nvPr>
            <p:ph type="body" sz="quarter" idx="12" hasCustomPrompt="1"/>
          </p:nvPr>
        </p:nvSpPr>
        <p:spPr>
          <a:xfrm>
            <a:off x="914400" y="3392424"/>
            <a:ext cx="3364992" cy="886968"/>
          </a:xfrm>
        </p:spPr>
        <p:txBody>
          <a:bodyPr>
            <a:noAutofit/>
          </a:bodyPr>
          <a:lstStyle>
            <a:lvl1pPr marL="0" indent="0" algn="ctr">
              <a:lnSpc>
                <a:spcPct val="100000"/>
              </a:lnSpc>
              <a:spcBef>
                <a:spcPts val="1000"/>
              </a:spcBef>
              <a:buFontTx/>
              <a:buNone/>
              <a:defRPr sz="2400" b="1">
                <a:solidFill>
                  <a:srgbClr val="00437B"/>
                </a:solidFill>
              </a:defRPr>
            </a:lvl1pPr>
          </a:lstStyle>
          <a:p>
            <a:pPr lvl="0"/>
            <a:r>
              <a:rPr lang="en-US" dirty="0"/>
              <a:t>Name of speaker goes here</a:t>
            </a:r>
          </a:p>
        </p:txBody>
      </p:sp>
      <p:sp>
        <p:nvSpPr>
          <p:cNvPr id="9" name="Text Placeholder 8">
            <a:extLst>
              <a:ext uri="{FF2B5EF4-FFF2-40B4-BE49-F238E27FC236}">
                <a16:creationId xmlns:a16="http://schemas.microsoft.com/office/drawing/2014/main" id="{3CB73524-6C6E-B5E0-8F6A-AD27F16CE2D3}"/>
              </a:ext>
            </a:extLst>
          </p:cNvPr>
          <p:cNvSpPr>
            <a:spLocks noGrp="1"/>
          </p:cNvSpPr>
          <p:nvPr>
            <p:ph type="body" sz="quarter" idx="13" hasCustomPrompt="1"/>
          </p:nvPr>
        </p:nvSpPr>
        <p:spPr>
          <a:xfrm>
            <a:off x="914400" y="4370832"/>
            <a:ext cx="3364992" cy="512064"/>
          </a:xfrm>
        </p:spPr>
        <p:txBody>
          <a:bodyPr>
            <a:noAutofit/>
          </a:bodyPr>
          <a:lstStyle>
            <a:lvl1pPr marL="0" indent="0" algn="ctr">
              <a:lnSpc>
                <a:spcPct val="150000"/>
              </a:lnSpc>
              <a:spcBef>
                <a:spcPts val="1000"/>
              </a:spcBef>
              <a:buNone/>
              <a:defRPr sz="1800">
                <a:solidFill>
                  <a:srgbClr val="474C55"/>
                </a:solidFill>
              </a:defRPr>
            </a:lvl1pPr>
            <a:lvl2pPr marL="685800" indent="0" algn="ctr">
              <a:buNone/>
              <a:defRPr sz="1800">
                <a:solidFill>
                  <a:schemeClr val="tx2"/>
                </a:solidFill>
              </a:defRPr>
            </a:lvl2pPr>
            <a:lvl3pPr marL="1371600" indent="0" algn="ctr">
              <a:buNone/>
              <a:defRPr sz="1800">
                <a:solidFill>
                  <a:schemeClr val="tx2"/>
                </a:solidFill>
              </a:defRPr>
            </a:lvl3pPr>
            <a:lvl4pPr marL="2057400" indent="0" algn="ctr">
              <a:buNone/>
              <a:defRPr sz="1800">
                <a:solidFill>
                  <a:schemeClr val="tx2"/>
                </a:solidFill>
              </a:defRPr>
            </a:lvl4pPr>
            <a:lvl5pPr marL="2743200" indent="0" algn="ctr">
              <a:buNone/>
              <a:defRPr sz="1800">
                <a:solidFill>
                  <a:schemeClr val="tx2"/>
                </a:solidFill>
              </a:defRPr>
            </a:lvl5pPr>
          </a:lstStyle>
          <a:p>
            <a:r>
              <a:rPr lang="en-US" dirty="0"/>
              <a:t>Title, Department</a:t>
            </a:r>
          </a:p>
        </p:txBody>
      </p:sp>
      <p:sp>
        <p:nvSpPr>
          <p:cNvPr id="11" name="Picture Placeholder 10">
            <a:extLst>
              <a:ext uri="{FF2B5EF4-FFF2-40B4-BE49-F238E27FC236}">
                <a16:creationId xmlns:a16="http://schemas.microsoft.com/office/drawing/2014/main" id="{75EB4E2E-F97A-FCAB-ADDE-866F6B87E482}"/>
              </a:ext>
            </a:extLst>
          </p:cNvPr>
          <p:cNvSpPr>
            <a:spLocks noGrp="1"/>
          </p:cNvSpPr>
          <p:nvPr>
            <p:ph type="pic" sz="quarter" idx="14"/>
          </p:nvPr>
        </p:nvSpPr>
        <p:spPr>
          <a:xfrm>
            <a:off x="5193792" y="685800"/>
            <a:ext cx="3364992" cy="2505075"/>
          </a:xfrm>
        </p:spPr>
        <p:txBody>
          <a:bodyPr>
            <a:noAutofit/>
          </a:bodyPr>
          <a:lstStyle/>
          <a:p>
            <a:r>
              <a:rPr lang="en-US" dirty="0"/>
              <a:t>Click icon to add picture</a:t>
            </a:r>
          </a:p>
        </p:txBody>
      </p:sp>
      <p:sp>
        <p:nvSpPr>
          <p:cNvPr id="13" name="Text Placeholder 12">
            <a:extLst>
              <a:ext uri="{FF2B5EF4-FFF2-40B4-BE49-F238E27FC236}">
                <a16:creationId xmlns:a16="http://schemas.microsoft.com/office/drawing/2014/main" id="{BAE29252-A78F-52FF-38CD-AADD39738CB0}"/>
              </a:ext>
            </a:extLst>
          </p:cNvPr>
          <p:cNvSpPr>
            <a:spLocks noGrp="1"/>
          </p:cNvSpPr>
          <p:nvPr>
            <p:ph type="body" sz="quarter" idx="15" hasCustomPrompt="1"/>
          </p:nvPr>
        </p:nvSpPr>
        <p:spPr>
          <a:xfrm>
            <a:off x="5194300" y="3392488"/>
            <a:ext cx="3363913" cy="887412"/>
          </a:xfrm>
        </p:spPr>
        <p:txBody>
          <a:bodyPr>
            <a:noAutofit/>
          </a:bodyPr>
          <a:lstStyle>
            <a:lvl1pPr marL="0" indent="0" algn="ctr">
              <a:lnSpc>
                <a:spcPct val="100000"/>
              </a:lnSpc>
              <a:spcBef>
                <a:spcPts val="1000"/>
              </a:spcBef>
              <a:buFontTx/>
              <a:buNone/>
              <a:defRPr sz="2400" b="1">
                <a:solidFill>
                  <a:srgbClr val="00437B"/>
                </a:solidFill>
              </a:defRPr>
            </a:lvl1pPr>
          </a:lstStyle>
          <a:p>
            <a:pPr lvl="0"/>
            <a:r>
              <a:rPr lang="en-US" dirty="0"/>
              <a:t>Name of speaker goes here</a:t>
            </a:r>
          </a:p>
        </p:txBody>
      </p:sp>
      <p:sp>
        <p:nvSpPr>
          <p:cNvPr id="15" name="Text Placeholder 14">
            <a:extLst>
              <a:ext uri="{FF2B5EF4-FFF2-40B4-BE49-F238E27FC236}">
                <a16:creationId xmlns:a16="http://schemas.microsoft.com/office/drawing/2014/main" id="{1EC7B710-52F2-A86F-5D5E-14E38929C6F7}"/>
              </a:ext>
            </a:extLst>
          </p:cNvPr>
          <p:cNvSpPr>
            <a:spLocks noGrp="1"/>
          </p:cNvSpPr>
          <p:nvPr>
            <p:ph type="body" sz="quarter" idx="16" hasCustomPrompt="1"/>
          </p:nvPr>
        </p:nvSpPr>
        <p:spPr>
          <a:xfrm>
            <a:off x="5194300" y="4370388"/>
            <a:ext cx="3363913" cy="512762"/>
          </a:xfrm>
        </p:spPr>
        <p:txBody>
          <a:bodyPr>
            <a:noAutofit/>
          </a:bodyPr>
          <a:lstStyle>
            <a:lvl1pPr marL="0" indent="0" algn="ctr">
              <a:lnSpc>
                <a:spcPct val="150000"/>
              </a:lnSpc>
              <a:spcBef>
                <a:spcPts val="1000"/>
              </a:spcBef>
              <a:buNone/>
              <a:defRPr sz="1800">
                <a:solidFill>
                  <a:srgbClr val="474C55"/>
                </a:solidFill>
              </a:defRPr>
            </a:lvl1pPr>
          </a:lstStyle>
          <a:p>
            <a:r>
              <a:rPr lang="en-US" dirty="0"/>
              <a:t>Title, Department</a:t>
            </a:r>
          </a:p>
        </p:txBody>
      </p:sp>
      <p:sp>
        <p:nvSpPr>
          <p:cNvPr id="17" name="Picture Placeholder 16">
            <a:extLst>
              <a:ext uri="{FF2B5EF4-FFF2-40B4-BE49-F238E27FC236}">
                <a16:creationId xmlns:a16="http://schemas.microsoft.com/office/drawing/2014/main" id="{65EFE242-4CE8-2BDE-2337-067B5EB3FA9C}"/>
              </a:ext>
            </a:extLst>
          </p:cNvPr>
          <p:cNvSpPr>
            <a:spLocks noGrp="1"/>
          </p:cNvSpPr>
          <p:nvPr>
            <p:ph type="pic" sz="quarter" idx="17"/>
          </p:nvPr>
        </p:nvSpPr>
        <p:spPr>
          <a:xfrm>
            <a:off x="9473184" y="685800"/>
            <a:ext cx="3364992" cy="2505075"/>
          </a:xfrm>
        </p:spPr>
        <p:txBody>
          <a:bodyPr/>
          <a:lstStyle/>
          <a:p>
            <a:r>
              <a:rPr lang="en-US"/>
              <a:t>Click icon to add picture</a:t>
            </a:r>
          </a:p>
        </p:txBody>
      </p:sp>
      <p:sp>
        <p:nvSpPr>
          <p:cNvPr id="19" name="Text Placeholder 18">
            <a:extLst>
              <a:ext uri="{FF2B5EF4-FFF2-40B4-BE49-F238E27FC236}">
                <a16:creationId xmlns:a16="http://schemas.microsoft.com/office/drawing/2014/main" id="{3C46578C-3A13-28D9-4B5E-5EE3003401B1}"/>
              </a:ext>
            </a:extLst>
          </p:cNvPr>
          <p:cNvSpPr>
            <a:spLocks noGrp="1"/>
          </p:cNvSpPr>
          <p:nvPr>
            <p:ph type="body" sz="quarter" idx="18" hasCustomPrompt="1"/>
          </p:nvPr>
        </p:nvSpPr>
        <p:spPr>
          <a:xfrm>
            <a:off x="9473184" y="3392424"/>
            <a:ext cx="3364992" cy="887412"/>
          </a:xfrm>
        </p:spPr>
        <p:txBody>
          <a:bodyPr>
            <a:noAutofit/>
          </a:bodyPr>
          <a:lstStyle>
            <a:lvl1pPr marL="0" indent="0" algn="ctr">
              <a:lnSpc>
                <a:spcPct val="100000"/>
              </a:lnSpc>
              <a:spcBef>
                <a:spcPts val="1000"/>
              </a:spcBef>
              <a:buFontTx/>
              <a:buNone/>
              <a:defRPr sz="2400" b="1">
                <a:solidFill>
                  <a:schemeClr val="accent3"/>
                </a:solidFill>
              </a:defRPr>
            </a:lvl1pPr>
            <a:lvl2pPr marL="685800" indent="0" algn="ctr">
              <a:buFontTx/>
              <a:buNone/>
              <a:defRPr b="1">
                <a:solidFill>
                  <a:schemeClr val="accent3"/>
                </a:solidFill>
              </a:defRPr>
            </a:lvl2pPr>
            <a:lvl3pPr marL="1371600" indent="0" algn="ctr">
              <a:buFontTx/>
              <a:buNone/>
              <a:defRPr b="1">
                <a:solidFill>
                  <a:schemeClr val="accent3"/>
                </a:solidFill>
              </a:defRPr>
            </a:lvl3pPr>
            <a:lvl4pPr marL="2057400" indent="0" algn="ctr">
              <a:buFontTx/>
              <a:buNone/>
              <a:defRPr b="1">
                <a:solidFill>
                  <a:schemeClr val="accent3"/>
                </a:solidFill>
              </a:defRPr>
            </a:lvl4pPr>
            <a:lvl5pPr marL="2743200" indent="0" algn="ctr">
              <a:buFontTx/>
              <a:buNone/>
              <a:defRPr b="1">
                <a:solidFill>
                  <a:schemeClr val="accent3"/>
                </a:solidFill>
              </a:defRPr>
            </a:lvl5pPr>
          </a:lstStyle>
          <a:p>
            <a:pPr lvl="0"/>
            <a:r>
              <a:rPr lang="en-US" dirty="0"/>
              <a:t>Name of speaker goes here</a:t>
            </a:r>
          </a:p>
        </p:txBody>
      </p:sp>
      <p:sp>
        <p:nvSpPr>
          <p:cNvPr id="23" name="Text Placeholder 22">
            <a:extLst>
              <a:ext uri="{FF2B5EF4-FFF2-40B4-BE49-F238E27FC236}">
                <a16:creationId xmlns:a16="http://schemas.microsoft.com/office/drawing/2014/main" id="{CC0B6ABA-B25C-8DAE-F833-B53BC73A8480}"/>
              </a:ext>
            </a:extLst>
          </p:cNvPr>
          <p:cNvSpPr>
            <a:spLocks noGrp="1"/>
          </p:cNvSpPr>
          <p:nvPr>
            <p:ph type="body" sz="quarter" idx="19" hasCustomPrompt="1"/>
          </p:nvPr>
        </p:nvSpPr>
        <p:spPr>
          <a:xfrm>
            <a:off x="9473184" y="4370832"/>
            <a:ext cx="3365500" cy="512762"/>
          </a:xfrm>
        </p:spPr>
        <p:txBody>
          <a:bodyPr>
            <a:noAutofit/>
          </a:bodyPr>
          <a:lstStyle>
            <a:lvl1pPr marL="0" indent="0" algn="ctr">
              <a:lnSpc>
                <a:spcPct val="150000"/>
              </a:lnSpc>
              <a:spcBef>
                <a:spcPts val="1000"/>
              </a:spcBef>
              <a:buFontTx/>
              <a:buNone/>
              <a:defRPr sz="1800">
                <a:solidFill>
                  <a:srgbClr val="474C55"/>
                </a:solidFill>
              </a:defRPr>
            </a:lvl1pPr>
            <a:lvl2pPr marL="685800" indent="0" algn="ctr">
              <a:buFontTx/>
              <a:buNone/>
              <a:defRPr>
                <a:solidFill>
                  <a:schemeClr val="tx2"/>
                </a:solidFill>
              </a:defRPr>
            </a:lvl2pPr>
            <a:lvl3pPr marL="1371600" indent="0" algn="ctr">
              <a:buFontTx/>
              <a:buNone/>
              <a:defRPr>
                <a:solidFill>
                  <a:schemeClr val="tx2"/>
                </a:solidFill>
              </a:defRPr>
            </a:lvl3pPr>
            <a:lvl4pPr marL="2057400" indent="0" algn="ctr">
              <a:buFontTx/>
              <a:buNone/>
              <a:defRPr>
                <a:solidFill>
                  <a:schemeClr val="tx2"/>
                </a:solidFill>
              </a:defRPr>
            </a:lvl4pPr>
            <a:lvl5pPr marL="2743200" indent="0" algn="ctr">
              <a:buFontTx/>
              <a:buNone/>
              <a:defRPr>
                <a:solidFill>
                  <a:schemeClr val="tx2"/>
                </a:solidFill>
              </a:defRPr>
            </a:lvl5pPr>
          </a:lstStyle>
          <a:p>
            <a:r>
              <a:rPr lang="en-US" dirty="0"/>
              <a:t>Title, Department</a:t>
            </a:r>
          </a:p>
        </p:txBody>
      </p:sp>
      <p:sp>
        <p:nvSpPr>
          <p:cNvPr id="25" name="Picture Placeholder 24">
            <a:extLst>
              <a:ext uri="{FF2B5EF4-FFF2-40B4-BE49-F238E27FC236}">
                <a16:creationId xmlns:a16="http://schemas.microsoft.com/office/drawing/2014/main" id="{97588A53-A478-5D06-322F-32C1B2EB24D1}"/>
              </a:ext>
            </a:extLst>
          </p:cNvPr>
          <p:cNvSpPr>
            <a:spLocks noGrp="1"/>
          </p:cNvSpPr>
          <p:nvPr>
            <p:ph type="pic" sz="quarter" idx="20"/>
          </p:nvPr>
        </p:nvSpPr>
        <p:spPr>
          <a:xfrm>
            <a:off x="13752576" y="685800"/>
            <a:ext cx="3364992" cy="2505075"/>
          </a:xfrm>
        </p:spPr>
        <p:txBody>
          <a:bodyPr/>
          <a:lstStyle/>
          <a:p>
            <a:r>
              <a:rPr lang="en-US"/>
              <a:t>Click icon to add picture</a:t>
            </a:r>
          </a:p>
        </p:txBody>
      </p:sp>
      <p:sp>
        <p:nvSpPr>
          <p:cNvPr id="27" name="Text Placeholder 26">
            <a:extLst>
              <a:ext uri="{FF2B5EF4-FFF2-40B4-BE49-F238E27FC236}">
                <a16:creationId xmlns:a16="http://schemas.microsoft.com/office/drawing/2014/main" id="{D44792FF-CE43-DC7C-4FCC-C84E520851AF}"/>
              </a:ext>
            </a:extLst>
          </p:cNvPr>
          <p:cNvSpPr>
            <a:spLocks noGrp="1"/>
          </p:cNvSpPr>
          <p:nvPr>
            <p:ph type="body" sz="quarter" idx="21" hasCustomPrompt="1"/>
          </p:nvPr>
        </p:nvSpPr>
        <p:spPr>
          <a:xfrm>
            <a:off x="13752513" y="3392488"/>
            <a:ext cx="3365500" cy="887412"/>
          </a:xfrm>
        </p:spPr>
        <p:txBody>
          <a:bodyPr>
            <a:noAutofit/>
          </a:bodyPr>
          <a:lstStyle>
            <a:lvl1pPr marL="0" indent="0" algn="ctr">
              <a:lnSpc>
                <a:spcPct val="100000"/>
              </a:lnSpc>
              <a:spcBef>
                <a:spcPts val="1000"/>
              </a:spcBef>
              <a:buFontTx/>
              <a:buNone/>
              <a:defRPr sz="2400" b="1">
                <a:solidFill>
                  <a:srgbClr val="00437B"/>
                </a:solidFill>
              </a:defRPr>
            </a:lvl1pPr>
            <a:lvl2pPr marL="685800" indent="0" algn="ctr">
              <a:buFontTx/>
              <a:buNone/>
              <a:defRPr b="1">
                <a:solidFill>
                  <a:srgbClr val="00437B"/>
                </a:solidFill>
              </a:defRPr>
            </a:lvl2pPr>
            <a:lvl3pPr marL="1371600" indent="0" algn="ctr">
              <a:buFontTx/>
              <a:buNone/>
              <a:defRPr b="1">
                <a:solidFill>
                  <a:srgbClr val="00437B"/>
                </a:solidFill>
              </a:defRPr>
            </a:lvl3pPr>
            <a:lvl4pPr marL="2057400" indent="0" algn="ctr">
              <a:buFontTx/>
              <a:buNone/>
              <a:defRPr b="1">
                <a:solidFill>
                  <a:srgbClr val="00437B"/>
                </a:solidFill>
              </a:defRPr>
            </a:lvl4pPr>
            <a:lvl5pPr marL="2743200" indent="0" algn="ctr">
              <a:buFontTx/>
              <a:buNone/>
              <a:defRPr b="1">
                <a:solidFill>
                  <a:srgbClr val="00437B"/>
                </a:solidFill>
              </a:defRPr>
            </a:lvl5pPr>
          </a:lstStyle>
          <a:p>
            <a:pPr lvl="0"/>
            <a:r>
              <a:rPr lang="en-US" dirty="0"/>
              <a:t>Name of speaker goes here</a:t>
            </a:r>
          </a:p>
        </p:txBody>
      </p:sp>
      <p:sp>
        <p:nvSpPr>
          <p:cNvPr id="29" name="Text Placeholder 28">
            <a:extLst>
              <a:ext uri="{FF2B5EF4-FFF2-40B4-BE49-F238E27FC236}">
                <a16:creationId xmlns:a16="http://schemas.microsoft.com/office/drawing/2014/main" id="{BDD3F092-DAFF-8188-BCE1-41CA9BC24E21}"/>
              </a:ext>
            </a:extLst>
          </p:cNvPr>
          <p:cNvSpPr>
            <a:spLocks noGrp="1"/>
          </p:cNvSpPr>
          <p:nvPr>
            <p:ph type="body" sz="quarter" idx="22" hasCustomPrompt="1"/>
          </p:nvPr>
        </p:nvSpPr>
        <p:spPr>
          <a:xfrm>
            <a:off x="13752513" y="4370388"/>
            <a:ext cx="3365500" cy="512762"/>
          </a:xfrm>
        </p:spPr>
        <p:txBody>
          <a:bodyPr>
            <a:noAutofit/>
          </a:bodyPr>
          <a:lstStyle>
            <a:lvl1pPr marL="0" indent="0" algn="ctr">
              <a:lnSpc>
                <a:spcPct val="150000"/>
              </a:lnSpc>
              <a:spcBef>
                <a:spcPts val="1000"/>
              </a:spcBef>
              <a:buFontTx/>
              <a:buNone/>
              <a:defRPr sz="1800">
                <a:solidFill>
                  <a:srgbClr val="474C55"/>
                </a:solidFill>
              </a:defRPr>
            </a:lvl1pPr>
          </a:lstStyle>
          <a:p>
            <a:r>
              <a:rPr lang="en-US" dirty="0"/>
              <a:t>Title, Department</a:t>
            </a:r>
          </a:p>
        </p:txBody>
      </p:sp>
      <p:sp>
        <p:nvSpPr>
          <p:cNvPr id="33" name="Picture Placeholder 32">
            <a:extLst>
              <a:ext uri="{FF2B5EF4-FFF2-40B4-BE49-F238E27FC236}">
                <a16:creationId xmlns:a16="http://schemas.microsoft.com/office/drawing/2014/main" id="{460C8CB2-CF20-527E-8064-1CC6CB38B4D4}"/>
              </a:ext>
            </a:extLst>
          </p:cNvPr>
          <p:cNvSpPr>
            <a:spLocks noGrp="1" noChangeAspect="1"/>
          </p:cNvSpPr>
          <p:nvPr>
            <p:ph type="pic" sz="quarter" idx="23"/>
          </p:nvPr>
        </p:nvSpPr>
        <p:spPr>
          <a:xfrm>
            <a:off x="914400" y="5266944"/>
            <a:ext cx="3364992" cy="2505456"/>
          </a:xfrm>
        </p:spPr>
        <p:txBody>
          <a:bodyPr>
            <a:noAutofit/>
          </a:bodyPr>
          <a:lstStyle/>
          <a:p>
            <a:r>
              <a:rPr lang="en-US"/>
              <a:t>Click icon to add picture</a:t>
            </a:r>
            <a:endParaRPr lang="en-US" dirty="0"/>
          </a:p>
        </p:txBody>
      </p:sp>
      <p:sp>
        <p:nvSpPr>
          <p:cNvPr id="35" name="Text Placeholder 34">
            <a:extLst>
              <a:ext uri="{FF2B5EF4-FFF2-40B4-BE49-F238E27FC236}">
                <a16:creationId xmlns:a16="http://schemas.microsoft.com/office/drawing/2014/main" id="{9F8025D8-8247-4BC8-F063-B48D0F2A3B26}"/>
              </a:ext>
            </a:extLst>
          </p:cNvPr>
          <p:cNvSpPr>
            <a:spLocks noGrp="1"/>
          </p:cNvSpPr>
          <p:nvPr>
            <p:ph type="body" sz="quarter" idx="24" hasCustomPrompt="1"/>
          </p:nvPr>
        </p:nvSpPr>
        <p:spPr>
          <a:xfrm>
            <a:off x="914400" y="7973568"/>
            <a:ext cx="3365500" cy="793750"/>
          </a:xfrm>
        </p:spPr>
        <p:txBody>
          <a:bodyPr>
            <a:noAutofit/>
          </a:bodyPr>
          <a:lstStyle>
            <a:lvl1pPr marL="0" indent="0" algn="ctr">
              <a:lnSpc>
                <a:spcPct val="100000"/>
              </a:lnSpc>
              <a:spcBef>
                <a:spcPts val="1000"/>
              </a:spcBef>
              <a:buNone/>
              <a:defRPr sz="2400" b="1">
                <a:solidFill>
                  <a:srgbClr val="00437B"/>
                </a:solidFill>
              </a:defRPr>
            </a:lvl1pPr>
          </a:lstStyle>
          <a:p>
            <a:pPr lvl="0"/>
            <a:r>
              <a:rPr lang="en-US" dirty="0"/>
              <a:t>Name of speaker goes here</a:t>
            </a:r>
          </a:p>
        </p:txBody>
      </p:sp>
      <p:sp>
        <p:nvSpPr>
          <p:cNvPr id="37" name="Text Placeholder 36">
            <a:extLst>
              <a:ext uri="{FF2B5EF4-FFF2-40B4-BE49-F238E27FC236}">
                <a16:creationId xmlns:a16="http://schemas.microsoft.com/office/drawing/2014/main" id="{5DBB3593-16F2-FF3C-CFDB-D1B5D86AC411}"/>
              </a:ext>
            </a:extLst>
          </p:cNvPr>
          <p:cNvSpPr>
            <a:spLocks noGrp="1"/>
          </p:cNvSpPr>
          <p:nvPr>
            <p:ph type="body" sz="quarter" idx="25" hasCustomPrompt="1"/>
          </p:nvPr>
        </p:nvSpPr>
        <p:spPr>
          <a:xfrm>
            <a:off x="914400" y="8951976"/>
            <a:ext cx="3364992" cy="530352"/>
          </a:xfrm>
        </p:spPr>
        <p:txBody>
          <a:bodyPr>
            <a:noAutofit/>
          </a:bodyPr>
          <a:lstStyle>
            <a:lvl1pPr marL="0" indent="0" algn="ctr">
              <a:lnSpc>
                <a:spcPct val="150000"/>
              </a:lnSpc>
              <a:spcBef>
                <a:spcPts val="1000"/>
              </a:spcBef>
              <a:buNone/>
              <a:defRPr sz="1800">
                <a:solidFill>
                  <a:schemeClr val="tx2"/>
                </a:solidFill>
              </a:defRPr>
            </a:lvl1pPr>
          </a:lstStyle>
          <a:p>
            <a:r>
              <a:rPr lang="en-US" dirty="0"/>
              <a:t>Title, Department</a:t>
            </a:r>
          </a:p>
        </p:txBody>
      </p:sp>
      <p:sp>
        <p:nvSpPr>
          <p:cNvPr id="39" name="Picture Placeholder 38">
            <a:extLst>
              <a:ext uri="{FF2B5EF4-FFF2-40B4-BE49-F238E27FC236}">
                <a16:creationId xmlns:a16="http://schemas.microsoft.com/office/drawing/2014/main" id="{D861D560-2FDF-7A6C-50CC-C00D35665091}"/>
              </a:ext>
            </a:extLst>
          </p:cNvPr>
          <p:cNvSpPr>
            <a:spLocks noGrp="1" noChangeAspect="1"/>
          </p:cNvSpPr>
          <p:nvPr>
            <p:ph type="pic" sz="quarter" idx="26"/>
          </p:nvPr>
        </p:nvSpPr>
        <p:spPr>
          <a:xfrm>
            <a:off x="5194300" y="5267325"/>
            <a:ext cx="3363913" cy="2505075"/>
          </a:xfrm>
        </p:spPr>
        <p:txBody>
          <a:bodyPr/>
          <a:lstStyle/>
          <a:p>
            <a:r>
              <a:rPr lang="en-US"/>
              <a:t>Click icon to add picture</a:t>
            </a:r>
          </a:p>
        </p:txBody>
      </p:sp>
      <p:sp>
        <p:nvSpPr>
          <p:cNvPr id="41" name="Text Placeholder 40">
            <a:extLst>
              <a:ext uri="{FF2B5EF4-FFF2-40B4-BE49-F238E27FC236}">
                <a16:creationId xmlns:a16="http://schemas.microsoft.com/office/drawing/2014/main" id="{4C0A20BC-42EF-0784-9AE4-521AE22F8D9D}"/>
              </a:ext>
            </a:extLst>
          </p:cNvPr>
          <p:cNvSpPr>
            <a:spLocks noGrp="1"/>
          </p:cNvSpPr>
          <p:nvPr>
            <p:ph type="body" sz="quarter" idx="27" hasCustomPrompt="1"/>
          </p:nvPr>
        </p:nvSpPr>
        <p:spPr>
          <a:xfrm>
            <a:off x="5194299" y="7974013"/>
            <a:ext cx="3364992" cy="886968"/>
          </a:xfrm>
        </p:spPr>
        <p:txBody>
          <a:bodyPr>
            <a:noAutofit/>
          </a:bodyPr>
          <a:lstStyle>
            <a:lvl1pPr marL="0" indent="0" algn="ctr">
              <a:lnSpc>
                <a:spcPct val="100000"/>
              </a:lnSpc>
              <a:spcBef>
                <a:spcPts val="1000"/>
              </a:spcBef>
              <a:buNone/>
              <a:defRPr sz="2400" b="1">
                <a:solidFill>
                  <a:srgbClr val="00437B"/>
                </a:solidFill>
              </a:defRPr>
            </a:lvl1pPr>
          </a:lstStyle>
          <a:p>
            <a:pPr lvl="0"/>
            <a:r>
              <a:rPr lang="en-US" dirty="0"/>
              <a:t>Name of speaker goes here</a:t>
            </a:r>
          </a:p>
        </p:txBody>
      </p:sp>
      <p:sp>
        <p:nvSpPr>
          <p:cNvPr id="43" name="Text Placeholder 42">
            <a:extLst>
              <a:ext uri="{FF2B5EF4-FFF2-40B4-BE49-F238E27FC236}">
                <a16:creationId xmlns:a16="http://schemas.microsoft.com/office/drawing/2014/main" id="{E7858C08-E647-E9C1-A979-4B4B68B4351F}"/>
              </a:ext>
            </a:extLst>
          </p:cNvPr>
          <p:cNvSpPr>
            <a:spLocks noGrp="1"/>
          </p:cNvSpPr>
          <p:nvPr>
            <p:ph type="body" sz="quarter" idx="28" hasCustomPrompt="1"/>
          </p:nvPr>
        </p:nvSpPr>
        <p:spPr>
          <a:xfrm>
            <a:off x="5194300" y="8951913"/>
            <a:ext cx="3363913" cy="530225"/>
          </a:xfrm>
        </p:spPr>
        <p:txBody>
          <a:bodyPr>
            <a:noAutofit/>
          </a:bodyPr>
          <a:lstStyle>
            <a:lvl1pPr marL="0" indent="0" algn="ctr">
              <a:lnSpc>
                <a:spcPct val="150000"/>
              </a:lnSpc>
              <a:spcBef>
                <a:spcPts val="1000"/>
              </a:spcBef>
              <a:buFontTx/>
              <a:buNone/>
              <a:defRPr sz="1800">
                <a:solidFill>
                  <a:schemeClr val="tx2"/>
                </a:solidFill>
              </a:defRPr>
            </a:lvl1pPr>
          </a:lstStyle>
          <a:p>
            <a:r>
              <a:rPr lang="en-US" dirty="0"/>
              <a:t>Title, Department</a:t>
            </a:r>
          </a:p>
        </p:txBody>
      </p:sp>
      <p:sp>
        <p:nvSpPr>
          <p:cNvPr id="45" name="Picture Placeholder 44">
            <a:extLst>
              <a:ext uri="{FF2B5EF4-FFF2-40B4-BE49-F238E27FC236}">
                <a16:creationId xmlns:a16="http://schemas.microsoft.com/office/drawing/2014/main" id="{18A2CEA0-5A0B-D460-356C-80DC02FDE83C}"/>
              </a:ext>
            </a:extLst>
          </p:cNvPr>
          <p:cNvSpPr>
            <a:spLocks noGrp="1" noChangeAspect="1"/>
          </p:cNvSpPr>
          <p:nvPr>
            <p:ph type="pic" sz="quarter" idx="29"/>
          </p:nvPr>
        </p:nvSpPr>
        <p:spPr>
          <a:xfrm>
            <a:off x="9472613" y="5267325"/>
            <a:ext cx="3365500" cy="2505075"/>
          </a:xfrm>
        </p:spPr>
        <p:txBody>
          <a:bodyPr/>
          <a:lstStyle/>
          <a:p>
            <a:r>
              <a:rPr lang="en-US"/>
              <a:t>Click icon to add picture</a:t>
            </a:r>
          </a:p>
        </p:txBody>
      </p:sp>
      <p:sp>
        <p:nvSpPr>
          <p:cNvPr id="47" name="Text Placeholder 46">
            <a:extLst>
              <a:ext uri="{FF2B5EF4-FFF2-40B4-BE49-F238E27FC236}">
                <a16:creationId xmlns:a16="http://schemas.microsoft.com/office/drawing/2014/main" id="{42C4BCE1-D8E8-60DB-174E-20E438F87E2E}"/>
              </a:ext>
            </a:extLst>
          </p:cNvPr>
          <p:cNvSpPr>
            <a:spLocks noGrp="1"/>
          </p:cNvSpPr>
          <p:nvPr>
            <p:ph type="body" sz="quarter" idx="30" hasCustomPrompt="1"/>
          </p:nvPr>
        </p:nvSpPr>
        <p:spPr>
          <a:xfrm>
            <a:off x="9472613" y="7974013"/>
            <a:ext cx="3365500" cy="887412"/>
          </a:xfrm>
        </p:spPr>
        <p:txBody>
          <a:bodyPr>
            <a:normAutofit/>
          </a:bodyPr>
          <a:lstStyle>
            <a:lvl1pPr marL="0" indent="0" algn="ctr">
              <a:lnSpc>
                <a:spcPct val="100000"/>
              </a:lnSpc>
              <a:spcBef>
                <a:spcPts val="1000"/>
              </a:spcBef>
              <a:buNone/>
              <a:defRPr sz="2400" b="1">
                <a:solidFill>
                  <a:srgbClr val="00437B"/>
                </a:solidFill>
              </a:defRPr>
            </a:lvl1pPr>
          </a:lstStyle>
          <a:p>
            <a:pPr lvl="0"/>
            <a:r>
              <a:rPr lang="en-US" dirty="0"/>
              <a:t>Name of speaker goes here</a:t>
            </a:r>
          </a:p>
        </p:txBody>
      </p:sp>
      <p:sp>
        <p:nvSpPr>
          <p:cNvPr id="49" name="Text Placeholder 48">
            <a:extLst>
              <a:ext uri="{FF2B5EF4-FFF2-40B4-BE49-F238E27FC236}">
                <a16:creationId xmlns:a16="http://schemas.microsoft.com/office/drawing/2014/main" id="{F8D5EFBD-7CC6-727B-8CB0-198B75E6ECA2}"/>
              </a:ext>
            </a:extLst>
          </p:cNvPr>
          <p:cNvSpPr>
            <a:spLocks noGrp="1"/>
          </p:cNvSpPr>
          <p:nvPr>
            <p:ph type="body" sz="quarter" idx="31" hasCustomPrompt="1"/>
          </p:nvPr>
        </p:nvSpPr>
        <p:spPr>
          <a:xfrm>
            <a:off x="9472613" y="8951913"/>
            <a:ext cx="3365500" cy="530225"/>
          </a:xfrm>
        </p:spPr>
        <p:txBody>
          <a:bodyPr>
            <a:noAutofit/>
          </a:bodyPr>
          <a:lstStyle>
            <a:lvl1pPr marL="0" indent="0" algn="ctr">
              <a:lnSpc>
                <a:spcPct val="150000"/>
              </a:lnSpc>
              <a:spcBef>
                <a:spcPts val="1000"/>
              </a:spcBef>
              <a:buNone/>
              <a:defRPr sz="1800">
                <a:solidFill>
                  <a:schemeClr val="tx2"/>
                </a:solidFill>
              </a:defRPr>
            </a:lvl1pPr>
          </a:lstStyle>
          <a:p>
            <a:r>
              <a:rPr lang="en-US" dirty="0"/>
              <a:t>Title, Department</a:t>
            </a:r>
          </a:p>
        </p:txBody>
      </p:sp>
      <p:sp>
        <p:nvSpPr>
          <p:cNvPr id="51" name="Picture Placeholder 50">
            <a:extLst>
              <a:ext uri="{FF2B5EF4-FFF2-40B4-BE49-F238E27FC236}">
                <a16:creationId xmlns:a16="http://schemas.microsoft.com/office/drawing/2014/main" id="{12DF8F99-2F3F-B969-9D7D-5BC9D465BA17}"/>
              </a:ext>
            </a:extLst>
          </p:cNvPr>
          <p:cNvSpPr>
            <a:spLocks noGrp="1" noChangeAspect="1"/>
          </p:cNvSpPr>
          <p:nvPr>
            <p:ph type="pic" sz="quarter" idx="32"/>
          </p:nvPr>
        </p:nvSpPr>
        <p:spPr>
          <a:xfrm>
            <a:off x="13752513" y="5267325"/>
            <a:ext cx="3365500" cy="2505075"/>
          </a:xfrm>
        </p:spPr>
        <p:txBody>
          <a:bodyPr/>
          <a:lstStyle/>
          <a:p>
            <a:r>
              <a:rPr lang="en-US"/>
              <a:t>Click icon to add picture</a:t>
            </a:r>
          </a:p>
        </p:txBody>
      </p:sp>
      <p:sp>
        <p:nvSpPr>
          <p:cNvPr id="53" name="Text Placeholder 52">
            <a:extLst>
              <a:ext uri="{FF2B5EF4-FFF2-40B4-BE49-F238E27FC236}">
                <a16:creationId xmlns:a16="http://schemas.microsoft.com/office/drawing/2014/main" id="{243C4CA8-24A6-561C-5F5A-53CA95970B21}"/>
              </a:ext>
            </a:extLst>
          </p:cNvPr>
          <p:cNvSpPr>
            <a:spLocks noGrp="1"/>
          </p:cNvSpPr>
          <p:nvPr>
            <p:ph type="body" sz="quarter" idx="33" hasCustomPrompt="1"/>
          </p:nvPr>
        </p:nvSpPr>
        <p:spPr>
          <a:xfrm>
            <a:off x="13752513" y="7974013"/>
            <a:ext cx="3365500" cy="887412"/>
          </a:xfrm>
        </p:spPr>
        <p:txBody>
          <a:bodyPr>
            <a:normAutofit/>
          </a:bodyPr>
          <a:lstStyle>
            <a:lvl1pPr marL="0" indent="0" algn="ctr">
              <a:lnSpc>
                <a:spcPct val="100000"/>
              </a:lnSpc>
              <a:spcBef>
                <a:spcPts val="1000"/>
              </a:spcBef>
              <a:buNone/>
              <a:defRPr sz="2400" b="1">
                <a:solidFill>
                  <a:srgbClr val="00437B"/>
                </a:solidFill>
              </a:defRPr>
            </a:lvl1pPr>
          </a:lstStyle>
          <a:p>
            <a:pPr lvl="0"/>
            <a:r>
              <a:rPr lang="en-US" dirty="0"/>
              <a:t>Name of speaker goes here</a:t>
            </a:r>
          </a:p>
        </p:txBody>
      </p:sp>
      <p:sp>
        <p:nvSpPr>
          <p:cNvPr id="55" name="Text Placeholder 54">
            <a:extLst>
              <a:ext uri="{FF2B5EF4-FFF2-40B4-BE49-F238E27FC236}">
                <a16:creationId xmlns:a16="http://schemas.microsoft.com/office/drawing/2014/main" id="{D9CE8C47-4C2A-CFEC-C8D5-4DA71E73E058}"/>
              </a:ext>
            </a:extLst>
          </p:cNvPr>
          <p:cNvSpPr>
            <a:spLocks noGrp="1"/>
          </p:cNvSpPr>
          <p:nvPr>
            <p:ph type="body" sz="quarter" idx="34" hasCustomPrompt="1"/>
          </p:nvPr>
        </p:nvSpPr>
        <p:spPr>
          <a:xfrm>
            <a:off x="13752513" y="8951913"/>
            <a:ext cx="3365500" cy="530225"/>
          </a:xfrm>
        </p:spPr>
        <p:txBody>
          <a:bodyPr>
            <a:noAutofit/>
          </a:bodyPr>
          <a:lstStyle>
            <a:lvl1pPr marL="0" indent="0" algn="ctr">
              <a:lnSpc>
                <a:spcPct val="150000"/>
              </a:lnSpc>
              <a:spcBef>
                <a:spcPts val="1000"/>
              </a:spcBef>
              <a:buNone/>
              <a:defRPr sz="1800">
                <a:solidFill>
                  <a:schemeClr val="tx2"/>
                </a:solidFill>
              </a:defRPr>
            </a:lvl1pPr>
          </a:lstStyle>
          <a:p>
            <a:r>
              <a:rPr lang="en-US" dirty="0"/>
              <a:t>Title, Department</a:t>
            </a:r>
          </a:p>
        </p:txBody>
      </p:sp>
    </p:spTree>
    <p:extLst>
      <p:ext uri="{BB962C8B-B14F-4D97-AF65-F5344CB8AC3E}">
        <p14:creationId xmlns:p14="http://schemas.microsoft.com/office/powerpoint/2010/main" val="110124809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4_5_Copy &amp; Photograph Opt 5">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E087472-6310-B95B-FDAA-5B4245ED64AB}"/>
              </a:ext>
            </a:extLst>
          </p:cNvPr>
          <p:cNvSpPr>
            <a:spLocks noGrp="1"/>
          </p:cNvSpPr>
          <p:nvPr>
            <p:ph type="sldNum" sz="quarter" idx="10"/>
          </p:nvPr>
        </p:nvSpPr>
        <p:spPr/>
        <p:txBody>
          <a:bodyPr/>
          <a:lstStyle/>
          <a:p>
            <a:fld id="{8CC5BBF2-D04D-C048-9F75-C3CD7CC10D78}" type="slidenum">
              <a:rPr lang="en-US" smtClean="0"/>
              <a:pPr/>
              <a:t>‹#›</a:t>
            </a:fld>
            <a:endParaRPr lang="en-US" dirty="0"/>
          </a:p>
        </p:txBody>
      </p:sp>
      <p:sp>
        <p:nvSpPr>
          <p:cNvPr id="5" name="Picture Placeholder 4">
            <a:extLst>
              <a:ext uri="{FF2B5EF4-FFF2-40B4-BE49-F238E27FC236}">
                <a16:creationId xmlns:a16="http://schemas.microsoft.com/office/drawing/2014/main" id="{27200E31-1664-F949-8842-5C811FC95FBD}"/>
              </a:ext>
            </a:extLst>
          </p:cNvPr>
          <p:cNvSpPr>
            <a:spLocks noGrp="1" noChangeAspect="1"/>
          </p:cNvSpPr>
          <p:nvPr>
            <p:ph type="pic" sz="quarter" idx="11"/>
          </p:nvPr>
        </p:nvSpPr>
        <p:spPr>
          <a:xfrm>
            <a:off x="3886200" y="914400"/>
            <a:ext cx="10515600" cy="7086600"/>
          </a:xfrm>
        </p:spPr>
        <p:txBody>
          <a:bodyPr/>
          <a:lstStyle/>
          <a:p>
            <a:r>
              <a:rPr lang="en-US"/>
              <a:t>Click icon to add picture</a:t>
            </a:r>
          </a:p>
        </p:txBody>
      </p:sp>
      <p:sp>
        <p:nvSpPr>
          <p:cNvPr id="7" name="Text Placeholder 6">
            <a:extLst>
              <a:ext uri="{FF2B5EF4-FFF2-40B4-BE49-F238E27FC236}">
                <a16:creationId xmlns:a16="http://schemas.microsoft.com/office/drawing/2014/main" id="{24B69C6E-78F9-279C-873C-243CB579E57E}"/>
              </a:ext>
            </a:extLst>
          </p:cNvPr>
          <p:cNvSpPr>
            <a:spLocks noGrp="1"/>
          </p:cNvSpPr>
          <p:nvPr>
            <p:ph type="body" sz="quarter" idx="12" hasCustomPrompt="1"/>
          </p:nvPr>
        </p:nvSpPr>
        <p:spPr>
          <a:xfrm>
            <a:off x="3913188" y="8229600"/>
            <a:ext cx="10590212" cy="1028700"/>
          </a:xfrm>
        </p:spPr>
        <p:txBody>
          <a:bodyPr>
            <a:noAutofit/>
          </a:bodyPr>
          <a:lstStyle>
            <a:lvl1pPr marL="0" indent="0">
              <a:lnSpc>
                <a:spcPct val="100000"/>
              </a:lnSpc>
              <a:spcBef>
                <a:spcPts val="1000"/>
              </a:spcBef>
              <a:buFontTx/>
              <a:buNone/>
              <a:defRPr sz="1800">
                <a:solidFill>
                  <a:schemeClr val="tx2"/>
                </a:solidFill>
                <a:latin typeface="Arial" panose="020B0604020202020204" pitchFamily="34" charset="0"/>
                <a:cs typeface="Arial" panose="020B0604020202020204" pitchFamily="34" charset="0"/>
              </a:defRPr>
            </a:lvl1pPr>
            <a:lvl2pPr marL="685800" indent="0">
              <a:buFontTx/>
              <a:buNone/>
              <a:defRPr sz="2400"/>
            </a:lvl2pPr>
            <a:lvl3pPr marL="1371600" indent="0">
              <a:buFontTx/>
              <a:buNone/>
              <a:defRPr sz="2000"/>
            </a:lvl3pPr>
            <a:lvl4pPr marL="2057400" indent="0">
              <a:buFontTx/>
              <a:buNone/>
              <a:defRPr sz="1800"/>
            </a:lvl4pPr>
            <a:lvl5pPr marL="2743200" indent="0">
              <a:buFontTx/>
              <a:buNone/>
              <a:defRPr sz="1800"/>
            </a:lvl5pPr>
          </a:lstStyle>
          <a:p>
            <a:r>
              <a:rPr lang="en-US" dirty="0">
                <a:latin typeface="Arial"/>
                <a:cs typeface="Arial"/>
              </a:rPr>
              <a:t>Front row: Name, Name, etc.</a:t>
            </a:r>
          </a:p>
          <a:p>
            <a:r>
              <a:rPr lang="en-US" dirty="0"/>
              <a:t>Back row: Name, Name, etc.</a:t>
            </a:r>
          </a:p>
        </p:txBody>
      </p:sp>
    </p:spTree>
    <p:extLst>
      <p:ext uri="{BB962C8B-B14F-4D97-AF65-F5344CB8AC3E}">
        <p14:creationId xmlns:p14="http://schemas.microsoft.com/office/powerpoint/2010/main" val="185928390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5_1_Copy Only One Bloc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0AD706-968C-ABA7-D744-4747F64FADA8}"/>
              </a:ext>
            </a:extLst>
          </p:cNvPr>
          <p:cNvSpPr>
            <a:spLocks noGrp="1"/>
          </p:cNvSpPr>
          <p:nvPr>
            <p:ph type="title"/>
          </p:nvPr>
        </p:nvSpPr>
        <p:spPr/>
        <p:txBody>
          <a:bodyPr/>
          <a:lstStyle/>
          <a:p>
            <a:r>
              <a:rPr lang="en-US" dirty="0"/>
              <a:t>Click to edit Master title style</a:t>
            </a:r>
          </a:p>
        </p:txBody>
      </p:sp>
      <p:sp>
        <p:nvSpPr>
          <p:cNvPr id="3" name="Slide Number Placeholder 2">
            <a:extLst>
              <a:ext uri="{FF2B5EF4-FFF2-40B4-BE49-F238E27FC236}">
                <a16:creationId xmlns:a16="http://schemas.microsoft.com/office/drawing/2014/main" id="{B68B38EC-7F6A-335D-B219-38AC71952CD8}"/>
              </a:ext>
            </a:extLst>
          </p:cNvPr>
          <p:cNvSpPr>
            <a:spLocks noGrp="1"/>
          </p:cNvSpPr>
          <p:nvPr>
            <p:ph type="sldNum" sz="quarter" idx="10"/>
          </p:nvPr>
        </p:nvSpPr>
        <p:spPr/>
        <p:txBody>
          <a:bodyPr/>
          <a:lstStyle/>
          <a:p>
            <a:fld id="{8CC5BBF2-D04D-C048-9F75-C3CD7CC10D78}" type="slidenum">
              <a:rPr lang="en-US" smtClean="0"/>
              <a:pPr/>
              <a:t>‹#›</a:t>
            </a:fld>
            <a:endParaRPr lang="en-US" dirty="0"/>
          </a:p>
        </p:txBody>
      </p:sp>
      <p:sp>
        <p:nvSpPr>
          <p:cNvPr id="5" name="Text Placeholder 4">
            <a:extLst>
              <a:ext uri="{FF2B5EF4-FFF2-40B4-BE49-F238E27FC236}">
                <a16:creationId xmlns:a16="http://schemas.microsoft.com/office/drawing/2014/main" id="{BD7B2799-5F2D-1DE4-8AF0-12A9BB4DB7BB}"/>
              </a:ext>
            </a:extLst>
          </p:cNvPr>
          <p:cNvSpPr>
            <a:spLocks noGrp="1"/>
          </p:cNvSpPr>
          <p:nvPr>
            <p:ph type="body" sz="quarter" idx="11" hasCustomPrompt="1"/>
          </p:nvPr>
        </p:nvSpPr>
        <p:spPr>
          <a:xfrm>
            <a:off x="731838" y="2400300"/>
            <a:ext cx="16813212" cy="6858000"/>
          </a:xfrm>
        </p:spPr>
        <p:txBody>
          <a:bodyPr>
            <a:noAutofit/>
          </a:bodyPr>
          <a:lstStyle>
            <a:lvl1pPr marL="342900" indent="-342900">
              <a:lnSpc>
                <a:spcPct val="150000"/>
              </a:lnSpc>
              <a:spcBef>
                <a:spcPts val="1000"/>
              </a:spcBef>
              <a:buFont typeface="Arial" panose="020B0604020202020204" pitchFamily="34" charset="0"/>
              <a:buChar char="•"/>
              <a:defRPr sz="1800">
                <a:solidFill>
                  <a:schemeClr val="tx2"/>
                </a:solidFill>
              </a:defRPr>
            </a:lvl1pPr>
          </a:lstStyle>
          <a:p>
            <a:pPr lvl="0"/>
            <a:r>
              <a:rPr lang="en-US" dirty="0"/>
              <a:t>Basic copy goes here</a:t>
            </a:r>
          </a:p>
          <a:p>
            <a:pPr lvl="0"/>
            <a:r>
              <a:rPr lang="en-US" dirty="0"/>
              <a:t>Basic copy goes here</a:t>
            </a:r>
          </a:p>
          <a:p>
            <a:pPr lvl="0"/>
            <a:r>
              <a:rPr lang="en-US" dirty="0"/>
              <a:t>Basic copy goes here</a:t>
            </a:r>
          </a:p>
          <a:p>
            <a:pPr lvl="0"/>
            <a:r>
              <a:rPr lang="en-US" dirty="0"/>
              <a:t>Basic copy goes here</a:t>
            </a:r>
          </a:p>
          <a:p>
            <a:pPr lvl="0"/>
            <a:r>
              <a:rPr lang="en-US" dirty="0"/>
              <a:t>Basic copy goes here</a:t>
            </a:r>
          </a:p>
        </p:txBody>
      </p:sp>
      <p:cxnSp>
        <p:nvCxnSpPr>
          <p:cNvPr id="4" name="Straight Connector 3">
            <a:extLst>
              <a:ext uri="{FF2B5EF4-FFF2-40B4-BE49-F238E27FC236}">
                <a16:creationId xmlns:a16="http://schemas.microsoft.com/office/drawing/2014/main" id="{7546B9D7-3865-ABA1-F911-A3BB0E8AAC75}"/>
              </a:ext>
            </a:extLst>
          </p:cNvPr>
          <p:cNvCxnSpPr/>
          <p:nvPr userDrawn="1"/>
        </p:nvCxnSpPr>
        <p:spPr>
          <a:xfrm>
            <a:off x="793683" y="2132002"/>
            <a:ext cx="807260" cy="0"/>
          </a:xfrm>
          <a:prstGeom prst="line">
            <a:avLst/>
          </a:prstGeom>
          <a:ln w="47625">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6474939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5_2_Copy Only Three Block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73F688-AEA5-2CC8-B9FB-F3FE1195A484}"/>
              </a:ext>
            </a:extLst>
          </p:cNvPr>
          <p:cNvSpPr>
            <a:spLocks noGrp="1"/>
          </p:cNvSpPr>
          <p:nvPr>
            <p:ph type="title"/>
          </p:nvPr>
        </p:nvSpPr>
        <p:spPr/>
        <p:txBody>
          <a:bodyPr/>
          <a:lstStyle/>
          <a:p>
            <a:r>
              <a:rPr lang="en-US" dirty="0"/>
              <a:t>Click to edit Master title style</a:t>
            </a:r>
          </a:p>
        </p:txBody>
      </p:sp>
      <p:sp>
        <p:nvSpPr>
          <p:cNvPr id="3" name="Slide Number Placeholder 2">
            <a:extLst>
              <a:ext uri="{FF2B5EF4-FFF2-40B4-BE49-F238E27FC236}">
                <a16:creationId xmlns:a16="http://schemas.microsoft.com/office/drawing/2014/main" id="{F43B6248-58A3-6196-BBDF-DEA48DC62A48}"/>
              </a:ext>
            </a:extLst>
          </p:cNvPr>
          <p:cNvSpPr>
            <a:spLocks noGrp="1"/>
          </p:cNvSpPr>
          <p:nvPr>
            <p:ph type="sldNum" sz="quarter" idx="10"/>
          </p:nvPr>
        </p:nvSpPr>
        <p:spPr/>
        <p:txBody>
          <a:bodyPr/>
          <a:lstStyle/>
          <a:p>
            <a:fld id="{8CC5BBF2-D04D-C048-9F75-C3CD7CC10D78}" type="slidenum">
              <a:rPr lang="en-US" smtClean="0"/>
              <a:pPr/>
              <a:t>‹#›</a:t>
            </a:fld>
            <a:endParaRPr lang="en-US" dirty="0"/>
          </a:p>
        </p:txBody>
      </p:sp>
      <p:sp>
        <p:nvSpPr>
          <p:cNvPr id="5" name="Text Placeholder 4">
            <a:extLst>
              <a:ext uri="{FF2B5EF4-FFF2-40B4-BE49-F238E27FC236}">
                <a16:creationId xmlns:a16="http://schemas.microsoft.com/office/drawing/2014/main" id="{BA84A484-9CD5-92CF-3900-BA7D45A19887}"/>
              </a:ext>
            </a:extLst>
          </p:cNvPr>
          <p:cNvSpPr>
            <a:spLocks noGrp="1"/>
          </p:cNvSpPr>
          <p:nvPr>
            <p:ph type="body" sz="quarter" idx="11" hasCustomPrompt="1"/>
          </p:nvPr>
        </p:nvSpPr>
        <p:spPr>
          <a:xfrm>
            <a:off x="685800" y="2400300"/>
            <a:ext cx="5111496" cy="630936"/>
          </a:xfrm>
        </p:spPr>
        <p:txBody>
          <a:bodyPr anchor="b">
            <a:noAutofit/>
          </a:bodyPr>
          <a:lstStyle>
            <a:lvl1pPr marL="0" indent="0">
              <a:buNone/>
              <a:defRPr sz="1800" b="1" cap="all" baseline="0">
                <a:solidFill>
                  <a:srgbClr val="712D91"/>
                </a:solidFill>
              </a:defRPr>
            </a:lvl1pPr>
            <a:lvl2pPr marL="685800" indent="0">
              <a:buNone/>
              <a:defRPr sz="2400"/>
            </a:lvl2pPr>
            <a:lvl3pPr marL="1371600" indent="0">
              <a:buNone/>
              <a:defRPr sz="2400"/>
            </a:lvl3pPr>
            <a:lvl4pPr marL="2057400" indent="0">
              <a:buNone/>
              <a:defRPr sz="2400"/>
            </a:lvl4pPr>
            <a:lvl5pPr marL="2743200" indent="0">
              <a:buNone/>
              <a:defRPr sz="2400"/>
            </a:lvl5pPr>
          </a:lstStyle>
          <a:p>
            <a:pPr lvl="0"/>
            <a:r>
              <a:rPr lang="en-US" dirty="0"/>
              <a:t>Lorem ipsum dolor</a:t>
            </a:r>
          </a:p>
        </p:txBody>
      </p:sp>
      <p:sp>
        <p:nvSpPr>
          <p:cNvPr id="8" name="Text Placeholder 7">
            <a:extLst>
              <a:ext uri="{FF2B5EF4-FFF2-40B4-BE49-F238E27FC236}">
                <a16:creationId xmlns:a16="http://schemas.microsoft.com/office/drawing/2014/main" id="{F50062C0-AE2F-38F5-A835-282B57928FE9}"/>
              </a:ext>
            </a:extLst>
          </p:cNvPr>
          <p:cNvSpPr>
            <a:spLocks noGrp="1"/>
          </p:cNvSpPr>
          <p:nvPr>
            <p:ph type="body" sz="quarter" idx="12"/>
          </p:nvPr>
        </p:nvSpPr>
        <p:spPr>
          <a:xfrm>
            <a:off x="685800" y="3383280"/>
            <a:ext cx="5111496" cy="5816600"/>
          </a:xfrm>
        </p:spPr>
        <p:txBody>
          <a:bodyPr>
            <a:noAutofit/>
          </a:bodyPr>
          <a:lstStyle>
            <a:lvl1pPr>
              <a:lnSpc>
                <a:spcPct val="150000"/>
              </a:lnSpc>
              <a:spcBef>
                <a:spcPts val="1000"/>
              </a:spcBef>
              <a:defRPr sz="1800">
                <a:solidFill>
                  <a:schemeClr val="tx2"/>
                </a:solidFill>
              </a:defRPr>
            </a:lvl1pPr>
          </a:lstStyle>
          <a:p>
            <a:pPr lvl="0"/>
            <a:r>
              <a:rPr lang="en-US" dirty="0"/>
              <a:t>Click to edit Master text styles</a:t>
            </a:r>
          </a:p>
        </p:txBody>
      </p:sp>
      <p:sp>
        <p:nvSpPr>
          <p:cNvPr id="10" name="Text Placeholder 9">
            <a:extLst>
              <a:ext uri="{FF2B5EF4-FFF2-40B4-BE49-F238E27FC236}">
                <a16:creationId xmlns:a16="http://schemas.microsoft.com/office/drawing/2014/main" id="{E38603A7-D105-B13B-8B48-88EC04051E5E}"/>
              </a:ext>
            </a:extLst>
          </p:cNvPr>
          <p:cNvSpPr>
            <a:spLocks noGrp="1"/>
          </p:cNvSpPr>
          <p:nvPr>
            <p:ph type="body" sz="quarter" idx="13" hasCustomPrompt="1"/>
          </p:nvPr>
        </p:nvSpPr>
        <p:spPr>
          <a:xfrm>
            <a:off x="6587491" y="2400300"/>
            <a:ext cx="5111496" cy="630238"/>
          </a:xfrm>
        </p:spPr>
        <p:txBody>
          <a:bodyPr anchor="b">
            <a:noAutofit/>
          </a:bodyPr>
          <a:lstStyle>
            <a:lvl1pPr marL="0" indent="0">
              <a:buNone/>
              <a:defRPr sz="1800" b="1" cap="all" baseline="0">
                <a:solidFill>
                  <a:srgbClr val="712D91"/>
                </a:solidFill>
              </a:defRPr>
            </a:lvl1pPr>
          </a:lstStyle>
          <a:p>
            <a:pPr lvl="0"/>
            <a:r>
              <a:rPr lang="en-US" dirty="0"/>
              <a:t>Lorem ipsum dolor</a:t>
            </a:r>
          </a:p>
        </p:txBody>
      </p:sp>
      <p:sp>
        <p:nvSpPr>
          <p:cNvPr id="12" name="Text Placeholder 11">
            <a:extLst>
              <a:ext uri="{FF2B5EF4-FFF2-40B4-BE49-F238E27FC236}">
                <a16:creationId xmlns:a16="http://schemas.microsoft.com/office/drawing/2014/main" id="{EE209EB9-B9EE-3BB5-C7DE-178D541AEEF4}"/>
              </a:ext>
            </a:extLst>
          </p:cNvPr>
          <p:cNvSpPr>
            <a:spLocks noGrp="1"/>
          </p:cNvSpPr>
          <p:nvPr>
            <p:ph type="body" sz="quarter" idx="14"/>
          </p:nvPr>
        </p:nvSpPr>
        <p:spPr>
          <a:xfrm>
            <a:off x="6588252" y="3382963"/>
            <a:ext cx="5111496" cy="5875337"/>
          </a:xfrm>
        </p:spPr>
        <p:txBody>
          <a:bodyPr>
            <a:noAutofit/>
          </a:bodyPr>
          <a:lstStyle>
            <a:lvl1pPr>
              <a:lnSpc>
                <a:spcPct val="150000"/>
              </a:lnSpc>
              <a:spcBef>
                <a:spcPts val="1000"/>
              </a:spcBef>
              <a:defRPr sz="1800">
                <a:solidFill>
                  <a:schemeClr val="tx2"/>
                </a:solidFill>
              </a:defRPr>
            </a:lvl1pPr>
          </a:lstStyle>
          <a:p>
            <a:pPr lvl="0"/>
            <a:r>
              <a:rPr lang="en-US" dirty="0"/>
              <a:t>Click to edit Master text styles</a:t>
            </a:r>
          </a:p>
        </p:txBody>
      </p:sp>
      <p:sp>
        <p:nvSpPr>
          <p:cNvPr id="14" name="Text Placeholder 13">
            <a:extLst>
              <a:ext uri="{FF2B5EF4-FFF2-40B4-BE49-F238E27FC236}">
                <a16:creationId xmlns:a16="http://schemas.microsoft.com/office/drawing/2014/main" id="{7B44F1BA-B92D-2097-B217-F9327E77A548}"/>
              </a:ext>
            </a:extLst>
          </p:cNvPr>
          <p:cNvSpPr>
            <a:spLocks noGrp="1"/>
          </p:cNvSpPr>
          <p:nvPr>
            <p:ph type="body" sz="quarter" idx="15" hasCustomPrompt="1"/>
          </p:nvPr>
        </p:nvSpPr>
        <p:spPr>
          <a:xfrm>
            <a:off x="12433039" y="2400300"/>
            <a:ext cx="5111496" cy="630238"/>
          </a:xfrm>
        </p:spPr>
        <p:txBody>
          <a:bodyPr anchor="b">
            <a:noAutofit/>
          </a:bodyPr>
          <a:lstStyle>
            <a:lvl1pPr marL="0" indent="0">
              <a:buNone/>
              <a:defRPr sz="1800" b="1" cap="all" baseline="0">
                <a:solidFill>
                  <a:srgbClr val="712D91"/>
                </a:solidFill>
              </a:defRPr>
            </a:lvl1pPr>
          </a:lstStyle>
          <a:p>
            <a:pPr lvl="0"/>
            <a:r>
              <a:rPr lang="en-US" dirty="0"/>
              <a:t>Lorem ipsum dolor</a:t>
            </a:r>
          </a:p>
        </p:txBody>
      </p:sp>
      <p:sp>
        <p:nvSpPr>
          <p:cNvPr id="7" name="Text Placeholder 6">
            <a:extLst>
              <a:ext uri="{FF2B5EF4-FFF2-40B4-BE49-F238E27FC236}">
                <a16:creationId xmlns:a16="http://schemas.microsoft.com/office/drawing/2014/main" id="{C4170E95-D7B4-0EDA-2D1C-5C9FF2333B3A}"/>
              </a:ext>
            </a:extLst>
          </p:cNvPr>
          <p:cNvSpPr>
            <a:spLocks noGrp="1"/>
          </p:cNvSpPr>
          <p:nvPr>
            <p:ph type="body" sz="quarter" idx="16"/>
          </p:nvPr>
        </p:nvSpPr>
        <p:spPr>
          <a:xfrm>
            <a:off x="12432595" y="3382963"/>
            <a:ext cx="5111750" cy="5875337"/>
          </a:xfrm>
        </p:spPr>
        <p:txBody>
          <a:bodyPr vert="horz" lIns="91440" tIns="45720" rIns="91440" bIns="45720" rtlCol="0">
            <a:noAutofit/>
          </a:bodyPr>
          <a:lstStyle>
            <a:lvl1pPr algn="l">
              <a:lnSpc>
                <a:spcPct val="150000"/>
              </a:lnSpc>
              <a:defRPr lang="en-US" sz="1800" dirty="0">
                <a:solidFill>
                  <a:schemeClr val="tx2"/>
                </a:solidFill>
              </a:defRPr>
            </a:lvl1pPr>
          </a:lstStyle>
          <a:p>
            <a:pPr lvl="0">
              <a:lnSpc>
                <a:spcPct val="150000"/>
              </a:lnSpc>
              <a:spcBef>
                <a:spcPts val="1000"/>
              </a:spcBef>
            </a:pPr>
            <a:r>
              <a:rPr lang="en-US" dirty="0"/>
              <a:t>Click to edit Master text styles</a:t>
            </a:r>
          </a:p>
        </p:txBody>
      </p:sp>
      <p:cxnSp>
        <p:nvCxnSpPr>
          <p:cNvPr id="9" name="Straight Connector 8">
            <a:extLst>
              <a:ext uri="{FF2B5EF4-FFF2-40B4-BE49-F238E27FC236}">
                <a16:creationId xmlns:a16="http://schemas.microsoft.com/office/drawing/2014/main" id="{F6DE340A-7F36-8917-6CFE-FE8A33BD2945}"/>
              </a:ext>
            </a:extLst>
          </p:cNvPr>
          <p:cNvCxnSpPr/>
          <p:nvPr userDrawn="1"/>
        </p:nvCxnSpPr>
        <p:spPr>
          <a:xfrm>
            <a:off x="793683" y="2119302"/>
            <a:ext cx="807260" cy="0"/>
          </a:xfrm>
          <a:prstGeom prst="line">
            <a:avLst/>
          </a:prstGeom>
          <a:ln w="47625">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7030189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5_3_Copy Only Six Block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8124AE-5754-423F-DDC2-CAB5807A4317}"/>
              </a:ext>
            </a:extLst>
          </p:cNvPr>
          <p:cNvSpPr>
            <a:spLocks noGrp="1"/>
          </p:cNvSpPr>
          <p:nvPr>
            <p:ph type="title"/>
          </p:nvPr>
        </p:nvSpPr>
        <p:spPr/>
        <p:txBody>
          <a:bodyPr/>
          <a:lstStyle/>
          <a:p>
            <a:r>
              <a:rPr lang="en-US" dirty="0"/>
              <a:t>Click to edit Master title style</a:t>
            </a:r>
          </a:p>
        </p:txBody>
      </p:sp>
      <p:sp>
        <p:nvSpPr>
          <p:cNvPr id="3" name="Slide Number Placeholder 2">
            <a:extLst>
              <a:ext uri="{FF2B5EF4-FFF2-40B4-BE49-F238E27FC236}">
                <a16:creationId xmlns:a16="http://schemas.microsoft.com/office/drawing/2014/main" id="{C6F13DC9-1819-CEE6-C24E-711FDCD6D66C}"/>
              </a:ext>
            </a:extLst>
          </p:cNvPr>
          <p:cNvSpPr>
            <a:spLocks noGrp="1"/>
          </p:cNvSpPr>
          <p:nvPr>
            <p:ph type="sldNum" sz="quarter" idx="10"/>
          </p:nvPr>
        </p:nvSpPr>
        <p:spPr/>
        <p:txBody>
          <a:bodyPr/>
          <a:lstStyle/>
          <a:p>
            <a:fld id="{8CC5BBF2-D04D-C048-9F75-C3CD7CC10D78}" type="slidenum">
              <a:rPr lang="en-US" smtClean="0"/>
              <a:pPr/>
              <a:t>‹#›</a:t>
            </a:fld>
            <a:endParaRPr lang="en-US" dirty="0"/>
          </a:p>
        </p:txBody>
      </p:sp>
      <p:sp>
        <p:nvSpPr>
          <p:cNvPr id="5" name="Text Placeholder 4">
            <a:extLst>
              <a:ext uri="{FF2B5EF4-FFF2-40B4-BE49-F238E27FC236}">
                <a16:creationId xmlns:a16="http://schemas.microsoft.com/office/drawing/2014/main" id="{735DACF2-F35E-1AA1-13AC-C17AA392CC07}"/>
              </a:ext>
            </a:extLst>
          </p:cNvPr>
          <p:cNvSpPr>
            <a:spLocks noGrp="1"/>
          </p:cNvSpPr>
          <p:nvPr>
            <p:ph type="body" sz="quarter" idx="11" hasCustomPrompt="1"/>
          </p:nvPr>
        </p:nvSpPr>
        <p:spPr>
          <a:xfrm>
            <a:off x="685800" y="2392235"/>
            <a:ext cx="5102352" cy="630936"/>
          </a:xfrm>
        </p:spPr>
        <p:txBody>
          <a:bodyPr anchor="b">
            <a:noAutofit/>
          </a:bodyPr>
          <a:lstStyle>
            <a:lvl1pPr marL="0" indent="0">
              <a:lnSpc>
                <a:spcPct val="100000"/>
              </a:lnSpc>
              <a:spcBef>
                <a:spcPts val="1000"/>
              </a:spcBef>
              <a:buNone/>
              <a:defRPr sz="1800" b="1" cap="all" baseline="0">
                <a:solidFill>
                  <a:srgbClr val="712D91"/>
                </a:solidFill>
              </a:defRPr>
            </a:lvl1pPr>
          </a:lstStyle>
          <a:p>
            <a:pPr lvl="0"/>
            <a:r>
              <a:rPr lang="en-US" dirty="0"/>
              <a:t>Lorem ipsum dolor</a:t>
            </a:r>
          </a:p>
        </p:txBody>
      </p:sp>
      <p:sp>
        <p:nvSpPr>
          <p:cNvPr id="7" name="Text Placeholder 6">
            <a:extLst>
              <a:ext uri="{FF2B5EF4-FFF2-40B4-BE49-F238E27FC236}">
                <a16:creationId xmlns:a16="http://schemas.microsoft.com/office/drawing/2014/main" id="{B674F007-BA9E-BEF0-64B7-82757FF01578}"/>
              </a:ext>
            </a:extLst>
          </p:cNvPr>
          <p:cNvSpPr>
            <a:spLocks noGrp="1"/>
          </p:cNvSpPr>
          <p:nvPr>
            <p:ph type="body" sz="quarter" idx="12"/>
          </p:nvPr>
        </p:nvSpPr>
        <p:spPr>
          <a:xfrm>
            <a:off x="694944" y="3203165"/>
            <a:ext cx="5102352" cy="2185416"/>
          </a:xfrm>
        </p:spPr>
        <p:txBody>
          <a:bodyPr>
            <a:noAutofit/>
          </a:bodyPr>
          <a:lstStyle>
            <a:lvl1pPr marL="0" indent="0">
              <a:lnSpc>
                <a:spcPct val="150000"/>
              </a:lnSpc>
              <a:spcBef>
                <a:spcPts val="1000"/>
              </a:spcBef>
              <a:buNone/>
              <a:defRPr sz="1800">
                <a:solidFill>
                  <a:schemeClr val="tx2"/>
                </a:solidFill>
              </a:defRPr>
            </a:lvl1pPr>
          </a:lstStyle>
          <a:p>
            <a:pPr lvl="0"/>
            <a:r>
              <a:rPr lang="en-US" dirty="0"/>
              <a:t>Click to edit Master text styles</a:t>
            </a:r>
          </a:p>
        </p:txBody>
      </p:sp>
      <p:sp>
        <p:nvSpPr>
          <p:cNvPr id="9" name="Text Placeholder 8">
            <a:extLst>
              <a:ext uri="{FF2B5EF4-FFF2-40B4-BE49-F238E27FC236}">
                <a16:creationId xmlns:a16="http://schemas.microsoft.com/office/drawing/2014/main" id="{ECAED1D3-F346-C130-A24C-78A4805F2CD8}"/>
              </a:ext>
            </a:extLst>
          </p:cNvPr>
          <p:cNvSpPr>
            <a:spLocks noGrp="1"/>
          </p:cNvSpPr>
          <p:nvPr>
            <p:ph type="body" sz="quarter" idx="13" hasCustomPrompt="1"/>
          </p:nvPr>
        </p:nvSpPr>
        <p:spPr>
          <a:xfrm>
            <a:off x="6572373" y="2392235"/>
            <a:ext cx="5102352" cy="630237"/>
          </a:xfrm>
        </p:spPr>
        <p:txBody>
          <a:bodyPr vert="horz" lIns="91440" tIns="45720" rIns="91440" bIns="45720" rtlCol="0" anchor="b">
            <a:noAutofit/>
          </a:bodyPr>
          <a:lstStyle>
            <a:lvl1pPr marL="0" indent="0">
              <a:buNone/>
              <a:defRPr lang="en-US" sz="1800" b="1" cap="all" baseline="0" dirty="0">
                <a:solidFill>
                  <a:srgbClr val="712D91"/>
                </a:solidFill>
              </a:defRPr>
            </a:lvl1pPr>
          </a:lstStyle>
          <a:p>
            <a:pPr marL="342900" lvl="0" indent="-342900">
              <a:lnSpc>
                <a:spcPct val="100000"/>
              </a:lnSpc>
              <a:spcBef>
                <a:spcPts val="1000"/>
              </a:spcBef>
            </a:pPr>
            <a:r>
              <a:rPr lang="en-US" dirty="0"/>
              <a:t>Lorem ipsum dolor</a:t>
            </a:r>
          </a:p>
        </p:txBody>
      </p:sp>
      <p:sp>
        <p:nvSpPr>
          <p:cNvPr id="11" name="Text Placeholder 10">
            <a:extLst>
              <a:ext uri="{FF2B5EF4-FFF2-40B4-BE49-F238E27FC236}">
                <a16:creationId xmlns:a16="http://schemas.microsoft.com/office/drawing/2014/main" id="{E05ECAB3-EBDE-2B65-7AA5-92ED1B66DF22}"/>
              </a:ext>
            </a:extLst>
          </p:cNvPr>
          <p:cNvSpPr>
            <a:spLocks noGrp="1"/>
          </p:cNvSpPr>
          <p:nvPr>
            <p:ph type="body" sz="quarter" idx="14"/>
          </p:nvPr>
        </p:nvSpPr>
        <p:spPr>
          <a:xfrm>
            <a:off x="6572373" y="3202594"/>
            <a:ext cx="5102352" cy="2185987"/>
          </a:xfrm>
        </p:spPr>
        <p:txBody>
          <a:bodyPr>
            <a:noAutofit/>
          </a:bodyPr>
          <a:lstStyle>
            <a:lvl1pPr marL="0" indent="0">
              <a:lnSpc>
                <a:spcPct val="150000"/>
              </a:lnSpc>
              <a:spcBef>
                <a:spcPts val="1000"/>
              </a:spcBef>
              <a:buNone/>
              <a:defRPr lang="en-US" sz="1800" kern="1200" dirty="0" smtClean="0">
                <a:solidFill>
                  <a:schemeClr val="tx2"/>
                </a:solidFill>
                <a:latin typeface="+mn-lt"/>
                <a:ea typeface="+mn-ea"/>
                <a:cs typeface="+mn-cs"/>
              </a:defRPr>
            </a:lvl1pPr>
          </a:lstStyle>
          <a:p>
            <a:pPr lvl="0"/>
            <a:r>
              <a:rPr lang="en-US" dirty="0"/>
              <a:t>Click to edit Master text styles</a:t>
            </a:r>
          </a:p>
        </p:txBody>
      </p:sp>
      <p:sp>
        <p:nvSpPr>
          <p:cNvPr id="13" name="Text Placeholder 12">
            <a:extLst>
              <a:ext uri="{FF2B5EF4-FFF2-40B4-BE49-F238E27FC236}">
                <a16:creationId xmlns:a16="http://schemas.microsoft.com/office/drawing/2014/main" id="{99B0C1E3-9907-5927-9FA3-9BE2662532F1}"/>
              </a:ext>
            </a:extLst>
          </p:cNvPr>
          <p:cNvSpPr>
            <a:spLocks noGrp="1"/>
          </p:cNvSpPr>
          <p:nvPr>
            <p:ph type="body" sz="quarter" idx="15" hasCustomPrompt="1"/>
          </p:nvPr>
        </p:nvSpPr>
        <p:spPr>
          <a:xfrm>
            <a:off x="12461748" y="2400300"/>
            <a:ext cx="5102352" cy="630237"/>
          </a:xfrm>
        </p:spPr>
        <p:txBody>
          <a:bodyPr vert="horz" lIns="91440" tIns="45720" rIns="91440" bIns="45720" rtlCol="0" anchor="b">
            <a:noAutofit/>
          </a:bodyPr>
          <a:lstStyle>
            <a:lvl1pPr marL="0" indent="0">
              <a:buFont typeface="Arial" panose="020B0604020202020204" pitchFamily="34" charset="0"/>
              <a:buNone/>
              <a:defRPr lang="en-US" sz="1800" b="1" cap="all" baseline="0" smtClean="0">
                <a:solidFill>
                  <a:srgbClr val="712D91"/>
                </a:solidFill>
              </a:defRPr>
            </a:lvl1pPr>
            <a:lvl2pPr>
              <a:defRPr lang="en-US" smtClean="0"/>
            </a:lvl2pPr>
            <a:lvl3pPr>
              <a:defRPr lang="en-US" smtClean="0"/>
            </a:lvl3pPr>
            <a:lvl4pPr>
              <a:defRPr lang="en-US" smtClean="0"/>
            </a:lvl4pPr>
            <a:lvl5pPr>
              <a:defRPr lang="en-US"/>
            </a:lvl5pPr>
          </a:lstStyle>
          <a:p>
            <a:pPr marL="342900" lvl="0" indent="-342900">
              <a:lnSpc>
                <a:spcPct val="100000"/>
              </a:lnSpc>
              <a:spcBef>
                <a:spcPts val="1000"/>
              </a:spcBef>
            </a:pPr>
            <a:r>
              <a:rPr lang="en-US" dirty="0"/>
              <a:t>Lorem ipsum dolor</a:t>
            </a:r>
          </a:p>
        </p:txBody>
      </p:sp>
      <p:sp>
        <p:nvSpPr>
          <p:cNvPr id="15" name="Text Placeholder 14">
            <a:extLst>
              <a:ext uri="{FF2B5EF4-FFF2-40B4-BE49-F238E27FC236}">
                <a16:creationId xmlns:a16="http://schemas.microsoft.com/office/drawing/2014/main" id="{C2A1C09E-B4AE-9FD1-2F8E-E35376D2B3A8}"/>
              </a:ext>
            </a:extLst>
          </p:cNvPr>
          <p:cNvSpPr>
            <a:spLocks noGrp="1"/>
          </p:cNvSpPr>
          <p:nvPr>
            <p:ph type="body" sz="quarter" idx="16"/>
          </p:nvPr>
        </p:nvSpPr>
        <p:spPr>
          <a:xfrm>
            <a:off x="12461558" y="3209925"/>
            <a:ext cx="5102352" cy="2185987"/>
          </a:xfrm>
        </p:spPr>
        <p:txBody>
          <a:bodyPr>
            <a:noAutofit/>
          </a:bodyPr>
          <a:lstStyle>
            <a:lvl1pPr marL="0" indent="0">
              <a:lnSpc>
                <a:spcPct val="150000"/>
              </a:lnSpc>
              <a:spcBef>
                <a:spcPts val="1000"/>
              </a:spcBef>
              <a:buFont typeface="Arial" panose="020B0604020202020204" pitchFamily="34" charset="0"/>
              <a:buNone/>
              <a:defRPr lang="en-US" sz="1800" kern="1200" dirty="0" smtClean="0">
                <a:solidFill>
                  <a:schemeClr val="tx2"/>
                </a:solidFill>
                <a:latin typeface="+mn-lt"/>
                <a:ea typeface="+mn-ea"/>
                <a:cs typeface="+mn-cs"/>
              </a:defRPr>
            </a:lvl1pPr>
          </a:lstStyle>
          <a:p>
            <a:pPr lvl="0"/>
            <a:r>
              <a:rPr lang="en-US" dirty="0"/>
              <a:t>Click to edit Master text styles</a:t>
            </a:r>
          </a:p>
        </p:txBody>
      </p:sp>
      <p:sp>
        <p:nvSpPr>
          <p:cNvPr id="17" name="Text Placeholder 16">
            <a:extLst>
              <a:ext uri="{FF2B5EF4-FFF2-40B4-BE49-F238E27FC236}">
                <a16:creationId xmlns:a16="http://schemas.microsoft.com/office/drawing/2014/main" id="{B5AB03E2-D596-0966-267A-59298646D209}"/>
              </a:ext>
            </a:extLst>
          </p:cNvPr>
          <p:cNvSpPr>
            <a:spLocks noGrp="1"/>
          </p:cNvSpPr>
          <p:nvPr>
            <p:ph type="body" sz="quarter" idx="17" hasCustomPrompt="1"/>
          </p:nvPr>
        </p:nvSpPr>
        <p:spPr>
          <a:xfrm>
            <a:off x="685800" y="6195474"/>
            <a:ext cx="5102352" cy="630936"/>
          </a:xfrm>
        </p:spPr>
        <p:txBody>
          <a:bodyPr anchor="b">
            <a:noAutofit/>
          </a:bodyPr>
          <a:lstStyle>
            <a:lvl1pPr marL="0" indent="0">
              <a:buFont typeface="Arial" panose="020B0604020202020204" pitchFamily="34" charset="0"/>
              <a:buNone/>
              <a:defRPr lang="en-US" sz="1800" b="1" kern="1200" cap="all" baseline="0" dirty="0" smtClean="0">
                <a:solidFill>
                  <a:srgbClr val="712D91"/>
                </a:solidFill>
                <a:latin typeface="+mn-lt"/>
                <a:ea typeface="+mn-ea"/>
                <a:cs typeface="+mn-cs"/>
              </a:defRPr>
            </a:lvl1pPr>
          </a:lstStyle>
          <a:p>
            <a:pPr lvl="0"/>
            <a:r>
              <a:rPr lang="en-US" dirty="0"/>
              <a:t>Lorem ipsum dolor</a:t>
            </a:r>
          </a:p>
        </p:txBody>
      </p:sp>
      <p:sp>
        <p:nvSpPr>
          <p:cNvPr id="19" name="Text Placeholder 18">
            <a:extLst>
              <a:ext uri="{FF2B5EF4-FFF2-40B4-BE49-F238E27FC236}">
                <a16:creationId xmlns:a16="http://schemas.microsoft.com/office/drawing/2014/main" id="{805174EF-1856-07B7-DA57-2A86A8DABA46}"/>
              </a:ext>
            </a:extLst>
          </p:cNvPr>
          <p:cNvSpPr>
            <a:spLocks noGrp="1"/>
          </p:cNvSpPr>
          <p:nvPr>
            <p:ph type="body" sz="quarter" idx="18"/>
          </p:nvPr>
        </p:nvSpPr>
        <p:spPr>
          <a:xfrm>
            <a:off x="695325" y="7045866"/>
            <a:ext cx="5102352" cy="2185416"/>
          </a:xfrm>
        </p:spPr>
        <p:txBody>
          <a:bodyPr>
            <a:noAutofit/>
          </a:bodyPr>
          <a:lstStyle>
            <a:lvl1pPr marL="0" indent="0">
              <a:lnSpc>
                <a:spcPct val="150000"/>
              </a:lnSpc>
              <a:spcBef>
                <a:spcPts val="1000"/>
              </a:spcBef>
              <a:buFont typeface="Arial" panose="020B0604020202020204" pitchFamily="34" charset="0"/>
              <a:buNone/>
              <a:defRPr lang="en-US" sz="1800" kern="1200" dirty="0">
                <a:solidFill>
                  <a:schemeClr val="tx2"/>
                </a:solidFill>
                <a:latin typeface="+mn-lt"/>
                <a:ea typeface="+mn-ea"/>
                <a:cs typeface="+mn-cs"/>
              </a:defRPr>
            </a:lvl1pPr>
          </a:lstStyle>
          <a:p>
            <a:pPr lvl="0"/>
            <a:r>
              <a:rPr lang="en-US" dirty="0"/>
              <a:t>Click to edit Master text styles</a:t>
            </a:r>
          </a:p>
        </p:txBody>
      </p:sp>
      <p:sp>
        <p:nvSpPr>
          <p:cNvPr id="21" name="Text Placeholder 20">
            <a:extLst>
              <a:ext uri="{FF2B5EF4-FFF2-40B4-BE49-F238E27FC236}">
                <a16:creationId xmlns:a16="http://schemas.microsoft.com/office/drawing/2014/main" id="{34742359-3C3A-29D5-9E12-2D9CCC900B65}"/>
              </a:ext>
            </a:extLst>
          </p:cNvPr>
          <p:cNvSpPr>
            <a:spLocks noGrp="1"/>
          </p:cNvSpPr>
          <p:nvPr>
            <p:ph type="body" sz="quarter" idx="19" hasCustomPrompt="1"/>
          </p:nvPr>
        </p:nvSpPr>
        <p:spPr>
          <a:xfrm>
            <a:off x="6572373" y="6195474"/>
            <a:ext cx="5102352" cy="630936"/>
          </a:xfrm>
        </p:spPr>
        <p:txBody>
          <a:bodyPr vert="horz" lIns="91440" tIns="45720" rIns="91440" bIns="45720" rtlCol="0" anchor="b">
            <a:noAutofit/>
          </a:bodyPr>
          <a:lstStyle>
            <a:lvl1pPr marL="0" indent="0">
              <a:buNone/>
              <a:defRPr lang="en-US" sz="1800" b="1" cap="all" baseline="0" dirty="0">
                <a:solidFill>
                  <a:srgbClr val="712D91"/>
                </a:solidFill>
              </a:defRPr>
            </a:lvl1pPr>
          </a:lstStyle>
          <a:p>
            <a:pPr marL="342900" lvl="0" indent="-342900"/>
            <a:r>
              <a:rPr lang="en-US" dirty="0"/>
              <a:t>Lorem ipsum dolor</a:t>
            </a:r>
          </a:p>
        </p:txBody>
      </p:sp>
      <p:sp>
        <p:nvSpPr>
          <p:cNvPr id="23" name="Text Placeholder 22">
            <a:extLst>
              <a:ext uri="{FF2B5EF4-FFF2-40B4-BE49-F238E27FC236}">
                <a16:creationId xmlns:a16="http://schemas.microsoft.com/office/drawing/2014/main" id="{4D2FC4B7-0CC6-4538-CB52-8A711C1AE6E2}"/>
              </a:ext>
            </a:extLst>
          </p:cNvPr>
          <p:cNvSpPr>
            <a:spLocks noGrp="1"/>
          </p:cNvSpPr>
          <p:nvPr>
            <p:ph type="body" sz="quarter" idx="20"/>
          </p:nvPr>
        </p:nvSpPr>
        <p:spPr>
          <a:xfrm>
            <a:off x="6574536" y="7045866"/>
            <a:ext cx="5065712" cy="2185987"/>
          </a:xfrm>
        </p:spPr>
        <p:txBody>
          <a:bodyPr>
            <a:noAutofit/>
          </a:bodyPr>
          <a:lstStyle>
            <a:lvl1pPr marL="0" indent="0">
              <a:lnSpc>
                <a:spcPct val="150000"/>
              </a:lnSpc>
              <a:spcBef>
                <a:spcPts val="1000"/>
              </a:spcBef>
              <a:buFont typeface="Arial" panose="020B0604020202020204" pitchFamily="34" charset="0"/>
              <a:buNone/>
              <a:defRPr lang="en-US" sz="1800" kern="1200" dirty="0">
                <a:solidFill>
                  <a:schemeClr val="tx2"/>
                </a:solidFill>
                <a:latin typeface="+mn-lt"/>
                <a:ea typeface="+mn-ea"/>
                <a:cs typeface="+mn-cs"/>
              </a:defRPr>
            </a:lvl1pPr>
          </a:lstStyle>
          <a:p>
            <a:pPr lvl="0"/>
            <a:r>
              <a:rPr lang="en-US" dirty="0"/>
              <a:t>Click to edit Master text styles</a:t>
            </a:r>
          </a:p>
        </p:txBody>
      </p:sp>
      <p:sp>
        <p:nvSpPr>
          <p:cNvPr id="25" name="Text Placeholder 24">
            <a:extLst>
              <a:ext uri="{FF2B5EF4-FFF2-40B4-BE49-F238E27FC236}">
                <a16:creationId xmlns:a16="http://schemas.microsoft.com/office/drawing/2014/main" id="{E6870781-E707-C8E1-9A79-7D688B0D26C9}"/>
              </a:ext>
            </a:extLst>
          </p:cNvPr>
          <p:cNvSpPr>
            <a:spLocks noGrp="1"/>
          </p:cNvSpPr>
          <p:nvPr>
            <p:ph type="body" sz="quarter" idx="21" hasCustomPrompt="1"/>
          </p:nvPr>
        </p:nvSpPr>
        <p:spPr>
          <a:xfrm>
            <a:off x="12461557" y="6203440"/>
            <a:ext cx="5102352" cy="630936"/>
          </a:xfrm>
        </p:spPr>
        <p:txBody>
          <a:bodyPr anchor="b">
            <a:noAutofit/>
          </a:bodyPr>
          <a:lstStyle>
            <a:lvl1pPr marL="0" indent="0">
              <a:buNone/>
              <a:defRPr lang="en-US" sz="1800" b="1" kern="1200" cap="all" baseline="0" dirty="0">
                <a:solidFill>
                  <a:srgbClr val="712D91"/>
                </a:solidFill>
                <a:latin typeface="+mn-lt"/>
                <a:ea typeface="+mn-ea"/>
                <a:cs typeface="+mn-cs"/>
              </a:defRPr>
            </a:lvl1pPr>
          </a:lstStyle>
          <a:p>
            <a:pPr marL="342900" lvl="0" indent="-342900">
              <a:lnSpc>
                <a:spcPct val="100000"/>
              </a:lnSpc>
              <a:spcBef>
                <a:spcPts val="1000"/>
              </a:spcBef>
            </a:pPr>
            <a:r>
              <a:rPr lang="en-US" dirty="0"/>
              <a:t>Lorem ipsum dolor</a:t>
            </a:r>
          </a:p>
        </p:txBody>
      </p:sp>
      <p:sp>
        <p:nvSpPr>
          <p:cNvPr id="30" name="Text Placeholder 29">
            <a:extLst>
              <a:ext uri="{FF2B5EF4-FFF2-40B4-BE49-F238E27FC236}">
                <a16:creationId xmlns:a16="http://schemas.microsoft.com/office/drawing/2014/main" id="{33DF39EE-5159-C8A9-D1F0-AE0BE00E93CE}"/>
              </a:ext>
            </a:extLst>
          </p:cNvPr>
          <p:cNvSpPr>
            <a:spLocks noGrp="1"/>
          </p:cNvSpPr>
          <p:nvPr>
            <p:ph type="body" sz="quarter" idx="22"/>
          </p:nvPr>
        </p:nvSpPr>
        <p:spPr>
          <a:xfrm>
            <a:off x="12461875" y="7045325"/>
            <a:ext cx="5083175" cy="2212975"/>
          </a:xfrm>
        </p:spPr>
        <p:txBody>
          <a:bodyPr>
            <a:normAutofit/>
          </a:bodyPr>
          <a:lstStyle>
            <a:lvl1pPr marL="0" indent="0">
              <a:lnSpc>
                <a:spcPct val="150000"/>
              </a:lnSpc>
              <a:spcBef>
                <a:spcPts val="1000"/>
              </a:spcBef>
              <a:buFontTx/>
              <a:buNone/>
              <a:defRPr sz="1800">
                <a:solidFill>
                  <a:schemeClr val="tx2"/>
                </a:solidFill>
              </a:defRPr>
            </a:lvl1pPr>
          </a:lstStyle>
          <a:p>
            <a:pPr lvl="0"/>
            <a:r>
              <a:rPr lang="en-US" dirty="0"/>
              <a:t>Click to edit Master text styles</a:t>
            </a:r>
          </a:p>
        </p:txBody>
      </p:sp>
      <p:cxnSp>
        <p:nvCxnSpPr>
          <p:cNvPr id="6" name="Straight Connector 5">
            <a:extLst>
              <a:ext uri="{FF2B5EF4-FFF2-40B4-BE49-F238E27FC236}">
                <a16:creationId xmlns:a16="http://schemas.microsoft.com/office/drawing/2014/main" id="{C8A9BCB3-0EB2-FB8B-7CEF-A6EA689B826C}"/>
              </a:ext>
            </a:extLst>
          </p:cNvPr>
          <p:cNvCxnSpPr/>
          <p:nvPr userDrawn="1"/>
        </p:nvCxnSpPr>
        <p:spPr>
          <a:xfrm>
            <a:off x="793683" y="2119302"/>
            <a:ext cx="807260" cy="0"/>
          </a:xfrm>
          <a:prstGeom prst="line">
            <a:avLst/>
          </a:prstGeom>
          <a:ln w="47625">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1831826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6_1_Copy &amp; Icon Two Block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2FD9A4-2655-6223-88A2-7DE01B78900B}"/>
              </a:ext>
            </a:extLst>
          </p:cNvPr>
          <p:cNvSpPr>
            <a:spLocks noGrp="1"/>
          </p:cNvSpPr>
          <p:nvPr>
            <p:ph type="title"/>
          </p:nvPr>
        </p:nvSpPr>
        <p:spPr/>
        <p:txBody>
          <a:bodyPr/>
          <a:lstStyle/>
          <a:p>
            <a:r>
              <a:rPr lang="en-US" dirty="0"/>
              <a:t>Click to edit Master title style</a:t>
            </a:r>
          </a:p>
        </p:txBody>
      </p:sp>
      <p:sp>
        <p:nvSpPr>
          <p:cNvPr id="3" name="Slide Number Placeholder 2">
            <a:extLst>
              <a:ext uri="{FF2B5EF4-FFF2-40B4-BE49-F238E27FC236}">
                <a16:creationId xmlns:a16="http://schemas.microsoft.com/office/drawing/2014/main" id="{A96EFB65-C7BE-A105-507F-C3DCCF2381B0}"/>
              </a:ext>
            </a:extLst>
          </p:cNvPr>
          <p:cNvSpPr>
            <a:spLocks noGrp="1"/>
          </p:cNvSpPr>
          <p:nvPr>
            <p:ph type="sldNum" sz="quarter" idx="10"/>
          </p:nvPr>
        </p:nvSpPr>
        <p:spPr/>
        <p:txBody>
          <a:bodyPr/>
          <a:lstStyle/>
          <a:p>
            <a:fld id="{8CC5BBF2-D04D-C048-9F75-C3CD7CC10D78}" type="slidenum">
              <a:rPr lang="en-US" smtClean="0"/>
              <a:pPr/>
              <a:t>‹#›</a:t>
            </a:fld>
            <a:endParaRPr lang="en-US" dirty="0"/>
          </a:p>
        </p:txBody>
      </p:sp>
      <p:sp>
        <p:nvSpPr>
          <p:cNvPr id="6" name="Picture Placeholder 5">
            <a:extLst>
              <a:ext uri="{FF2B5EF4-FFF2-40B4-BE49-F238E27FC236}">
                <a16:creationId xmlns:a16="http://schemas.microsoft.com/office/drawing/2014/main" id="{4ACFC1B6-5EBC-07F8-9E8B-10BC6FA47000}"/>
              </a:ext>
            </a:extLst>
          </p:cNvPr>
          <p:cNvSpPr>
            <a:spLocks noGrp="1"/>
          </p:cNvSpPr>
          <p:nvPr>
            <p:ph type="pic" sz="quarter" idx="11"/>
          </p:nvPr>
        </p:nvSpPr>
        <p:spPr>
          <a:xfrm>
            <a:off x="761538" y="2870239"/>
            <a:ext cx="1074420" cy="1033271"/>
          </a:xfrm>
        </p:spPr>
        <p:txBody>
          <a:bodyPr>
            <a:noAutofit/>
          </a:bodyPr>
          <a:lstStyle>
            <a:lvl1pPr marL="0" indent="0">
              <a:buNone/>
              <a:defRPr sz="1800"/>
            </a:lvl1pPr>
          </a:lstStyle>
          <a:p>
            <a:endParaRPr lang="en-US" dirty="0"/>
          </a:p>
        </p:txBody>
      </p:sp>
      <p:sp>
        <p:nvSpPr>
          <p:cNvPr id="8" name="Text Placeholder 7">
            <a:extLst>
              <a:ext uri="{FF2B5EF4-FFF2-40B4-BE49-F238E27FC236}">
                <a16:creationId xmlns:a16="http://schemas.microsoft.com/office/drawing/2014/main" id="{99740F39-3967-E582-7500-C6E404442E8A}"/>
              </a:ext>
            </a:extLst>
          </p:cNvPr>
          <p:cNvSpPr>
            <a:spLocks noGrp="1"/>
          </p:cNvSpPr>
          <p:nvPr>
            <p:ph type="body" sz="quarter" idx="12" hasCustomPrompt="1"/>
          </p:nvPr>
        </p:nvSpPr>
        <p:spPr>
          <a:xfrm>
            <a:off x="761538" y="4235609"/>
            <a:ext cx="7315200" cy="731520"/>
          </a:xfrm>
        </p:spPr>
        <p:txBody>
          <a:bodyPr anchor="b">
            <a:noAutofit/>
          </a:bodyPr>
          <a:lstStyle>
            <a:lvl1pPr marL="0" indent="0">
              <a:lnSpc>
                <a:spcPct val="150000"/>
              </a:lnSpc>
              <a:spcBef>
                <a:spcPts val="1000"/>
              </a:spcBef>
              <a:buNone/>
              <a:defRPr sz="1800" b="1" cap="all" baseline="0">
                <a:solidFill>
                  <a:srgbClr val="712D91"/>
                </a:solidFill>
              </a:defRPr>
            </a:lvl1pPr>
          </a:lstStyle>
          <a:p>
            <a:pPr lvl="0"/>
            <a:r>
              <a:rPr lang="en-US" dirty="0"/>
              <a:t>Click to add text</a:t>
            </a:r>
          </a:p>
        </p:txBody>
      </p:sp>
      <p:sp>
        <p:nvSpPr>
          <p:cNvPr id="10" name="Text Placeholder 9">
            <a:extLst>
              <a:ext uri="{FF2B5EF4-FFF2-40B4-BE49-F238E27FC236}">
                <a16:creationId xmlns:a16="http://schemas.microsoft.com/office/drawing/2014/main" id="{41AC74CE-3F58-9D67-6B23-5AB60A4A00F6}"/>
              </a:ext>
            </a:extLst>
          </p:cNvPr>
          <p:cNvSpPr>
            <a:spLocks noGrp="1"/>
          </p:cNvSpPr>
          <p:nvPr>
            <p:ph type="body" sz="quarter" idx="13" hasCustomPrompt="1"/>
          </p:nvPr>
        </p:nvSpPr>
        <p:spPr>
          <a:xfrm>
            <a:off x="723900" y="5198580"/>
            <a:ext cx="7486650" cy="4059720"/>
          </a:xfrm>
        </p:spPr>
        <p:txBody>
          <a:bodyPr>
            <a:noAutofit/>
          </a:bodyPr>
          <a:lstStyle>
            <a:lvl1pPr>
              <a:lnSpc>
                <a:spcPct val="150000"/>
              </a:lnSpc>
              <a:spcBef>
                <a:spcPts val="1000"/>
              </a:spcBef>
              <a:defRPr sz="1800">
                <a:solidFill>
                  <a:schemeClr val="tx2"/>
                </a:solidFill>
              </a:defRPr>
            </a:lvl1pPr>
          </a:lstStyle>
          <a:p>
            <a:pPr lvl="0"/>
            <a:r>
              <a:rPr lang="en-US" dirty="0"/>
              <a:t>Click to add text</a:t>
            </a:r>
          </a:p>
        </p:txBody>
      </p:sp>
      <p:sp>
        <p:nvSpPr>
          <p:cNvPr id="12" name="Picture Placeholder 11">
            <a:extLst>
              <a:ext uri="{FF2B5EF4-FFF2-40B4-BE49-F238E27FC236}">
                <a16:creationId xmlns:a16="http://schemas.microsoft.com/office/drawing/2014/main" id="{CCA48AAF-A9C4-B4E6-33EC-D35BB6EDC3FD}"/>
              </a:ext>
            </a:extLst>
          </p:cNvPr>
          <p:cNvSpPr>
            <a:spLocks noGrp="1"/>
          </p:cNvSpPr>
          <p:nvPr>
            <p:ph type="pic" sz="quarter" idx="14"/>
          </p:nvPr>
        </p:nvSpPr>
        <p:spPr>
          <a:xfrm>
            <a:off x="9144000" y="2791023"/>
            <a:ext cx="1033271" cy="1033271"/>
          </a:xfrm>
        </p:spPr>
        <p:txBody>
          <a:bodyPr>
            <a:normAutofit/>
          </a:bodyPr>
          <a:lstStyle>
            <a:lvl1pPr marL="0" indent="0">
              <a:buFontTx/>
              <a:buNone/>
              <a:defRPr sz="1800"/>
            </a:lvl1pPr>
          </a:lstStyle>
          <a:p>
            <a:endParaRPr lang="en-US" dirty="0"/>
          </a:p>
        </p:txBody>
      </p:sp>
      <p:sp>
        <p:nvSpPr>
          <p:cNvPr id="14" name="Text Placeholder 13">
            <a:extLst>
              <a:ext uri="{FF2B5EF4-FFF2-40B4-BE49-F238E27FC236}">
                <a16:creationId xmlns:a16="http://schemas.microsoft.com/office/drawing/2014/main" id="{262E2B5D-5103-8EC7-3457-09C59939DA45}"/>
              </a:ext>
            </a:extLst>
          </p:cNvPr>
          <p:cNvSpPr>
            <a:spLocks noGrp="1"/>
          </p:cNvSpPr>
          <p:nvPr>
            <p:ph type="body" sz="quarter" idx="15" hasCustomPrompt="1"/>
          </p:nvPr>
        </p:nvSpPr>
        <p:spPr>
          <a:xfrm>
            <a:off x="9144000" y="4235609"/>
            <a:ext cx="7315200" cy="731520"/>
          </a:xfrm>
        </p:spPr>
        <p:txBody>
          <a:bodyPr anchor="b">
            <a:noAutofit/>
          </a:bodyPr>
          <a:lstStyle>
            <a:lvl1pPr marL="0" indent="0">
              <a:lnSpc>
                <a:spcPct val="150000"/>
              </a:lnSpc>
              <a:spcBef>
                <a:spcPts val="1000"/>
              </a:spcBef>
              <a:buFontTx/>
              <a:buNone/>
              <a:defRPr sz="1800" b="1" cap="all" baseline="0">
                <a:solidFill>
                  <a:srgbClr val="712D91"/>
                </a:solidFill>
              </a:defRPr>
            </a:lvl1pPr>
          </a:lstStyle>
          <a:p>
            <a:pPr lvl="0"/>
            <a:r>
              <a:rPr lang="en-US" dirty="0"/>
              <a:t>Click to add text</a:t>
            </a:r>
          </a:p>
        </p:txBody>
      </p:sp>
      <p:sp>
        <p:nvSpPr>
          <p:cNvPr id="16" name="Text Placeholder 15">
            <a:extLst>
              <a:ext uri="{FF2B5EF4-FFF2-40B4-BE49-F238E27FC236}">
                <a16:creationId xmlns:a16="http://schemas.microsoft.com/office/drawing/2014/main" id="{153C62BB-8A92-2CA5-E182-64671012E128}"/>
              </a:ext>
            </a:extLst>
          </p:cNvPr>
          <p:cNvSpPr>
            <a:spLocks noGrp="1"/>
          </p:cNvSpPr>
          <p:nvPr>
            <p:ph type="body" sz="quarter" idx="16" hasCustomPrompt="1"/>
          </p:nvPr>
        </p:nvSpPr>
        <p:spPr>
          <a:xfrm>
            <a:off x="9144001" y="5143500"/>
            <a:ext cx="7315200" cy="4114800"/>
          </a:xfrm>
        </p:spPr>
        <p:txBody>
          <a:bodyPr>
            <a:noAutofit/>
          </a:bodyPr>
          <a:lstStyle>
            <a:lvl1pPr>
              <a:lnSpc>
                <a:spcPct val="150000"/>
              </a:lnSpc>
              <a:spcBef>
                <a:spcPts val="1000"/>
              </a:spcBef>
              <a:defRPr sz="1800">
                <a:solidFill>
                  <a:schemeClr val="tx2"/>
                </a:solidFill>
              </a:defRPr>
            </a:lvl1pPr>
          </a:lstStyle>
          <a:p>
            <a:pPr lvl="0"/>
            <a:r>
              <a:rPr lang="en-US" dirty="0"/>
              <a:t>Click to add text</a:t>
            </a:r>
          </a:p>
        </p:txBody>
      </p:sp>
      <p:cxnSp>
        <p:nvCxnSpPr>
          <p:cNvPr id="5" name="Straight Connector 4">
            <a:extLst>
              <a:ext uri="{FF2B5EF4-FFF2-40B4-BE49-F238E27FC236}">
                <a16:creationId xmlns:a16="http://schemas.microsoft.com/office/drawing/2014/main" id="{4D69BAF8-1E94-C46C-25D7-74213FD184F7}"/>
              </a:ext>
            </a:extLst>
          </p:cNvPr>
          <p:cNvCxnSpPr/>
          <p:nvPr userDrawn="1"/>
        </p:nvCxnSpPr>
        <p:spPr>
          <a:xfrm>
            <a:off x="793683" y="2119302"/>
            <a:ext cx="807260" cy="0"/>
          </a:xfrm>
          <a:prstGeom prst="line">
            <a:avLst/>
          </a:prstGeom>
          <a:ln w="47625">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9491797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6_2_Copy Block &amp; Icon Three Block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81E727-5D30-68DD-2140-BE643301786E}"/>
              </a:ext>
            </a:extLst>
          </p:cNvPr>
          <p:cNvSpPr>
            <a:spLocks noGrp="1"/>
          </p:cNvSpPr>
          <p:nvPr>
            <p:ph type="title"/>
          </p:nvPr>
        </p:nvSpPr>
        <p:spPr>
          <a:xfrm>
            <a:off x="666235" y="271849"/>
            <a:ext cx="8477765" cy="1663307"/>
          </a:xfrm>
        </p:spPr>
        <p:txBody>
          <a:bodyPr/>
          <a:lstStyle/>
          <a:p>
            <a:r>
              <a:rPr lang="en-US" dirty="0"/>
              <a:t>Click to edit Master title style</a:t>
            </a:r>
          </a:p>
        </p:txBody>
      </p:sp>
      <p:sp>
        <p:nvSpPr>
          <p:cNvPr id="3" name="Slide Number Placeholder 2">
            <a:extLst>
              <a:ext uri="{FF2B5EF4-FFF2-40B4-BE49-F238E27FC236}">
                <a16:creationId xmlns:a16="http://schemas.microsoft.com/office/drawing/2014/main" id="{F391B5CB-A5E2-84FD-3A43-0E58B6E84EF1}"/>
              </a:ext>
            </a:extLst>
          </p:cNvPr>
          <p:cNvSpPr>
            <a:spLocks noGrp="1"/>
          </p:cNvSpPr>
          <p:nvPr>
            <p:ph type="sldNum" sz="quarter" idx="10"/>
          </p:nvPr>
        </p:nvSpPr>
        <p:spPr/>
        <p:txBody>
          <a:bodyPr/>
          <a:lstStyle/>
          <a:p>
            <a:fld id="{8CC5BBF2-D04D-C048-9F75-C3CD7CC10D78}" type="slidenum">
              <a:rPr lang="en-US" smtClean="0"/>
              <a:pPr/>
              <a:t>‹#›</a:t>
            </a:fld>
            <a:endParaRPr lang="en-US" dirty="0"/>
          </a:p>
        </p:txBody>
      </p:sp>
      <p:sp>
        <p:nvSpPr>
          <p:cNvPr id="5" name="Text Placeholder 4">
            <a:extLst>
              <a:ext uri="{FF2B5EF4-FFF2-40B4-BE49-F238E27FC236}">
                <a16:creationId xmlns:a16="http://schemas.microsoft.com/office/drawing/2014/main" id="{BC4774E3-7BA0-78DE-7713-EB77CF6F7945}"/>
              </a:ext>
            </a:extLst>
          </p:cNvPr>
          <p:cNvSpPr>
            <a:spLocks noGrp="1"/>
          </p:cNvSpPr>
          <p:nvPr>
            <p:ph type="body" sz="quarter" idx="11"/>
          </p:nvPr>
        </p:nvSpPr>
        <p:spPr>
          <a:xfrm>
            <a:off x="731838" y="2400300"/>
            <a:ext cx="8412162" cy="6858000"/>
          </a:xfrm>
        </p:spPr>
        <p:txBody>
          <a:bodyPr>
            <a:noAutofit/>
          </a:bodyPr>
          <a:lstStyle>
            <a:lvl1pPr marL="0" indent="0">
              <a:lnSpc>
                <a:spcPct val="150000"/>
              </a:lnSpc>
              <a:spcBef>
                <a:spcPts val="1000"/>
              </a:spcBef>
              <a:buNone/>
              <a:defRPr sz="1800">
                <a:solidFill>
                  <a:schemeClr val="tx2"/>
                </a:solidFill>
              </a:defRPr>
            </a:lvl1pPr>
          </a:lstStyle>
          <a:p>
            <a:pPr lvl="0"/>
            <a:r>
              <a:rPr lang="en-US" dirty="0"/>
              <a:t>Click to edit Master text styles</a:t>
            </a:r>
          </a:p>
        </p:txBody>
      </p:sp>
      <p:sp>
        <p:nvSpPr>
          <p:cNvPr id="7" name="Picture Placeholder 6">
            <a:extLst>
              <a:ext uri="{FF2B5EF4-FFF2-40B4-BE49-F238E27FC236}">
                <a16:creationId xmlns:a16="http://schemas.microsoft.com/office/drawing/2014/main" id="{D35ECF36-0954-AB51-84EE-F3B5E8252840}"/>
              </a:ext>
            </a:extLst>
          </p:cNvPr>
          <p:cNvSpPr>
            <a:spLocks noGrp="1"/>
          </p:cNvSpPr>
          <p:nvPr>
            <p:ph type="pic" sz="quarter" idx="12"/>
          </p:nvPr>
        </p:nvSpPr>
        <p:spPr>
          <a:xfrm>
            <a:off x="10105577" y="1115568"/>
            <a:ext cx="896112" cy="896112"/>
          </a:xfrm>
        </p:spPr>
        <p:txBody>
          <a:bodyPr>
            <a:normAutofit/>
          </a:bodyPr>
          <a:lstStyle>
            <a:lvl1pPr marL="0" indent="0">
              <a:buNone/>
              <a:defRPr sz="1800"/>
            </a:lvl1pPr>
          </a:lstStyle>
          <a:p>
            <a:endParaRPr lang="en-US" dirty="0"/>
          </a:p>
        </p:txBody>
      </p:sp>
      <p:sp>
        <p:nvSpPr>
          <p:cNvPr id="9" name="Text Placeholder 8">
            <a:extLst>
              <a:ext uri="{FF2B5EF4-FFF2-40B4-BE49-F238E27FC236}">
                <a16:creationId xmlns:a16="http://schemas.microsoft.com/office/drawing/2014/main" id="{02A622B2-01D0-8F8A-092F-74A4FC11C0B7}"/>
              </a:ext>
            </a:extLst>
          </p:cNvPr>
          <p:cNvSpPr>
            <a:spLocks noGrp="1"/>
          </p:cNvSpPr>
          <p:nvPr>
            <p:ph type="body" sz="quarter" idx="13" hasCustomPrompt="1"/>
          </p:nvPr>
        </p:nvSpPr>
        <p:spPr>
          <a:xfrm>
            <a:off x="11303441" y="1116012"/>
            <a:ext cx="6260659" cy="434491"/>
          </a:xfrm>
        </p:spPr>
        <p:txBody>
          <a:bodyPr anchor="b">
            <a:noAutofit/>
          </a:bodyPr>
          <a:lstStyle>
            <a:lvl1pPr marL="0" indent="0">
              <a:buNone/>
              <a:defRPr sz="1800" b="1">
                <a:solidFill>
                  <a:srgbClr val="712D91"/>
                </a:solidFill>
              </a:defRPr>
            </a:lvl1pPr>
          </a:lstStyle>
          <a:p>
            <a:pPr lvl="0"/>
            <a:r>
              <a:rPr lang="en-US" dirty="0"/>
              <a:t>SUBTITLE GOES HERE</a:t>
            </a:r>
          </a:p>
        </p:txBody>
      </p:sp>
      <p:sp>
        <p:nvSpPr>
          <p:cNvPr id="11" name="Text Placeholder 10">
            <a:extLst>
              <a:ext uri="{FF2B5EF4-FFF2-40B4-BE49-F238E27FC236}">
                <a16:creationId xmlns:a16="http://schemas.microsoft.com/office/drawing/2014/main" id="{A7EAECE3-ABA4-5D8C-551E-6311461EA2CB}"/>
              </a:ext>
            </a:extLst>
          </p:cNvPr>
          <p:cNvSpPr>
            <a:spLocks noGrp="1"/>
          </p:cNvSpPr>
          <p:nvPr>
            <p:ph type="body" sz="quarter" idx="14"/>
          </p:nvPr>
        </p:nvSpPr>
        <p:spPr>
          <a:xfrm>
            <a:off x="11303759" y="1752599"/>
            <a:ext cx="6252403" cy="1828800"/>
          </a:xfrm>
        </p:spPr>
        <p:txBody>
          <a:bodyPr>
            <a:noAutofit/>
          </a:bodyPr>
          <a:lstStyle>
            <a:lvl1pPr marL="0" indent="0">
              <a:lnSpc>
                <a:spcPct val="150000"/>
              </a:lnSpc>
              <a:spcBef>
                <a:spcPts val="1000"/>
              </a:spcBef>
              <a:buNone/>
              <a:defRPr sz="1800">
                <a:solidFill>
                  <a:schemeClr val="tx2"/>
                </a:solidFill>
              </a:defRPr>
            </a:lvl1pPr>
          </a:lstStyle>
          <a:p>
            <a:pPr lvl="0"/>
            <a:r>
              <a:rPr lang="en-US" dirty="0"/>
              <a:t>Click to edit Master text styles</a:t>
            </a:r>
          </a:p>
        </p:txBody>
      </p:sp>
      <p:sp>
        <p:nvSpPr>
          <p:cNvPr id="13" name="Picture Placeholder 12">
            <a:extLst>
              <a:ext uri="{FF2B5EF4-FFF2-40B4-BE49-F238E27FC236}">
                <a16:creationId xmlns:a16="http://schemas.microsoft.com/office/drawing/2014/main" id="{3F9B87E6-7B28-6A44-B9A1-D0B3F0D5F372}"/>
              </a:ext>
            </a:extLst>
          </p:cNvPr>
          <p:cNvSpPr>
            <a:spLocks noGrp="1"/>
          </p:cNvSpPr>
          <p:nvPr>
            <p:ph type="pic" sz="quarter" idx="15"/>
          </p:nvPr>
        </p:nvSpPr>
        <p:spPr>
          <a:xfrm>
            <a:off x="10105196" y="3999252"/>
            <a:ext cx="896112" cy="896112"/>
          </a:xfrm>
        </p:spPr>
        <p:txBody>
          <a:bodyPr>
            <a:normAutofit/>
          </a:bodyPr>
          <a:lstStyle>
            <a:lvl1pPr marL="0" indent="0">
              <a:buFontTx/>
              <a:buNone/>
              <a:defRPr sz="1800"/>
            </a:lvl1pPr>
          </a:lstStyle>
          <a:p>
            <a:endParaRPr lang="en-US" dirty="0"/>
          </a:p>
        </p:txBody>
      </p:sp>
      <p:sp>
        <p:nvSpPr>
          <p:cNvPr id="15" name="Text Placeholder 14">
            <a:extLst>
              <a:ext uri="{FF2B5EF4-FFF2-40B4-BE49-F238E27FC236}">
                <a16:creationId xmlns:a16="http://schemas.microsoft.com/office/drawing/2014/main" id="{9A445DC3-79DD-52B1-D95D-A78FD88F0610}"/>
              </a:ext>
            </a:extLst>
          </p:cNvPr>
          <p:cNvSpPr>
            <a:spLocks noGrp="1"/>
          </p:cNvSpPr>
          <p:nvPr>
            <p:ph type="body" sz="quarter" idx="16" hasCustomPrompt="1"/>
          </p:nvPr>
        </p:nvSpPr>
        <p:spPr>
          <a:xfrm>
            <a:off x="11303759" y="3999252"/>
            <a:ext cx="6252403" cy="420624"/>
          </a:xfrm>
        </p:spPr>
        <p:txBody>
          <a:bodyPr anchor="b">
            <a:noAutofit/>
          </a:bodyPr>
          <a:lstStyle>
            <a:lvl1pPr marL="0" indent="0">
              <a:buFontTx/>
              <a:buNone/>
              <a:defRPr sz="1800" b="1">
                <a:solidFill>
                  <a:srgbClr val="712D91"/>
                </a:solidFill>
              </a:defRPr>
            </a:lvl1pPr>
          </a:lstStyle>
          <a:p>
            <a:pPr lvl="0"/>
            <a:r>
              <a:rPr lang="en-US" dirty="0"/>
              <a:t>SUBTITLE GOES HERE</a:t>
            </a:r>
          </a:p>
        </p:txBody>
      </p:sp>
      <p:sp>
        <p:nvSpPr>
          <p:cNvPr id="17" name="Text Placeholder 16">
            <a:extLst>
              <a:ext uri="{FF2B5EF4-FFF2-40B4-BE49-F238E27FC236}">
                <a16:creationId xmlns:a16="http://schemas.microsoft.com/office/drawing/2014/main" id="{D6F0E9E0-CCB5-18A8-8BF0-1589477089E5}"/>
              </a:ext>
            </a:extLst>
          </p:cNvPr>
          <p:cNvSpPr>
            <a:spLocks noGrp="1"/>
          </p:cNvSpPr>
          <p:nvPr>
            <p:ph type="body" sz="quarter" idx="17"/>
          </p:nvPr>
        </p:nvSpPr>
        <p:spPr>
          <a:xfrm>
            <a:off x="11303759" y="4627077"/>
            <a:ext cx="6260341" cy="1828800"/>
          </a:xfrm>
        </p:spPr>
        <p:txBody>
          <a:bodyPr>
            <a:noAutofit/>
          </a:bodyPr>
          <a:lstStyle>
            <a:lvl1pPr marL="0" indent="0">
              <a:lnSpc>
                <a:spcPct val="150000"/>
              </a:lnSpc>
              <a:spcBef>
                <a:spcPts val="1000"/>
              </a:spcBef>
              <a:buFontTx/>
              <a:buNone/>
              <a:defRPr sz="1800">
                <a:solidFill>
                  <a:schemeClr val="tx2"/>
                </a:solidFill>
              </a:defRPr>
            </a:lvl1pPr>
          </a:lstStyle>
          <a:p>
            <a:pPr lvl="0"/>
            <a:r>
              <a:rPr lang="en-US" dirty="0"/>
              <a:t>Click to edit Master text styles</a:t>
            </a:r>
          </a:p>
        </p:txBody>
      </p:sp>
      <p:sp>
        <p:nvSpPr>
          <p:cNvPr id="19" name="Picture Placeholder 18">
            <a:extLst>
              <a:ext uri="{FF2B5EF4-FFF2-40B4-BE49-F238E27FC236}">
                <a16:creationId xmlns:a16="http://schemas.microsoft.com/office/drawing/2014/main" id="{141B7BF2-52D3-77DF-2EDB-F6B52D47B464}"/>
              </a:ext>
            </a:extLst>
          </p:cNvPr>
          <p:cNvSpPr>
            <a:spLocks noGrp="1"/>
          </p:cNvSpPr>
          <p:nvPr>
            <p:ph type="pic" sz="quarter" idx="18"/>
          </p:nvPr>
        </p:nvSpPr>
        <p:spPr>
          <a:xfrm>
            <a:off x="10105196" y="6810629"/>
            <a:ext cx="896112" cy="896112"/>
          </a:xfrm>
        </p:spPr>
        <p:txBody>
          <a:bodyPr>
            <a:normAutofit/>
          </a:bodyPr>
          <a:lstStyle>
            <a:lvl1pPr marL="0" indent="0">
              <a:buFontTx/>
              <a:buNone/>
              <a:defRPr sz="1800"/>
            </a:lvl1pPr>
          </a:lstStyle>
          <a:p>
            <a:endParaRPr lang="en-US" dirty="0"/>
          </a:p>
        </p:txBody>
      </p:sp>
      <p:sp>
        <p:nvSpPr>
          <p:cNvPr id="21" name="Text Placeholder 20">
            <a:extLst>
              <a:ext uri="{FF2B5EF4-FFF2-40B4-BE49-F238E27FC236}">
                <a16:creationId xmlns:a16="http://schemas.microsoft.com/office/drawing/2014/main" id="{08A7606E-1E3E-D4A1-0B1C-55A09AF9A1CB}"/>
              </a:ext>
            </a:extLst>
          </p:cNvPr>
          <p:cNvSpPr>
            <a:spLocks noGrp="1"/>
          </p:cNvSpPr>
          <p:nvPr>
            <p:ph type="body" sz="quarter" idx="19" hasCustomPrompt="1"/>
          </p:nvPr>
        </p:nvSpPr>
        <p:spPr>
          <a:xfrm>
            <a:off x="11303759" y="6810375"/>
            <a:ext cx="6260341" cy="420624"/>
          </a:xfrm>
        </p:spPr>
        <p:txBody>
          <a:bodyPr anchor="b">
            <a:noAutofit/>
          </a:bodyPr>
          <a:lstStyle>
            <a:lvl1pPr marL="0" indent="0">
              <a:buNone/>
              <a:defRPr sz="1800" b="1">
                <a:solidFill>
                  <a:srgbClr val="712D91"/>
                </a:solidFill>
              </a:defRPr>
            </a:lvl1pPr>
          </a:lstStyle>
          <a:p>
            <a:pPr lvl="0"/>
            <a:r>
              <a:rPr lang="en-US" dirty="0"/>
              <a:t>SUBTITLE GOES HERE</a:t>
            </a:r>
          </a:p>
        </p:txBody>
      </p:sp>
      <p:sp>
        <p:nvSpPr>
          <p:cNvPr id="23" name="Text Placeholder 22">
            <a:extLst>
              <a:ext uri="{FF2B5EF4-FFF2-40B4-BE49-F238E27FC236}">
                <a16:creationId xmlns:a16="http://schemas.microsoft.com/office/drawing/2014/main" id="{5D932AE9-BDA6-01EA-A821-61449F6F9282}"/>
              </a:ext>
            </a:extLst>
          </p:cNvPr>
          <p:cNvSpPr>
            <a:spLocks noGrp="1"/>
          </p:cNvSpPr>
          <p:nvPr>
            <p:ph type="body" sz="quarter" idx="20"/>
          </p:nvPr>
        </p:nvSpPr>
        <p:spPr>
          <a:xfrm>
            <a:off x="11303759" y="7429500"/>
            <a:ext cx="6252403" cy="1828800"/>
          </a:xfrm>
        </p:spPr>
        <p:txBody>
          <a:bodyPr>
            <a:noAutofit/>
          </a:bodyPr>
          <a:lstStyle>
            <a:lvl1pPr marL="0" indent="0">
              <a:lnSpc>
                <a:spcPct val="150000"/>
              </a:lnSpc>
              <a:spcBef>
                <a:spcPts val="1000"/>
              </a:spcBef>
              <a:buNone/>
              <a:defRPr sz="1800">
                <a:solidFill>
                  <a:schemeClr val="tx2"/>
                </a:solidFill>
              </a:defRPr>
            </a:lvl1pPr>
          </a:lstStyle>
          <a:p>
            <a:pPr lvl="0"/>
            <a:r>
              <a:rPr lang="en-US" dirty="0"/>
              <a:t>Click to edit Master text styles</a:t>
            </a:r>
          </a:p>
        </p:txBody>
      </p:sp>
      <p:cxnSp>
        <p:nvCxnSpPr>
          <p:cNvPr id="6" name="Straight Connector 5">
            <a:extLst>
              <a:ext uri="{FF2B5EF4-FFF2-40B4-BE49-F238E27FC236}">
                <a16:creationId xmlns:a16="http://schemas.microsoft.com/office/drawing/2014/main" id="{66BE4652-26FD-8C99-5848-A4F0AC2F32D3}"/>
              </a:ext>
            </a:extLst>
          </p:cNvPr>
          <p:cNvCxnSpPr/>
          <p:nvPr userDrawn="1"/>
        </p:nvCxnSpPr>
        <p:spPr>
          <a:xfrm>
            <a:off x="793683" y="2119302"/>
            <a:ext cx="807260" cy="0"/>
          </a:xfrm>
          <a:prstGeom prst="line">
            <a:avLst/>
          </a:prstGeom>
          <a:ln w="47625">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8327020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6_3_Copy &amp; Icon Three Blocks Centere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A5E26D-CC6A-9832-7677-5A5B2730E0EA}"/>
              </a:ext>
            </a:extLst>
          </p:cNvPr>
          <p:cNvSpPr>
            <a:spLocks noGrp="1"/>
          </p:cNvSpPr>
          <p:nvPr>
            <p:ph type="title"/>
          </p:nvPr>
        </p:nvSpPr>
        <p:spPr/>
        <p:txBody>
          <a:bodyPr/>
          <a:lstStyle>
            <a:lvl1pPr algn="ctr">
              <a:defRPr/>
            </a:lvl1pPr>
          </a:lstStyle>
          <a:p>
            <a:r>
              <a:rPr lang="en-US" dirty="0"/>
              <a:t>Click to edit Master title style</a:t>
            </a:r>
          </a:p>
        </p:txBody>
      </p:sp>
      <p:sp>
        <p:nvSpPr>
          <p:cNvPr id="3" name="Slide Number Placeholder 2">
            <a:extLst>
              <a:ext uri="{FF2B5EF4-FFF2-40B4-BE49-F238E27FC236}">
                <a16:creationId xmlns:a16="http://schemas.microsoft.com/office/drawing/2014/main" id="{E909D697-744F-2285-BFD2-20675B65E0F3}"/>
              </a:ext>
            </a:extLst>
          </p:cNvPr>
          <p:cNvSpPr>
            <a:spLocks noGrp="1"/>
          </p:cNvSpPr>
          <p:nvPr>
            <p:ph type="sldNum" sz="quarter" idx="10"/>
          </p:nvPr>
        </p:nvSpPr>
        <p:spPr/>
        <p:txBody>
          <a:bodyPr/>
          <a:lstStyle/>
          <a:p>
            <a:fld id="{8CC5BBF2-D04D-C048-9F75-C3CD7CC10D78}" type="slidenum">
              <a:rPr lang="en-US" smtClean="0"/>
              <a:pPr/>
              <a:t>‹#›</a:t>
            </a:fld>
            <a:endParaRPr lang="en-US" dirty="0"/>
          </a:p>
        </p:txBody>
      </p:sp>
      <p:sp>
        <p:nvSpPr>
          <p:cNvPr id="6" name="Picture Placeholder 5">
            <a:extLst>
              <a:ext uri="{FF2B5EF4-FFF2-40B4-BE49-F238E27FC236}">
                <a16:creationId xmlns:a16="http://schemas.microsoft.com/office/drawing/2014/main" id="{0BE13D63-C285-4435-AE36-009D9D7711D7}"/>
              </a:ext>
            </a:extLst>
          </p:cNvPr>
          <p:cNvSpPr>
            <a:spLocks noGrp="1"/>
          </p:cNvSpPr>
          <p:nvPr>
            <p:ph type="pic" sz="quarter" idx="11"/>
          </p:nvPr>
        </p:nvSpPr>
        <p:spPr>
          <a:xfrm>
            <a:off x="3072384" y="2990088"/>
            <a:ext cx="896112" cy="896112"/>
          </a:xfrm>
        </p:spPr>
        <p:txBody>
          <a:bodyPr>
            <a:normAutofit/>
          </a:bodyPr>
          <a:lstStyle>
            <a:lvl1pPr marL="0" indent="0">
              <a:buNone/>
              <a:defRPr sz="1600"/>
            </a:lvl1pPr>
          </a:lstStyle>
          <a:p>
            <a:endParaRPr lang="en-US" dirty="0"/>
          </a:p>
        </p:txBody>
      </p:sp>
      <p:sp>
        <p:nvSpPr>
          <p:cNvPr id="8" name="Text Placeholder 7">
            <a:extLst>
              <a:ext uri="{FF2B5EF4-FFF2-40B4-BE49-F238E27FC236}">
                <a16:creationId xmlns:a16="http://schemas.microsoft.com/office/drawing/2014/main" id="{81693D68-B882-FFBE-B519-91B257D77772}"/>
              </a:ext>
            </a:extLst>
          </p:cNvPr>
          <p:cNvSpPr>
            <a:spLocks noGrp="1"/>
          </p:cNvSpPr>
          <p:nvPr>
            <p:ph type="body" sz="quarter" idx="12"/>
          </p:nvPr>
        </p:nvSpPr>
        <p:spPr>
          <a:xfrm>
            <a:off x="969264" y="4352544"/>
            <a:ext cx="5257800" cy="4910328"/>
          </a:xfrm>
        </p:spPr>
        <p:txBody>
          <a:bodyPr>
            <a:noAutofit/>
          </a:bodyPr>
          <a:lstStyle>
            <a:lvl1pPr marL="0" indent="0" algn="ctr">
              <a:lnSpc>
                <a:spcPct val="150000"/>
              </a:lnSpc>
              <a:spcBef>
                <a:spcPts val="1000"/>
              </a:spcBef>
              <a:buFontTx/>
              <a:buNone/>
              <a:defRPr sz="1800">
                <a:solidFill>
                  <a:schemeClr val="tx2"/>
                </a:solidFill>
              </a:defRPr>
            </a:lvl1pPr>
          </a:lstStyle>
          <a:p>
            <a:pPr lvl="0"/>
            <a:r>
              <a:rPr lang="en-US" dirty="0"/>
              <a:t>Click to edit Master text styles</a:t>
            </a:r>
          </a:p>
        </p:txBody>
      </p:sp>
      <p:sp>
        <p:nvSpPr>
          <p:cNvPr id="10" name="Picture Placeholder 9">
            <a:extLst>
              <a:ext uri="{FF2B5EF4-FFF2-40B4-BE49-F238E27FC236}">
                <a16:creationId xmlns:a16="http://schemas.microsoft.com/office/drawing/2014/main" id="{70D4DB46-4C8C-9E6B-748C-FA553B01EF6D}"/>
              </a:ext>
            </a:extLst>
          </p:cNvPr>
          <p:cNvSpPr>
            <a:spLocks noGrp="1"/>
          </p:cNvSpPr>
          <p:nvPr>
            <p:ph type="pic" sz="quarter" idx="13"/>
          </p:nvPr>
        </p:nvSpPr>
        <p:spPr>
          <a:xfrm>
            <a:off x="8695944" y="2990088"/>
            <a:ext cx="896112" cy="896112"/>
          </a:xfrm>
        </p:spPr>
        <p:txBody>
          <a:bodyPr>
            <a:normAutofit/>
          </a:bodyPr>
          <a:lstStyle>
            <a:lvl1pPr marL="0" indent="0">
              <a:buFontTx/>
              <a:buNone/>
              <a:defRPr sz="1600"/>
            </a:lvl1pPr>
          </a:lstStyle>
          <a:p>
            <a:endParaRPr lang="en-US" dirty="0"/>
          </a:p>
        </p:txBody>
      </p:sp>
      <p:sp>
        <p:nvSpPr>
          <p:cNvPr id="12" name="Text Placeholder 11">
            <a:extLst>
              <a:ext uri="{FF2B5EF4-FFF2-40B4-BE49-F238E27FC236}">
                <a16:creationId xmlns:a16="http://schemas.microsoft.com/office/drawing/2014/main" id="{ECB5886C-3244-9F71-B087-514CAECF79DC}"/>
              </a:ext>
            </a:extLst>
          </p:cNvPr>
          <p:cNvSpPr>
            <a:spLocks noGrp="1"/>
          </p:cNvSpPr>
          <p:nvPr>
            <p:ph type="body" sz="quarter" idx="14"/>
          </p:nvPr>
        </p:nvSpPr>
        <p:spPr>
          <a:xfrm>
            <a:off x="6515100" y="4352925"/>
            <a:ext cx="5257800" cy="4905375"/>
          </a:xfrm>
        </p:spPr>
        <p:txBody>
          <a:bodyPr>
            <a:noAutofit/>
          </a:bodyPr>
          <a:lstStyle>
            <a:lvl1pPr marL="0" indent="0" algn="ctr">
              <a:lnSpc>
                <a:spcPct val="150000"/>
              </a:lnSpc>
              <a:spcBef>
                <a:spcPts val="1000"/>
              </a:spcBef>
              <a:buFontTx/>
              <a:buNone/>
              <a:defRPr sz="1800">
                <a:solidFill>
                  <a:schemeClr val="tx2"/>
                </a:solidFill>
              </a:defRPr>
            </a:lvl1pPr>
          </a:lstStyle>
          <a:p>
            <a:pPr lvl="0"/>
            <a:r>
              <a:rPr lang="en-US" dirty="0"/>
              <a:t>Click to edit Master text styles</a:t>
            </a:r>
          </a:p>
        </p:txBody>
      </p:sp>
      <p:sp>
        <p:nvSpPr>
          <p:cNvPr id="14" name="Picture Placeholder 13">
            <a:extLst>
              <a:ext uri="{FF2B5EF4-FFF2-40B4-BE49-F238E27FC236}">
                <a16:creationId xmlns:a16="http://schemas.microsoft.com/office/drawing/2014/main" id="{6880B0B5-D5B0-26A7-9D2F-2222802873E8}"/>
              </a:ext>
            </a:extLst>
          </p:cNvPr>
          <p:cNvSpPr>
            <a:spLocks noGrp="1"/>
          </p:cNvSpPr>
          <p:nvPr>
            <p:ph type="pic" sz="quarter" idx="15"/>
          </p:nvPr>
        </p:nvSpPr>
        <p:spPr>
          <a:xfrm>
            <a:off x="14487144" y="2990088"/>
            <a:ext cx="896112" cy="896112"/>
          </a:xfrm>
        </p:spPr>
        <p:txBody>
          <a:bodyPr>
            <a:normAutofit/>
          </a:bodyPr>
          <a:lstStyle>
            <a:lvl1pPr marL="0" indent="0">
              <a:buNone/>
              <a:defRPr sz="1600"/>
            </a:lvl1pPr>
          </a:lstStyle>
          <a:p>
            <a:endParaRPr lang="en-US" dirty="0"/>
          </a:p>
        </p:txBody>
      </p:sp>
      <p:sp>
        <p:nvSpPr>
          <p:cNvPr id="16" name="Text Placeholder 15">
            <a:extLst>
              <a:ext uri="{FF2B5EF4-FFF2-40B4-BE49-F238E27FC236}">
                <a16:creationId xmlns:a16="http://schemas.microsoft.com/office/drawing/2014/main" id="{8D40CC51-DA69-F340-2C8A-CEBD0A464DC0}"/>
              </a:ext>
            </a:extLst>
          </p:cNvPr>
          <p:cNvSpPr>
            <a:spLocks noGrp="1"/>
          </p:cNvSpPr>
          <p:nvPr>
            <p:ph type="body" sz="quarter" idx="16"/>
          </p:nvPr>
        </p:nvSpPr>
        <p:spPr>
          <a:xfrm>
            <a:off x="12306300" y="4352925"/>
            <a:ext cx="5257800" cy="4905375"/>
          </a:xfrm>
        </p:spPr>
        <p:txBody>
          <a:bodyPr>
            <a:normAutofit/>
          </a:bodyPr>
          <a:lstStyle>
            <a:lvl1pPr marL="0" indent="0" algn="ctr">
              <a:lnSpc>
                <a:spcPct val="150000"/>
              </a:lnSpc>
              <a:spcBef>
                <a:spcPts val="1000"/>
              </a:spcBef>
              <a:buFontTx/>
              <a:buNone/>
              <a:defRPr sz="1800">
                <a:solidFill>
                  <a:schemeClr val="tx2"/>
                </a:solidFill>
              </a:defRPr>
            </a:lvl1pPr>
          </a:lstStyle>
          <a:p>
            <a:pPr lvl="0"/>
            <a:r>
              <a:rPr lang="en-US" dirty="0"/>
              <a:t>Click to edit Master text styles</a:t>
            </a:r>
          </a:p>
        </p:txBody>
      </p:sp>
      <p:cxnSp>
        <p:nvCxnSpPr>
          <p:cNvPr id="5" name="Straight Connector 4">
            <a:extLst>
              <a:ext uri="{FF2B5EF4-FFF2-40B4-BE49-F238E27FC236}">
                <a16:creationId xmlns:a16="http://schemas.microsoft.com/office/drawing/2014/main" id="{C979D5E1-3886-D84A-57A9-0ABB609238D2}"/>
              </a:ext>
            </a:extLst>
          </p:cNvPr>
          <p:cNvCxnSpPr/>
          <p:nvPr userDrawn="1"/>
        </p:nvCxnSpPr>
        <p:spPr>
          <a:xfrm>
            <a:off x="8740370" y="2119302"/>
            <a:ext cx="807260" cy="0"/>
          </a:xfrm>
          <a:prstGeom prst="line">
            <a:avLst/>
          </a:prstGeom>
          <a:ln w="47625">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7494124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6_4_Copy &amp; Icon Subhead Three Blocks Centere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8F130-06A8-C01C-44FB-67AC96D065AF}"/>
              </a:ext>
            </a:extLst>
          </p:cNvPr>
          <p:cNvSpPr>
            <a:spLocks noGrp="1"/>
          </p:cNvSpPr>
          <p:nvPr>
            <p:ph type="title"/>
          </p:nvPr>
        </p:nvSpPr>
        <p:spPr/>
        <p:txBody>
          <a:bodyPr/>
          <a:lstStyle>
            <a:lvl1pPr algn="ctr">
              <a:defRPr/>
            </a:lvl1pPr>
          </a:lstStyle>
          <a:p>
            <a:r>
              <a:rPr lang="en-US" dirty="0"/>
              <a:t>Click to edit Master title style</a:t>
            </a:r>
          </a:p>
        </p:txBody>
      </p:sp>
      <p:sp>
        <p:nvSpPr>
          <p:cNvPr id="3" name="Slide Number Placeholder 2">
            <a:extLst>
              <a:ext uri="{FF2B5EF4-FFF2-40B4-BE49-F238E27FC236}">
                <a16:creationId xmlns:a16="http://schemas.microsoft.com/office/drawing/2014/main" id="{EDC8ED44-B637-C4A3-DB02-FF25861366E6}"/>
              </a:ext>
            </a:extLst>
          </p:cNvPr>
          <p:cNvSpPr>
            <a:spLocks noGrp="1"/>
          </p:cNvSpPr>
          <p:nvPr>
            <p:ph type="sldNum" sz="quarter" idx="10"/>
          </p:nvPr>
        </p:nvSpPr>
        <p:spPr/>
        <p:txBody>
          <a:bodyPr/>
          <a:lstStyle/>
          <a:p>
            <a:fld id="{8CC5BBF2-D04D-C048-9F75-C3CD7CC10D78}" type="slidenum">
              <a:rPr lang="en-US" smtClean="0"/>
              <a:pPr/>
              <a:t>‹#›</a:t>
            </a:fld>
            <a:endParaRPr lang="en-US" dirty="0"/>
          </a:p>
        </p:txBody>
      </p:sp>
      <p:sp>
        <p:nvSpPr>
          <p:cNvPr id="6" name="Picture Placeholder 5">
            <a:extLst>
              <a:ext uri="{FF2B5EF4-FFF2-40B4-BE49-F238E27FC236}">
                <a16:creationId xmlns:a16="http://schemas.microsoft.com/office/drawing/2014/main" id="{9B3C41BD-C70E-A159-D79C-C7D127F9D446}"/>
              </a:ext>
            </a:extLst>
          </p:cNvPr>
          <p:cNvSpPr>
            <a:spLocks noGrp="1"/>
          </p:cNvSpPr>
          <p:nvPr>
            <p:ph type="pic" sz="quarter" idx="11"/>
          </p:nvPr>
        </p:nvSpPr>
        <p:spPr>
          <a:xfrm>
            <a:off x="3072384" y="2990088"/>
            <a:ext cx="896112" cy="896112"/>
          </a:xfrm>
        </p:spPr>
        <p:txBody>
          <a:bodyPr>
            <a:normAutofit/>
          </a:bodyPr>
          <a:lstStyle>
            <a:lvl1pPr marL="0" indent="0">
              <a:buNone/>
              <a:defRPr sz="1800"/>
            </a:lvl1pPr>
          </a:lstStyle>
          <a:p>
            <a:endParaRPr lang="en-US"/>
          </a:p>
        </p:txBody>
      </p:sp>
      <p:sp>
        <p:nvSpPr>
          <p:cNvPr id="8" name="Text Placeholder 7">
            <a:extLst>
              <a:ext uri="{FF2B5EF4-FFF2-40B4-BE49-F238E27FC236}">
                <a16:creationId xmlns:a16="http://schemas.microsoft.com/office/drawing/2014/main" id="{DAA5FD10-49ED-8D00-1ACB-67CC64B26AA5}"/>
              </a:ext>
            </a:extLst>
          </p:cNvPr>
          <p:cNvSpPr>
            <a:spLocks noGrp="1"/>
          </p:cNvSpPr>
          <p:nvPr>
            <p:ph type="body" sz="quarter" idx="12" hasCustomPrompt="1"/>
          </p:nvPr>
        </p:nvSpPr>
        <p:spPr>
          <a:xfrm>
            <a:off x="873252" y="4152900"/>
            <a:ext cx="5294376" cy="420624"/>
          </a:xfrm>
        </p:spPr>
        <p:txBody>
          <a:bodyPr anchor="b">
            <a:noAutofit/>
          </a:bodyPr>
          <a:lstStyle>
            <a:lvl1pPr marL="0" indent="0" algn="ctr">
              <a:lnSpc>
                <a:spcPct val="100000"/>
              </a:lnSpc>
              <a:spcBef>
                <a:spcPts val="1000"/>
              </a:spcBef>
              <a:buFontTx/>
              <a:buNone/>
              <a:defRPr sz="1800" b="1" cap="all" baseline="0">
                <a:solidFill>
                  <a:srgbClr val="712D91"/>
                </a:solidFill>
              </a:defRPr>
            </a:lvl1pPr>
          </a:lstStyle>
          <a:p>
            <a:pPr lvl="0"/>
            <a:r>
              <a:rPr lang="en-US" dirty="0"/>
              <a:t>SUBTITLE GOES HERE</a:t>
            </a:r>
          </a:p>
        </p:txBody>
      </p:sp>
      <p:sp>
        <p:nvSpPr>
          <p:cNvPr id="10" name="Text Placeholder 9">
            <a:extLst>
              <a:ext uri="{FF2B5EF4-FFF2-40B4-BE49-F238E27FC236}">
                <a16:creationId xmlns:a16="http://schemas.microsoft.com/office/drawing/2014/main" id="{CA97671C-EC89-60C9-4DEB-6133BAD5B4B7}"/>
              </a:ext>
            </a:extLst>
          </p:cNvPr>
          <p:cNvSpPr>
            <a:spLocks noGrp="1"/>
          </p:cNvSpPr>
          <p:nvPr>
            <p:ph type="body" sz="quarter" idx="13"/>
          </p:nvPr>
        </p:nvSpPr>
        <p:spPr>
          <a:xfrm>
            <a:off x="873125" y="4819650"/>
            <a:ext cx="5294313" cy="4438650"/>
          </a:xfrm>
        </p:spPr>
        <p:txBody>
          <a:bodyPr>
            <a:noAutofit/>
          </a:bodyPr>
          <a:lstStyle>
            <a:lvl1pPr marL="0" indent="0" algn="ctr">
              <a:lnSpc>
                <a:spcPct val="150000"/>
              </a:lnSpc>
              <a:spcBef>
                <a:spcPts val="1000"/>
              </a:spcBef>
              <a:buNone/>
              <a:defRPr sz="1800">
                <a:solidFill>
                  <a:schemeClr val="tx2"/>
                </a:solidFill>
              </a:defRPr>
            </a:lvl1pPr>
          </a:lstStyle>
          <a:p>
            <a:pPr lvl="0"/>
            <a:r>
              <a:rPr lang="en-US" dirty="0"/>
              <a:t>Click to edit Master text styles</a:t>
            </a:r>
          </a:p>
        </p:txBody>
      </p:sp>
      <p:sp>
        <p:nvSpPr>
          <p:cNvPr id="12" name="Picture Placeholder 11">
            <a:extLst>
              <a:ext uri="{FF2B5EF4-FFF2-40B4-BE49-F238E27FC236}">
                <a16:creationId xmlns:a16="http://schemas.microsoft.com/office/drawing/2014/main" id="{FB667DB5-EFD1-500B-33D8-3BCF0088C55E}"/>
              </a:ext>
            </a:extLst>
          </p:cNvPr>
          <p:cNvSpPr>
            <a:spLocks noGrp="1"/>
          </p:cNvSpPr>
          <p:nvPr>
            <p:ph type="pic" sz="quarter" idx="14"/>
          </p:nvPr>
        </p:nvSpPr>
        <p:spPr>
          <a:xfrm>
            <a:off x="8701088" y="2990088"/>
            <a:ext cx="896112" cy="896112"/>
          </a:xfrm>
        </p:spPr>
        <p:txBody>
          <a:bodyPr>
            <a:normAutofit/>
          </a:bodyPr>
          <a:lstStyle>
            <a:lvl1pPr marL="0" indent="0">
              <a:buFontTx/>
              <a:buNone/>
              <a:defRPr sz="1800"/>
            </a:lvl1pPr>
          </a:lstStyle>
          <a:p>
            <a:endParaRPr lang="en-US" dirty="0"/>
          </a:p>
        </p:txBody>
      </p:sp>
      <p:sp>
        <p:nvSpPr>
          <p:cNvPr id="14" name="Text Placeholder 13">
            <a:extLst>
              <a:ext uri="{FF2B5EF4-FFF2-40B4-BE49-F238E27FC236}">
                <a16:creationId xmlns:a16="http://schemas.microsoft.com/office/drawing/2014/main" id="{40F1BA48-1645-0FDC-304B-F12698FF4DFE}"/>
              </a:ext>
            </a:extLst>
          </p:cNvPr>
          <p:cNvSpPr>
            <a:spLocks noGrp="1"/>
          </p:cNvSpPr>
          <p:nvPr>
            <p:ph type="body" sz="quarter" idx="15" hasCustomPrompt="1"/>
          </p:nvPr>
        </p:nvSpPr>
        <p:spPr>
          <a:xfrm>
            <a:off x="6496812" y="4151376"/>
            <a:ext cx="5294376" cy="420624"/>
          </a:xfrm>
        </p:spPr>
        <p:txBody>
          <a:bodyPr anchor="b">
            <a:noAutofit/>
          </a:bodyPr>
          <a:lstStyle>
            <a:lvl1pPr marL="0" indent="0" algn="ctr">
              <a:buNone/>
              <a:defRPr sz="1800" b="1" cap="all" baseline="0">
                <a:solidFill>
                  <a:srgbClr val="712D91"/>
                </a:solidFill>
              </a:defRPr>
            </a:lvl1pPr>
          </a:lstStyle>
          <a:p>
            <a:pPr lvl="0"/>
            <a:r>
              <a:rPr lang="en-US" dirty="0"/>
              <a:t>SUBTITLE GOES HERE</a:t>
            </a:r>
          </a:p>
        </p:txBody>
      </p:sp>
      <p:sp>
        <p:nvSpPr>
          <p:cNvPr id="16" name="Text Placeholder 15">
            <a:extLst>
              <a:ext uri="{FF2B5EF4-FFF2-40B4-BE49-F238E27FC236}">
                <a16:creationId xmlns:a16="http://schemas.microsoft.com/office/drawing/2014/main" id="{B8B6B89B-4872-1095-6C75-A748556426F6}"/>
              </a:ext>
            </a:extLst>
          </p:cNvPr>
          <p:cNvSpPr>
            <a:spLocks noGrp="1"/>
          </p:cNvSpPr>
          <p:nvPr>
            <p:ph type="body" sz="quarter" idx="16"/>
          </p:nvPr>
        </p:nvSpPr>
        <p:spPr>
          <a:xfrm>
            <a:off x="6496050" y="4819650"/>
            <a:ext cx="5294313" cy="4438650"/>
          </a:xfrm>
        </p:spPr>
        <p:txBody>
          <a:bodyPr>
            <a:noAutofit/>
          </a:bodyPr>
          <a:lstStyle>
            <a:lvl1pPr marL="0" indent="0" algn="ctr">
              <a:lnSpc>
                <a:spcPct val="150000"/>
              </a:lnSpc>
              <a:spcBef>
                <a:spcPts val="1000"/>
              </a:spcBef>
              <a:buNone/>
              <a:defRPr lang="en-US" sz="1800" kern="1200" dirty="0">
                <a:solidFill>
                  <a:schemeClr val="tx2"/>
                </a:solidFill>
                <a:latin typeface="+mn-lt"/>
                <a:ea typeface="+mn-ea"/>
                <a:cs typeface="+mn-cs"/>
              </a:defRPr>
            </a:lvl1pPr>
          </a:lstStyle>
          <a:p>
            <a:pPr lvl="0"/>
            <a:r>
              <a:rPr lang="en-US" dirty="0"/>
              <a:t>Click to edit Master text styles</a:t>
            </a:r>
          </a:p>
        </p:txBody>
      </p:sp>
      <p:sp>
        <p:nvSpPr>
          <p:cNvPr id="18" name="Picture Placeholder 17">
            <a:extLst>
              <a:ext uri="{FF2B5EF4-FFF2-40B4-BE49-F238E27FC236}">
                <a16:creationId xmlns:a16="http://schemas.microsoft.com/office/drawing/2014/main" id="{EB872AFD-5A36-643C-BC39-9C08F142B7C6}"/>
              </a:ext>
            </a:extLst>
          </p:cNvPr>
          <p:cNvSpPr>
            <a:spLocks noGrp="1"/>
          </p:cNvSpPr>
          <p:nvPr>
            <p:ph type="pic" sz="quarter" idx="17"/>
          </p:nvPr>
        </p:nvSpPr>
        <p:spPr>
          <a:xfrm>
            <a:off x="14468856" y="2990088"/>
            <a:ext cx="896112" cy="896112"/>
          </a:xfrm>
        </p:spPr>
        <p:txBody>
          <a:bodyPr>
            <a:normAutofit/>
          </a:bodyPr>
          <a:lstStyle>
            <a:lvl1pPr marL="0" indent="0">
              <a:buNone/>
              <a:defRPr sz="1800"/>
            </a:lvl1pPr>
          </a:lstStyle>
          <a:p>
            <a:endParaRPr lang="en-US" dirty="0"/>
          </a:p>
        </p:txBody>
      </p:sp>
      <p:sp>
        <p:nvSpPr>
          <p:cNvPr id="25" name="Text Placeholder 24">
            <a:extLst>
              <a:ext uri="{FF2B5EF4-FFF2-40B4-BE49-F238E27FC236}">
                <a16:creationId xmlns:a16="http://schemas.microsoft.com/office/drawing/2014/main" id="{DE46DE20-0853-4C35-421B-5D9011F96275}"/>
              </a:ext>
            </a:extLst>
          </p:cNvPr>
          <p:cNvSpPr>
            <a:spLocks noGrp="1"/>
          </p:cNvSpPr>
          <p:nvPr>
            <p:ph type="body" sz="quarter" idx="18" hasCustomPrompt="1"/>
          </p:nvPr>
        </p:nvSpPr>
        <p:spPr>
          <a:xfrm>
            <a:off x="12269724" y="4151376"/>
            <a:ext cx="5294376" cy="420687"/>
          </a:xfrm>
        </p:spPr>
        <p:txBody>
          <a:bodyPr anchor="b">
            <a:normAutofit/>
          </a:bodyPr>
          <a:lstStyle>
            <a:lvl1pPr marL="0" indent="0" algn="ctr">
              <a:buFontTx/>
              <a:buNone/>
              <a:defRPr sz="1800" b="1" cap="all" baseline="0">
                <a:solidFill>
                  <a:srgbClr val="712D91"/>
                </a:solidFill>
              </a:defRPr>
            </a:lvl1pPr>
          </a:lstStyle>
          <a:p>
            <a:pPr lvl="0"/>
            <a:r>
              <a:rPr lang="en-US" dirty="0"/>
              <a:t>Subtitle Goes Here</a:t>
            </a:r>
          </a:p>
        </p:txBody>
      </p:sp>
      <p:sp>
        <p:nvSpPr>
          <p:cNvPr id="29" name="Text Placeholder 28">
            <a:extLst>
              <a:ext uri="{FF2B5EF4-FFF2-40B4-BE49-F238E27FC236}">
                <a16:creationId xmlns:a16="http://schemas.microsoft.com/office/drawing/2014/main" id="{E9B05875-A1CD-7B00-894F-86EA24B7926B}"/>
              </a:ext>
            </a:extLst>
          </p:cNvPr>
          <p:cNvSpPr>
            <a:spLocks noGrp="1"/>
          </p:cNvSpPr>
          <p:nvPr>
            <p:ph type="body" sz="quarter" idx="19"/>
          </p:nvPr>
        </p:nvSpPr>
        <p:spPr>
          <a:xfrm>
            <a:off x="12269788" y="4819650"/>
            <a:ext cx="5294376" cy="4438650"/>
          </a:xfrm>
        </p:spPr>
        <p:txBody>
          <a:bodyPr>
            <a:normAutofit/>
          </a:bodyPr>
          <a:lstStyle>
            <a:lvl1pPr marL="0" indent="0" algn="ctr">
              <a:lnSpc>
                <a:spcPct val="150000"/>
              </a:lnSpc>
              <a:spcBef>
                <a:spcPts val="1000"/>
              </a:spcBef>
              <a:buNone/>
              <a:defRPr sz="1800">
                <a:solidFill>
                  <a:schemeClr val="tx2"/>
                </a:solidFill>
              </a:defRPr>
            </a:lvl1pPr>
          </a:lstStyle>
          <a:p>
            <a:pPr lvl="0"/>
            <a:r>
              <a:rPr lang="en-US" dirty="0"/>
              <a:t>Click to edit Master text styles</a:t>
            </a:r>
          </a:p>
        </p:txBody>
      </p:sp>
      <p:cxnSp>
        <p:nvCxnSpPr>
          <p:cNvPr id="5" name="Straight Connector 4">
            <a:extLst>
              <a:ext uri="{FF2B5EF4-FFF2-40B4-BE49-F238E27FC236}">
                <a16:creationId xmlns:a16="http://schemas.microsoft.com/office/drawing/2014/main" id="{B2A82AB7-EDBB-3DA4-DDAE-B4F77AAE876D}"/>
              </a:ext>
            </a:extLst>
          </p:cNvPr>
          <p:cNvCxnSpPr/>
          <p:nvPr userDrawn="1"/>
        </p:nvCxnSpPr>
        <p:spPr>
          <a:xfrm>
            <a:off x="8740370" y="2119302"/>
            <a:ext cx="807260" cy="0"/>
          </a:xfrm>
          <a:prstGeom prst="line">
            <a:avLst/>
          </a:prstGeom>
          <a:ln w="47625">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5566647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6_5_Copy &amp; Icon Image Copy Block &amp; Icon Three Block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DCDBD7-3DA6-A9C6-EFA5-FDEBB976B038}"/>
              </a:ext>
            </a:extLst>
          </p:cNvPr>
          <p:cNvSpPr>
            <a:spLocks noGrp="1"/>
          </p:cNvSpPr>
          <p:nvPr>
            <p:ph type="title"/>
          </p:nvPr>
        </p:nvSpPr>
        <p:spPr>
          <a:xfrm>
            <a:off x="6060557" y="271849"/>
            <a:ext cx="11483977" cy="1663307"/>
          </a:xfrm>
        </p:spPr>
        <p:txBody>
          <a:bodyPr/>
          <a:lstStyle/>
          <a:p>
            <a:r>
              <a:rPr lang="en-US" dirty="0"/>
              <a:t>Click to edit Master title style</a:t>
            </a:r>
          </a:p>
        </p:txBody>
      </p:sp>
      <p:sp>
        <p:nvSpPr>
          <p:cNvPr id="3" name="Slide Number Placeholder 2">
            <a:extLst>
              <a:ext uri="{FF2B5EF4-FFF2-40B4-BE49-F238E27FC236}">
                <a16:creationId xmlns:a16="http://schemas.microsoft.com/office/drawing/2014/main" id="{8A2DCCFE-FFFF-68B1-2324-E8D5532D77CC}"/>
              </a:ext>
            </a:extLst>
          </p:cNvPr>
          <p:cNvSpPr>
            <a:spLocks noGrp="1"/>
          </p:cNvSpPr>
          <p:nvPr>
            <p:ph type="sldNum" sz="quarter" idx="10"/>
          </p:nvPr>
        </p:nvSpPr>
        <p:spPr/>
        <p:txBody>
          <a:bodyPr/>
          <a:lstStyle/>
          <a:p>
            <a:fld id="{8CC5BBF2-D04D-C048-9F75-C3CD7CC10D78}" type="slidenum">
              <a:rPr lang="en-US" smtClean="0"/>
              <a:pPr/>
              <a:t>‹#›</a:t>
            </a:fld>
            <a:endParaRPr lang="en-US" dirty="0"/>
          </a:p>
        </p:txBody>
      </p:sp>
      <p:sp>
        <p:nvSpPr>
          <p:cNvPr id="5" name="Picture Placeholder 4">
            <a:extLst>
              <a:ext uri="{FF2B5EF4-FFF2-40B4-BE49-F238E27FC236}">
                <a16:creationId xmlns:a16="http://schemas.microsoft.com/office/drawing/2014/main" id="{C21DCF43-DB50-E74F-CEC1-085B078BDCEC}"/>
              </a:ext>
            </a:extLst>
          </p:cNvPr>
          <p:cNvSpPr>
            <a:spLocks noGrp="1" noChangeAspect="1"/>
          </p:cNvSpPr>
          <p:nvPr>
            <p:ph type="pic" sz="quarter" idx="11"/>
          </p:nvPr>
        </p:nvSpPr>
        <p:spPr>
          <a:xfrm>
            <a:off x="0" y="1"/>
            <a:ext cx="5568696" cy="9682822"/>
          </a:xfrm>
        </p:spPr>
        <p:txBody>
          <a:bodyPr/>
          <a:lstStyle/>
          <a:p>
            <a:endParaRPr lang="en-US"/>
          </a:p>
        </p:txBody>
      </p:sp>
      <p:sp>
        <p:nvSpPr>
          <p:cNvPr id="8" name="Text Placeholder 7">
            <a:extLst>
              <a:ext uri="{FF2B5EF4-FFF2-40B4-BE49-F238E27FC236}">
                <a16:creationId xmlns:a16="http://schemas.microsoft.com/office/drawing/2014/main" id="{C976234B-E0FA-CF0C-FEE2-F2F08C45E288}"/>
              </a:ext>
            </a:extLst>
          </p:cNvPr>
          <p:cNvSpPr>
            <a:spLocks noGrp="1"/>
          </p:cNvSpPr>
          <p:nvPr>
            <p:ph type="body" sz="quarter" idx="12"/>
          </p:nvPr>
        </p:nvSpPr>
        <p:spPr>
          <a:xfrm>
            <a:off x="6061075" y="2636838"/>
            <a:ext cx="11483975" cy="2191875"/>
          </a:xfrm>
        </p:spPr>
        <p:txBody>
          <a:bodyPr>
            <a:noAutofit/>
          </a:bodyPr>
          <a:lstStyle>
            <a:lvl1pPr marL="0" indent="0">
              <a:lnSpc>
                <a:spcPct val="150000"/>
              </a:lnSpc>
              <a:spcBef>
                <a:spcPts val="1000"/>
              </a:spcBef>
              <a:buFontTx/>
              <a:buNone/>
              <a:defRPr sz="1800">
                <a:solidFill>
                  <a:schemeClr val="tx2"/>
                </a:solidFill>
              </a:defRPr>
            </a:lvl1pPr>
          </a:lstStyle>
          <a:p>
            <a:pPr lvl="0"/>
            <a:r>
              <a:rPr lang="en-US" dirty="0"/>
              <a:t>Click to edit Master text styles</a:t>
            </a:r>
          </a:p>
        </p:txBody>
      </p:sp>
      <p:sp>
        <p:nvSpPr>
          <p:cNvPr id="10" name="Picture Placeholder 9">
            <a:extLst>
              <a:ext uri="{FF2B5EF4-FFF2-40B4-BE49-F238E27FC236}">
                <a16:creationId xmlns:a16="http://schemas.microsoft.com/office/drawing/2014/main" id="{BE57EBD9-0733-85AD-E220-90EDFB30C60B}"/>
              </a:ext>
            </a:extLst>
          </p:cNvPr>
          <p:cNvSpPr>
            <a:spLocks noGrp="1"/>
          </p:cNvSpPr>
          <p:nvPr>
            <p:ph type="pic" sz="quarter" idx="13"/>
          </p:nvPr>
        </p:nvSpPr>
        <p:spPr>
          <a:xfrm>
            <a:off x="7249277" y="5193792"/>
            <a:ext cx="896112" cy="896112"/>
          </a:xfrm>
        </p:spPr>
        <p:txBody>
          <a:bodyPr>
            <a:normAutofit/>
          </a:bodyPr>
          <a:lstStyle>
            <a:lvl1pPr marL="0" indent="0">
              <a:buNone/>
              <a:defRPr sz="1800"/>
            </a:lvl1pPr>
          </a:lstStyle>
          <a:p>
            <a:endParaRPr lang="en-US" dirty="0"/>
          </a:p>
        </p:txBody>
      </p:sp>
      <p:sp>
        <p:nvSpPr>
          <p:cNvPr id="12" name="Text Placeholder 11">
            <a:extLst>
              <a:ext uri="{FF2B5EF4-FFF2-40B4-BE49-F238E27FC236}">
                <a16:creationId xmlns:a16="http://schemas.microsoft.com/office/drawing/2014/main" id="{E22FA8C2-E3C4-5BB7-133C-CF1AEDFF86D9}"/>
              </a:ext>
            </a:extLst>
          </p:cNvPr>
          <p:cNvSpPr>
            <a:spLocks noGrp="1"/>
          </p:cNvSpPr>
          <p:nvPr>
            <p:ph type="body" sz="quarter" idx="14" hasCustomPrompt="1"/>
          </p:nvPr>
        </p:nvSpPr>
        <p:spPr>
          <a:xfrm>
            <a:off x="6060557" y="6199632"/>
            <a:ext cx="3566160" cy="420624"/>
          </a:xfrm>
        </p:spPr>
        <p:txBody>
          <a:bodyPr anchor="b">
            <a:noAutofit/>
          </a:bodyPr>
          <a:lstStyle>
            <a:lvl1pPr marL="0" indent="0" algn="ctr">
              <a:lnSpc>
                <a:spcPct val="100000"/>
              </a:lnSpc>
              <a:spcBef>
                <a:spcPts val="1000"/>
              </a:spcBef>
              <a:buFontTx/>
              <a:buNone/>
              <a:defRPr sz="1800" b="1" cap="all" baseline="0">
                <a:solidFill>
                  <a:srgbClr val="712D91"/>
                </a:solidFill>
              </a:defRPr>
            </a:lvl1pPr>
          </a:lstStyle>
          <a:p>
            <a:pPr lvl="0"/>
            <a:r>
              <a:rPr lang="en-US" dirty="0"/>
              <a:t>Subtitle goes here</a:t>
            </a:r>
          </a:p>
        </p:txBody>
      </p:sp>
      <p:sp>
        <p:nvSpPr>
          <p:cNvPr id="14" name="Text Placeholder 13">
            <a:extLst>
              <a:ext uri="{FF2B5EF4-FFF2-40B4-BE49-F238E27FC236}">
                <a16:creationId xmlns:a16="http://schemas.microsoft.com/office/drawing/2014/main" id="{5476E22B-BC9C-0323-E0F7-2C95F4974393}"/>
              </a:ext>
            </a:extLst>
          </p:cNvPr>
          <p:cNvSpPr>
            <a:spLocks noGrp="1"/>
          </p:cNvSpPr>
          <p:nvPr>
            <p:ph type="body" sz="quarter" idx="15"/>
          </p:nvPr>
        </p:nvSpPr>
        <p:spPr>
          <a:xfrm>
            <a:off x="6060747" y="6620256"/>
            <a:ext cx="3566160" cy="2638044"/>
          </a:xfrm>
        </p:spPr>
        <p:txBody>
          <a:bodyPr>
            <a:noAutofit/>
          </a:bodyPr>
          <a:lstStyle>
            <a:lvl1pPr marL="0" indent="0" algn="ctr">
              <a:lnSpc>
                <a:spcPct val="150000"/>
              </a:lnSpc>
              <a:spcBef>
                <a:spcPts val="1000"/>
              </a:spcBef>
              <a:buNone/>
              <a:defRPr sz="1800">
                <a:solidFill>
                  <a:schemeClr val="tx2"/>
                </a:solidFill>
              </a:defRPr>
            </a:lvl1pPr>
          </a:lstStyle>
          <a:p>
            <a:pPr lvl="0"/>
            <a:r>
              <a:rPr lang="en-US" dirty="0"/>
              <a:t>Click to edit Master text styles</a:t>
            </a:r>
          </a:p>
        </p:txBody>
      </p:sp>
      <p:sp>
        <p:nvSpPr>
          <p:cNvPr id="16" name="Picture Placeholder 15">
            <a:extLst>
              <a:ext uri="{FF2B5EF4-FFF2-40B4-BE49-F238E27FC236}">
                <a16:creationId xmlns:a16="http://schemas.microsoft.com/office/drawing/2014/main" id="{81D25508-75DE-C7CA-C83B-2233384510ED}"/>
              </a:ext>
            </a:extLst>
          </p:cNvPr>
          <p:cNvSpPr>
            <a:spLocks noGrp="1"/>
          </p:cNvSpPr>
          <p:nvPr>
            <p:ph type="pic" sz="quarter" idx="16"/>
          </p:nvPr>
        </p:nvSpPr>
        <p:spPr>
          <a:xfrm>
            <a:off x="11354394" y="5194300"/>
            <a:ext cx="896112" cy="896112"/>
          </a:xfrm>
        </p:spPr>
        <p:txBody>
          <a:bodyPr>
            <a:noAutofit/>
          </a:bodyPr>
          <a:lstStyle>
            <a:lvl1pPr marL="0" indent="0">
              <a:buNone/>
              <a:defRPr sz="1800"/>
            </a:lvl1pPr>
          </a:lstStyle>
          <a:p>
            <a:endParaRPr lang="en-US" dirty="0"/>
          </a:p>
        </p:txBody>
      </p:sp>
      <p:sp>
        <p:nvSpPr>
          <p:cNvPr id="18" name="Text Placeholder 17">
            <a:extLst>
              <a:ext uri="{FF2B5EF4-FFF2-40B4-BE49-F238E27FC236}">
                <a16:creationId xmlns:a16="http://schemas.microsoft.com/office/drawing/2014/main" id="{3BBCE52E-4B69-5000-E3C1-F44765EADDEF}"/>
              </a:ext>
            </a:extLst>
          </p:cNvPr>
          <p:cNvSpPr>
            <a:spLocks noGrp="1"/>
          </p:cNvSpPr>
          <p:nvPr>
            <p:ph type="body" sz="quarter" idx="17" hasCustomPrompt="1"/>
          </p:nvPr>
        </p:nvSpPr>
        <p:spPr>
          <a:xfrm>
            <a:off x="10019370" y="6186448"/>
            <a:ext cx="3566160" cy="420624"/>
          </a:xfrm>
        </p:spPr>
        <p:txBody>
          <a:bodyPr anchor="b">
            <a:noAutofit/>
          </a:bodyPr>
          <a:lstStyle>
            <a:lvl1pPr marL="0" indent="0" algn="ctr">
              <a:buNone/>
              <a:defRPr sz="1800" b="1" cap="all" baseline="0">
                <a:solidFill>
                  <a:srgbClr val="712D91"/>
                </a:solidFill>
              </a:defRPr>
            </a:lvl1pPr>
          </a:lstStyle>
          <a:p>
            <a:pPr lvl="0"/>
            <a:r>
              <a:rPr lang="en-US" dirty="0"/>
              <a:t>Subtitle goes here</a:t>
            </a:r>
          </a:p>
        </p:txBody>
      </p:sp>
      <p:sp>
        <p:nvSpPr>
          <p:cNvPr id="20" name="Text Placeholder 19">
            <a:extLst>
              <a:ext uri="{FF2B5EF4-FFF2-40B4-BE49-F238E27FC236}">
                <a16:creationId xmlns:a16="http://schemas.microsoft.com/office/drawing/2014/main" id="{4B8ACF82-A99D-1F6D-E21B-DE6AC5A8D24A}"/>
              </a:ext>
            </a:extLst>
          </p:cNvPr>
          <p:cNvSpPr>
            <a:spLocks noGrp="1"/>
          </p:cNvSpPr>
          <p:nvPr>
            <p:ph type="body" sz="quarter" idx="18"/>
          </p:nvPr>
        </p:nvSpPr>
        <p:spPr>
          <a:xfrm>
            <a:off x="10019370" y="6619875"/>
            <a:ext cx="3566160" cy="2638425"/>
          </a:xfrm>
        </p:spPr>
        <p:txBody>
          <a:bodyPr>
            <a:noAutofit/>
          </a:bodyPr>
          <a:lstStyle>
            <a:lvl1pPr marL="0" indent="0" algn="ctr">
              <a:lnSpc>
                <a:spcPct val="150000"/>
              </a:lnSpc>
              <a:spcBef>
                <a:spcPts val="1000"/>
              </a:spcBef>
              <a:buNone/>
              <a:defRPr sz="1800">
                <a:solidFill>
                  <a:schemeClr val="tx2"/>
                </a:solidFill>
              </a:defRPr>
            </a:lvl1pPr>
          </a:lstStyle>
          <a:p>
            <a:pPr lvl="0"/>
            <a:r>
              <a:rPr lang="en-US" dirty="0"/>
              <a:t>Click to edit Master text styles</a:t>
            </a:r>
          </a:p>
        </p:txBody>
      </p:sp>
      <p:sp>
        <p:nvSpPr>
          <p:cNvPr id="22" name="Picture Placeholder 21">
            <a:extLst>
              <a:ext uri="{FF2B5EF4-FFF2-40B4-BE49-F238E27FC236}">
                <a16:creationId xmlns:a16="http://schemas.microsoft.com/office/drawing/2014/main" id="{06E74ADE-46CE-1B82-3DF5-DCEF829F1364}"/>
              </a:ext>
            </a:extLst>
          </p:cNvPr>
          <p:cNvSpPr>
            <a:spLocks noGrp="1"/>
          </p:cNvSpPr>
          <p:nvPr>
            <p:ph type="pic" sz="quarter" idx="19"/>
          </p:nvPr>
        </p:nvSpPr>
        <p:spPr>
          <a:xfrm>
            <a:off x="15313398" y="5194300"/>
            <a:ext cx="896112" cy="896112"/>
          </a:xfrm>
        </p:spPr>
        <p:txBody>
          <a:bodyPr>
            <a:normAutofit/>
          </a:bodyPr>
          <a:lstStyle>
            <a:lvl1pPr marL="0" indent="0">
              <a:buNone/>
              <a:defRPr sz="1800"/>
            </a:lvl1pPr>
          </a:lstStyle>
          <a:p>
            <a:endParaRPr lang="en-US" dirty="0"/>
          </a:p>
        </p:txBody>
      </p:sp>
      <p:sp>
        <p:nvSpPr>
          <p:cNvPr id="24" name="Text Placeholder 23">
            <a:extLst>
              <a:ext uri="{FF2B5EF4-FFF2-40B4-BE49-F238E27FC236}">
                <a16:creationId xmlns:a16="http://schemas.microsoft.com/office/drawing/2014/main" id="{30072174-9380-27FE-8CE7-EA5E49BBD7CC}"/>
              </a:ext>
            </a:extLst>
          </p:cNvPr>
          <p:cNvSpPr>
            <a:spLocks noGrp="1"/>
          </p:cNvSpPr>
          <p:nvPr>
            <p:ph type="body" sz="quarter" idx="20" hasCustomPrompt="1"/>
          </p:nvPr>
        </p:nvSpPr>
        <p:spPr>
          <a:xfrm>
            <a:off x="13978374" y="6186488"/>
            <a:ext cx="3566160" cy="420624"/>
          </a:xfrm>
        </p:spPr>
        <p:txBody>
          <a:bodyPr anchor="b">
            <a:noAutofit/>
          </a:bodyPr>
          <a:lstStyle>
            <a:lvl1pPr marL="0" indent="0" algn="ctr">
              <a:lnSpc>
                <a:spcPct val="100000"/>
              </a:lnSpc>
              <a:spcBef>
                <a:spcPts val="1000"/>
              </a:spcBef>
              <a:buNone/>
              <a:defRPr sz="1800" b="1" cap="all" baseline="0">
                <a:solidFill>
                  <a:srgbClr val="712D91"/>
                </a:solidFill>
              </a:defRPr>
            </a:lvl1pPr>
          </a:lstStyle>
          <a:p>
            <a:pPr lvl="0"/>
            <a:r>
              <a:rPr lang="en-US" dirty="0"/>
              <a:t>Subtitle goes here</a:t>
            </a:r>
          </a:p>
        </p:txBody>
      </p:sp>
      <p:sp>
        <p:nvSpPr>
          <p:cNvPr id="26" name="Text Placeholder 25">
            <a:extLst>
              <a:ext uri="{FF2B5EF4-FFF2-40B4-BE49-F238E27FC236}">
                <a16:creationId xmlns:a16="http://schemas.microsoft.com/office/drawing/2014/main" id="{7D00132B-6454-17AF-95C1-D607FA496F9A}"/>
              </a:ext>
            </a:extLst>
          </p:cNvPr>
          <p:cNvSpPr>
            <a:spLocks noGrp="1"/>
          </p:cNvSpPr>
          <p:nvPr>
            <p:ph type="body" sz="quarter" idx="21"/>
          </p:nvPr>
        </p:nvSpPr>
        <p:spPr>
          <a:xfrm>
            <a:off x="13978374" y="6607175"/>
            <a:ext cx="3566160" cy="2651125"/>
          </a:xfrm>
        </p:spPr>
        <p:txBody>
          <a:bodyPr>
            <a:noAutofit/>
          </a:bodyPr>
          <a:lstStyle>
            <a:lvl1pPr marL="0" indent="0" algn="ctr">
              <a:lnSpc>
                <a:spcPct val="150000"/>
              </a:lnSpc>
              <a:spcBef>
                <a:spcPts val="1000"/>
              </a:spcBef>
              <a:buFontTx/>
              <a:buNone/>
              <a:defRPr sz="1800">
                <a:solidFill>
                  <a:schemeClr val="tx2"/>
                </a:solidFill>
              </a:defRPr>
            </a:lvl1pPr>
          </a:lstStyle>
          <a:p>
            <a:pPr lvl="0"/>
            <a:r>
              <a:rPr lang="en-US" dirty="0"/>
              <a:t>Click to edit Master text styles</a:t>
            </a:r>
          </a:p>
        </p:txBody>
      </p:sp>
      <p:cxnSp>
        <p:nvCxnSpPr>
          <p:cNvPr id="4" name="Straight Connector 3">
            <a:extLst>
              <a:ext uri="{FF2B5EF4-FFF2-40B4-BE49-F238E27FC236}">
                <a16:creationId xmlns:a16="http://schemas.microsoft.com/office/drawing/2014/main" id="{F7DB8A5D-2000-44C7-9414-C150E0C0AFB4}"/>
              </a:ext>
            </a:extLst>
          </p:cNvPr>
          <p:cNvCxnSpPr/>
          <p:nvPr userDrawn="1"/>
        </p:nvCxnSpPr>
        <p:spPr>
          <a:xfrm>
            <a:off x="6180050" y="2119302"/>
            <a:ext cx="807260" cy="0"/>
          </a:xfrm>
          <a:prstGeom prst="line">
            <a:avLst/>
          </a:prstGeom>
          <a:ln w="47625">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8939834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7_1_Wide Photo and Cop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44C7FB-2B66-BE5C-8170-B4BB7E08A37E}"/>
              </a:ext>
            </a:extLst>
          </p:cNvPr>
          <p:cNvSpPr>
            <a:spLocks noGrp="1"/>
          </p:cNvSpPr>
          <p:nvPr>
            <p:ph type="title"/>
          </p:nvPr>
        </p:nvSpPr>
        <p:spPr/>
        <p:txBody>
          <a:bodyPr/>
          <a:lstStyle/>
          <a:p>
            <a:r>
              <a:rPr lang="en-US"/>
              <a:t>Click to edit Master title style</a:t>
            </a:r>
          </a:p>
        </p:txBody>
      </p:sp>
      <p:sp>
        <p:nvSpPr>
          <p:cNvPr id="3" name="Slide Number Placeholder 2">
            <a:extLst>
              <a:ext uri="{FF2B5EF4-FFF2-40B4-BE49-F238E27FC236}">
                <a16:creationId xmlns:a16="http://schemas.microsoft.com/office/drawing/2014/main" id="{A115FF60-BC6B-BF35-AE5D-DE45DBA3E292}"/>
              </a:ext>
            </a:extLst>
          </p:cNvPr>
          <p:cNvSpPr>
            <a:spLocks noGrp="1"/>
          </p:cNvSpPr>
          <p:nvPr>
            <p:ph type="sldNum" sz="quarter" idx="10"/>
          </p:nvPr>
        </p:nvSpPr>
        <p:spPr/>
        <p:txBody>
          <a:bodyPr/>
          <a:lstStyle/>
          <a:p>
            <a:fld id="{8CC5BBF2-D04D-C048-9F75-C3CD7CC10D78}" type="slidenum">
              <a:rPr lang="en-US" smtClean="0"/>
              <a:pPr/>
              <a:t>‹#›</a:t>
            </a:fld>
            <a:endParaRPr lang="en-US" dirty="0"/>
          </a:p>
        </p:txBody>
      </p:sp>
      <p:sp>
        <p:nvSpPr>
          <p:cNvPr id="6" name="Picture Placeholder 5">
            <a:extLst>
              <a:ext uri="{FF2B5EF4-FFF2-40B4-BE49-F238E27FC236}">
                <a16:creationId xmlns:a16="http://schemas.microsoft.com/office/drawing/2014/main" id="{C468B64B-82F2-AC38-B840-088A4FF6FCCD}"/>
              </a:ext>
            </a:extLst>
          </p:cNvPr>
          <p:cNvSpPr>
            <a:spLocks noGrp="1" noChangeAspect="1"/>
          </p:cNvSpPr>
          <p:nvPr>
            <p:ph type="pic" sz="quarter" idx="11"/>
          </p:nvPr>
        </p:nvSpPr>
        <p:spPr>
          <a:xfrm>
            <a:off x="0" y="3337560"/>
            <a:ext cx="11576304" cy="5559552"/>
          </a:xfrm>
        </p:spPr>
        <p:txBody>
          <a:bodyPr>
            <a:noAutofit/>
          </a:bodyPr>
          <a:lstStyle/>
          <a:p>
            <a:endParaRPr lang="en-US"/>
          </a:p>
        </p:txBody>
      </p:sp>
      <p:sp>
        <p:nvSpPr>
          <p:cNvPr id="8" name="Text Placeholder 7">
            <a:extLst>
              <a:ext uri="{FF2B5EF4-FFF2-40B4-BE49-F238E27FC236}">
                <a16:creationId xmlns:a16="http://schemas.microsoft.com/office/drawing/2014/main" id="{BDA9106E-E612-F9F3-BFEB-E1559455DBD2}"/>
              </a:ext>
            </a:extLst>
          </p:cNvPr>
          <p:cNvSpPr>
            <a:spLocks noGrp="1"/>
          </p:cNvSpPr>
          <p:nvPr>
            <p:ph type="body" sz="quarter" idx="12"/>
          </p:nvPr>
        </p:nvSpPr>
        <p:spPr>
          <a:xfrm>
            <a:off x="11964693" y="3336925"/>
            <a:ext cx="5599408" cy="5559425"/>
          </a:xfrm>
        </p:spPr>
        <p:txBody>
          <a:bodyPr>
            <a:noAutofit/>
          </a:bodyPr>
          <a:lstStyle>
            <a:lvl1pPr marL="0" indent="0">
              <a:lnSpc>
                <a:spcPct val="150000"/>
              </a:lnSpc>
              <a:spcBef>
                <a:spcPts val="1000"/>
              </a:spcBef>
              <a:buNone/>
              <a:defRPr sz="1800">
                <a:solidFill>
                  <a:schemeClr val="tx2"/>
                </a:solidFill>
              </a:defRPr>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647B6DEA-8CF8-003F-664F-7CA10652CAC5}"/>
              </a:ext>
            </a:extLst>
          </p:cNvPr>
          <p:cNvCxnSpPr/>
          <p:nvPr userDrawn="1"/>
        </p:nvCxnSpPr>
        <p:spPr>
          <a:xfrm>
            <a:off x="793683" y="2119302"/>
            <a:ext cx="807260" cy="0"/>
          </a:xfrm>
          <a:prstGeom prst="line">
            <a:avLst/>
          </a:prstGeom>
          <a:ln w="47625">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3781805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7_2_Copy &amp; Two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C2ABC2-E0F3-5FBF-7218-6843F1362201}"/>
              </a:ext>
            </a:extLst>
          </p:cNvPr>
          <p:cNvSpPr>
            <a:spLocks noGrp="1"/>
          </p:cNvSpPr>
          <p:nvPr>
            <p:ph type="title"/>
          </p:nvPr>
        </p:nvSpPr>
        <p:spPr>
          <a:xfrm>
            <a:off x="666235" y="271849"/>
            <a:ext cx="8477765" cy="1663307"/>
          </a:xfrm>
        </p:spPr>
        <p:txBody>
          <a:bodyPr/>
          <a:lstStyle/>
          <a:p>
            <a:r>
              <a:rPr lang="en-US" dirty="0"/>
              <a:t>Click to edit Master title style</a:t>
            </a:r>
          </a:p>
        </p:txBody>
      </p:sp>
      <p:sp>
        <p:nvSpPr>
          <p:cNvPr id="3" name="Slide Number Placeholder 2">
            <a:extLst>
              <a:ext uri="{FF2B5EF4-FFF2-40B4-BE49-F238E27FC236}">
                <a16:creationId xmlns:a16="http://schemas.microsoft.com/office/drawing/2014/main" id="{56D76D44-4FC6-9E6B-546B-A29252B13572}"/>
              </a:ext>
            </a:extLst>
          </p:cNvPr>
          <p:cNvSpPr>
            <a:spLocks noGrp="1"/>
          </p:cNvSpPr>
          <p:nvPr>
            <p:ph type="sldNum" sz="quarter" idx="10"/>
          </p:nvPr>
        </p:nvSpPr>
        <p:spPr/>
        <p:txBody>
          <a:bodyPr/>
          <a:lstStyle/>
          <a:p>
            <a:fld id="{8CC5BBF2-D04D-C048-9F75-C3CD7CC10D78}" type="slidenum">
              <a:rPr lang="en-US" smtClean="0"/>
              <a:pPr/>
              <a:t>‹#›</a:t>
            </a:fld>
            <a:endParaRPr lang="en-US" dirty="0"/>
          </a:p>
        </p:txBody>
      </p:sp>
      <p:sp>
        <p:nvSpPr>
          <p:cNvPr id="6" name="Text Placeholder 5">
            <a:extLst>
              <a:ext uri="{FF2B5EF4-FFF2-40B4-BE49-F238E27FC236}">
                <a16:creationId xmlns:a16="http://schemas.microsoft.com/office/drawing/2014/main" id="{455D65A2-54F0-F328-053A-AF98AE55C555}"/>
              </a:ext>
            </a:extLst>
          </p:cNvPr>
          <p:cNvSpPr>
            <a:spLocks noGrp="1"/>
          </p:cNvSpPr>
          <p:nvPr>
            <p:ph type="body" sz="quarter" idx="11"/>
          </p:nvPr>
        </p:nvSpPr>
        <p:spPr>
          <a:xfrm>
            <a:off x="685800" y="3337560"/>
            <a:ext cx="8458200" cy="5920740"/>
          </a:xfrm>
        </p:spPr>
        <p:txBody>
          <a:bodyPr>
            <a:noAutofit/>
          </a:bodyPr>
          <a:lstStyle>
            <a:lvl1pPr marL="0" indent="0">
              <a:lnSpc>
                <a:spcPct val="150000"/>
              </a:lnSpc>
              <a:spcBef>
                <a:spcPts val="1000"/>
              </a:spcBef>
              <a:buNone/>
              <a:defRPr sz="1800">
                <a:solidFill>
                  <a:schemeClr val="tx2"/>
                </a:solidFill>
              </a:defRPr>
            </a:lvl1pPr>
          </a:lstStyle>
          <a:p>
            <a:pPr lvl="0"/>
            <a:r>
              <a:rPr lang="en-US" dirty="0"/>
              <a:t>Click to edit Master text styles</a:t>
            </a:r>
          </a:p>
        </p:txBody>
      </p:sp>
      <p:sp>
        <p:nvSpPr>
          <p:cNvPr id="8" name="Picture Placeholder 7">
            <a:extLst>
              <a:ext uri="{FF2B5EF4-FFF2-40B4-BE49-F238E27FC236}">
                <a16:creationId xmlns:a16="http://schemas.microsoft.com/office/drawing/2014/main" id="{0C338153-397B-4A02-3213-62BEEA3407B2}"/>
              </a:ext>
            </a:extLst>
          </p:cNvPr>
          <p:cNvSpPr>
            <a:spLocks noGrp="1"/>
          </p:cNvSpPr>
          <p:nvPr>
            <p:ph type="pic" sz="quarter" idx="12"/>
          </p:nvPr>
        </p:nvSpPr>
        <p:spPr>
          <a:xfrm>
            <a:off x="9686925" y="1024128"/>
            <a:ext cx="2743200" cy="2743200"/>
          </a:xfrm>
        </p:spPr>
        <p:txBody>
          <a:bodyPr/>
          <a:lstStyle/>
          <a:p>
            <a:endParaRPr lang="en-US"/>
          </a:p>
        </p:txBody>
      </p:sp>
      <p:sp>
        <p:nvSpPr>
          <p:cNvPr id="10" name="Picture Placeholder 9">
            <a:extLst>
              <a:ext uri="{FF2B5EF4-FFF2-40B4-BE49-F238E27FC236}">
                <a16:creationId xmlns:a16="http://schemas.microsoft.com/office/drawing/2014/main" id="{7562E93A-B39F-FE34-F4DB-D7D8778A2D12}"/>
              </a:ext>
            </a:extLst>
          </p:cNvPr>
          <p:cNvSpPr>
            <a:spLocks noGrp="1"/>
          </p:cNvSpPr>
          <p:nvPr>
            <p:ph type="pic" sz="quarter" idx="13"/>
          </p:nvPr>
        </p:nvSpPr>
        <p:spPr>
          <a:xfrm>
            <a:off x="12430125" y="3767328"/>
            <a:ext cx="5833872" cy="5833872"/>
          </a:xfrm>
        </p:spPr>
        <p:txBody>
          <a:bodyPr/>
          <a:lstStyle/>
          <a:p>
            <a:endParaRPr lang="en-US"/>
          </a:p>
        </p:txBody>
      </p:sp>
      <p:cxnSp>
        <p:nvCxnSpPr>
          <p:cNvPr id="5" name="Straight Connector 4">
            <a:extLst>
              <a:ext uri="{FF2B5EF4-FFF2-40B4-BE49-F238E27FC236}">
                <a16:creationId xmlns:a16="http://schemas.microsoft.com/office/drawing/2014/main" id="{6BF72360-21EB-5A85-EAE6-A32BB8776D44}"/>
              </a:ext>
            </a:extLst>
          </p:cNvPr>
          <p:cNvCxnSpPr/>
          <p:nvPr userDrawn="1"/>
        </p:nvCxnSpPr>
        <p:spPr>
          <a:xfrm>
            <a:off x="793683" y="2119302"/>
            <a:ext cx="807260" cy="0"/>
          </a:xfrm>
          <a:prstGeom prst="line">
            <a:avLst/>
          </a:prstGeom>
          <a:ln w="47625">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8107666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7_3_ Three Photos and Cop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CBA77E-337E-2C5D-A7B6-09C79A58C2E9}"/>
              </a:ext>
            </a:extLst>
          </p:cNvPr>
          <p:cNvSpPr>
            <a:spLocks noGrp="1"/>
          </p:cNvSpPr>
          <p:nvPr>
            <p:ph type="title"/>
          </p:nvPr>
        </p:nvSpPr>
        <p:spPr/>
        <p:txBody>
          <a:bodyPr/>
          <a:lstStyle/>
          <a:p>
            <a:r>
              <a:rPr lang="en-US"/>
              <a:t>Click to edit Master title style</a:t>
            </a:r>
          </a:p>
        </p:txBody>
      </p:sp>
      <p:sp>
        <p:nvSpPr>
          <p:cNvPr id="3" name="Slide Number Placeholder 2">
            <a:extLst>
              <a:ext uri="{FF2B5EF4-FFF2-40B4-BE49-F238E27FC236}">
                <a16:creationId xmlns:a16="http://schemas.microsoft.com/office/drawing/2014/main" id="{74D7DF06-7464-D32B-3C16-AF562A411B33}"/>
              </a:ext>
            </a:extLst>
          </p:cNvPr>
          <p:cNvSpPr>
            <a:spLocks noGrp="1"/>
          </p:cNvSpPr>
          <p:nvPr>
            <p:ph type="sldNum" sz="quarter" idx="10"/>
          </p:nvPr>
        </p:nvSpPr>
        <p:spPr/>
        <p:txBody>
          <a:bodyPr/>
          <a:lstStyle/>
          <a:p>
            <a:fld id="{8CC5BBF2-D04D-C048-9F75-C3CD7CC10D78}" type="slidenum">
              <a:rPr lang="en-US" smtClean="0"/>
              <a:pPr/>
              <a:t>‹#›</a:t>
            </a:fld>
            <a:endParaRPr lang="en-US" dirty="0"/>
          </a:p>
        </p:txBody>
      </p:sp>
      <p:sp>
        <p:nvSpPr>
          <p:cNvPr id="6" name="Picture Placeholder 5">
            <a:extLst>
              <a:ext uri="{FF2B5EF4-FFF2-40B4-BE49-F238E27FC236}">
                <a16:creationId xmlns:a16="http://schemas.microsoft.com/office/drawing/2014/main" id="{AFA3916B-0ABB-43EE-F58D-3C18EB89314A}"/>
              </a:ext>
            </a:extLst>
          </p:cNvPr>
          <p:cNvSpPr>
            <a:spLocks noGrp="1"/>
          </p:cNvSpPr>
          <p:nvPr>
            <p:ph type="pic" sz="quarter" idx="11"/>
          </p:nvPr>
        </p:nvSpPr>
        <p:spPr>
          <a:xfrm>
            <a:off x="789722" y="2422121"/>
            <a:ext cx="2834640" cy="1892807"/>
          </a:xfrm>
        </p:spPr>
        <p:txBody>
          <a:bodyPr>
            <a:noAutofit/>
          </a:bodyPr>
          <a:lstStyle/>
          <a:p>
            <a:endParaRPr lang="en-US"/>
          </a:p>
        </p:txBody>
      </p:sp>
      <p:sp>
        <p:nvSpPr>
          <p:cNvPr id="8" name="Text Placeholder 7">
            <a:extLst>
              <a:ext uri="{FF2B5EF4-FFF2-40B4-BE49-F238E27FC236}">
                <a16:creationId xmlns:a16="http://schemas.microsoft.com/office/drawing/2014/main" id="{45E6DF1A-C315-7E62-F83B-AB0D5E134B03}"/>
              </a:ext>
            </a:extLst>
          </p:cNvPr>
          <p:cNvSpPr>
            <a:spLocks noGrp="1"/>
          </p:cNvSpPr>
          <p:nvPr>
            <p:ph type="body" sz="quarter" idx="12"/>
          </p:nvPr>
        </p:nvSpPr>
        <p:spPr>
          <a:xfrm>
            <a:off x="4041647" y="2422374"/>
            <a:ext cx="13502887" cy="1892300"/>
          </a:xfrm>
        </p:spPr>
        <p:txBody>
          <a:bodyPr>
            <a:noAutofit/>
          </a:bodyPr>
          <a:lstStyle>
            <a:lvl1pPr marL="0" indent="0">
              <a:lnSpc>
                <a:spcPct val="150000"/>
              </a:lnSpc>
              <a:spcBef>
                <a:spcPts val="1000"/>
              </a:spcBef>
              <a:buNone/>
              <a:defRPr sz="1800">
                <a:solidFill>
                  <a:schemeClr val="tx2"/>
                </a:solidFill>
              </a:defRPr>
            </a:lvl1pPr>
          </a:lstStyle>
          <a:p>
            <a:pPr lvl="0"/>
            <a:r>
              <a:rPr lang="en-US" dirty="0"/>
              <a:t>Click to edit Master text styles</a:t>
            </a:r>
          </a:p>
        </p:txBody>
      </p:sp>
      <p:sp>
        <p:nvSpPr>
          <p:cNvPr id="10" name="Picture Placeholder 9">
            <a:extLst>
              <a:ext uri="{FF2B5EF4-FFF2-40B4-BE49-F238E27FC236}">
                <a16:creationId xmlns:a16="http://schemas.microsoft.com/office/drawing/2014/main" id="{A91188E8-818E-4F26-2C73-4C46AB96FF54}"/>
              </a:ext>
            </a:extLst>
          </p:cNvPr>
          <p:cNvSpPr>
            <a:spLocks noGrp="1"/>
          </p:cNvSpPr>
          <p:nvPr>
            <p:ph type="pic" sz="quarter" idx="13"/>
          </p:nvPr>
        </p:nvSpPr>
        <p:spPr>
          <a:xfrm>
            <a:off x="789722" y="4736592"/>
            <a:ext cx="2834640" cy="1892807"/>
          </a:xfrm>
        </p:spPr>
        <p:txBody>
          <a:bodyPr/>
          <a:lstStyle/>
          <a:p>
            <a:endParaRPr lang="en-US"/>
          </a:p>
        </p:txBody>
      </p:sp>
      <p:sp>
        <p:nvSpPr>
          <p:cNvPr id="12" name="Text Placeholder 11">
            <a:extLst>
              <a:ext uri="{FF2B5EF4-FFF2-40B4-BE49-F238E27FC236}">
                <a16:creationId xmlns:a16="http://schemas.microsoft.com/office/drawing/2014/main" id="{4FEB9BCF-0C8E-82AE-85A0-E50D21DB562A}"/>
              </a:ext>
            </a:extLst>
          </p:cNvPr>
          <p:cNvSpPr>
            <a:spLocks noGrp="1"/>
          </p:cNvSpPr>
          <p:nvPr>
            <p:ph type="body" sz="quarter" idx="14"/>
          </p:nvPr>
        </p:nvSpPr>
        <p:spPr>
          <a:xfrm>
            <a:off x="4041775" y="4737100"/>
            <a:ext cx="13522325" cy="1892300"/>
          </a:xfrm>
        </p:spPr>
        <p:txBody>
          <a:bodyPr>
            <a:noAutofit/>
          </a:bodyPr>
          <a:lstStyle>
            <a:lvl1pPr marL="0" indent="0">
              <a:lnSpc>
                <a:spcPct val="150000"/>
              </a:lnSpc>
              <a:spcBef>
                <a:spcPts val="1000"/>
              </a:spcBef>
              <a:buNone/>
              <a:defRPr sz="1800">
                <a:solidFill>
                  <a:schemeClr val="tx2"/>
                </a:solidFill>
              </a:defRPr>
            </a:lvl1pPr>
          </a:lstStyle>
          <a:p>
            <a:pPr lvl="0"/>
            <a:r>
              <a:rPr lang="en-US" dirty="0"/>
              <a:t>Click to edit Master text styles</a:t>
            </a:r>
          </a:p>
        </p:txBody>
      </p:sp>
      <p:sp>
        <p:nvSpPr>
          <p:cNvPr id="14" name="Picture Placeholder 13">
            <a:extLst>
              <a:ext uri="{FF2B5EF4-FFF2-40B4-BE49-F238E27FC236}">
                <a16:creationId xmlns:a16="http://schemas.microsoft.com/office/drawing/2014/main" id="{D71792ED-E173-23BE-1B59-8EB3527FCD8B}"/>
              </a:ext>
            </a:extLst>
          </p:cNvPr>
          <p:cNvSpPr>
            <a:spLocks noGrp="1"/>
          </p:cNvSpPr>
          <p:nvPr>
            <p:ph type="pic" sz="quarter" idx="15"/>
          </p:nvPr>
        </p:nvSpPr>
        <p:spPr>
          <a:xfrm>
            <a:off x="789722" y="7159752"/>
            <a:ext cx="2834640" cy="1892807"/>
          </a:xfrm>
        </p:spPr>
        <p:txBody>
          <a:bodyPr/>
          <a:lstStyle/>
          <a:p>
            <a:endParaRPr lang="en-US"/>
          </a:p>
        </p:txBody>
      </p:sp>
      <p:sp>
        <p:nvSpPr>
          <p:cNvPr id="16" name="Text Placeholder 15">
            <a:extLst>
              <a:ext uri="{FF2B5EF4-FFF2-40B4-BE49-F238E27FC236}">
                <a16:creationId xmlns:a16="http://schemas.microsoft.com/office/drawing/2014/main" id="{24B4C7A6-88AF-DFAD-C140-3DC53711DB22}"/>
              </a:ext>
            </a:extLst>
          </p:cNvPr>
          <p:cNvSpPr>
            <a:spLocks noGrp="1"/>
          </p:cNvSpPr>
          <p:nvPr>
            <p:ph type="body" sz="quarter" idx="16"/>
          </p:nvPr>
        </p:nvSpPr>
        <p:spPr>
          <a:xfrm>
            <a:off x="4041775" y="7159625"/>
            <a:ext cx="13503275" cy="1892300"/>
          </a:xfrm>
        </p:spPr>
        <p:txBody>
          <a:bodyPr>
            <a:noAutofit/>
          </a:bodyPr>
          <a:lstStyle>
            <a:lvl1pPr marL="0" indent="0">
              <a:lnSpc>
                <a:spcPct val="150000"/>
              </a:lnSpc>
              <a:spcBef>
                <a:spcPts val="1000"/>
              </a:spcBef>
              <a:buNone/>
              <a:defRPr sz="1800">
                <a:solidFill>
                  <a:schemeClr val="tx2"/>
                </a:solidFill>
              </a:defRPr>
            </a:lvl1pPr>
          </a:lstStyle>
          <a:p>
            <a:pPr lvl="0"/>
            <a:r>
              <a:rPr lang="en-US" dirty="0"/>
              <a:t>Click to edit Master text styles</a:t>
            </a:r>
          </a:p>
        </p:txBody>
      </p:sp>
      <p:cxnSp>
        <p:nvCxnSpPr>
          <p:cNvPr id="5" name="Straight Connector 4">
            <a:extLst>
              <a:ext uri="{FF2B5EF4-FFF2-40B4-BE49-F238E27FC236}">
                <a16:creationId xmlns:a16="http://schemas.microsoft.com/office/drawing/2014/main" id="{873654B0-1BA1-BE55-7F4D-D71FFFFBECD7}"/>
              </a:ext>
            </a:extLst>
          </p:cNvPr>
          <p:cNvCxnSpPr/>
          <p:nvPr userDrawn="1"/>
        </p:nvCxnSpPr>
        <p:spPr>
          <a:xfrm>
            <a:off x="793683" y="2119302"/>
            <a:ext cx="807260" cy="0"/>
          </a:xfrm>
          <a:prstGeom prst="line">
            <a:avLst/>
          </a:prstGeom>
          <a:ln w="47625">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3677565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7_4_Three Copy Blocks and Large Photo">
    <p:bg>
      <p:bgPr>
        <a:gradFill>
          <a:gsLst>
            <a:gs pos="0">
              <a:srgbClr val="D11947"/>
            </a:gs>
            <a:gs pos="50000">
              <a:srgbClr val="8D0034"/>
            </a:gs>
          </a:gsLst>
          <a:lin ang="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C93B6F-4A10-89C2-1409-AAECA35D0FDD}"/>
              </a:ext>
            </a:extLst>
          </p:cNvPr>
          <p:cNvSpPr>
            <a:spLocks noGrp="1"/>
          </p:cNvSpPr>
          <p:nvPr>
            <p:ph type="title"/>
          </p:nvPr>
        </p:nvSpPr>
        <p:spPr>
          <a:xfrm>
            <a:off x="666235" y="271849"/>
            <a:ext cx="8477765" cy="1663307"/>
          </a:xfrm>
        </p:spPr>
        <p:txBody>
          <a:bodyPr/>
          <a:lstStyle>
            <a:lvl1pPr>
              <a:defRPr>
                <a:solidFill>
                  <a:schemeClr val="bg1"/>
                </a:solidFill>
              </a:defRPr>
            </a:lvl1pPr>
          </a:lstStyle>
          <a:p>
            <a:r>
              <a:rPr lang="en-US" dirty="0"/>
              <a:t>Click to edit Master title style</a:t>
            </a:r>
          </a:p>
        </p:txBody>
      </p:sp>
      <p:sp>
        <p:nvSpPr>
          <p:cNvPr id="3" name="Slide Number Placeholder 2">
            <a:extLst>
              <a:ext uri="{FF2B5EF4-FFF2-40B4-BE49-F238E27FC236}">
                <a16:creationId xmlns:a16="http://schemas.microsoft.com/office/drawing/2014/main" id="{3243884D-4C57-3D72-4589-6FE39EEC8F74}"/>
              </a:ext>
            </a:extLst>
          </p:cNvPr>
          <p:cNvSpPr>
            <a:spLocks noGrp="1"/>
          </p:cNvSpPr>
          <p:nvPr>
            <p:ph type="sldNum" sz="quarter" idx="10"/>
          </p:nvPr>
        </p:nvSpPr>
        <p:spPr/>
        <p:txBody>
          <a:bodyPr/>
          <a:lstStyle/>
          <a:p>
            <a:fld id="{8CC5BBF2-D04D-C048-9F75-C3CD7CC10D78}" type="slidenum">
              <a:rPr lang="en-US" smtClean="0"/>
              <a:pPr/>
              <a:t>‹#›</a:t>
            </a:fld>
            <a:endParaRPr lang="en-US" dirty="0"/>
          </a:p>
        </p:txBody>
      </p:sp>
      <p:sp>
        <p:nvSpPr>
          <p:cNvPr id="6" name="Picture Placeholder 5">
            <a:extLst>
              <a:ext uri="{FF2B5EF4-FFF2-40B4-BE49-F238E27FC236}">
                <a16:creationId xmlns:a16="http://schemas.microsoft.com/office/drawing/2014/main" id="{5C47109C-CC18-26FA-8992-5A90B5DAF124}"/>
              </a:ext>
            </a:extLst>
          </p:cNvPr>
          <p:cNvSpPr>
            <a:spLocks noGrp="1"/>
          </p:cNvSpPr>
          <p:nvPr>
            <p:ph type="pic" sz="quarter" idx="11"/>
          </p:nvPr>
        </p:nvSpPr>
        <p:spPr>
          <a:xfrm>
            <a:off x="789722" y="2913063"/>
            <a:ext cx="896112" cy="896112"/>
          </a:xfrm>
        </p:spPr>
        <p:txBody>
          <a:bodyPr>
            <a:normAutofit/>
          </a:bodyPr>
          <a:lstStyle>
            <a:lvl1pPr marL="0" indent="0">
              <a:buNone/>
              <a:defRPr sz="1800">
                <a:solidFill>
                  <a:schemeClr val="bg1"/>
                </a:solidFill>
              </a:defRPr>
            </a:lvl1pPr>
          </a:lstStyle>
          <a:p>
            <a:endParaRPr lang="en-US" dirty="0"/>
          </a:p>
        </p:txBody>
      </p:sp>
      <p:sp>
        <p:nvSpPr>
          <p:cNvPr id="8" name="Text Placeholder 7">
            <a:extLst>
              <a:ext uri="{FF2B5EF4-FFF2-40B4-BE49-F238E27FC236}">
                <a16:creationId xmlns:a16="http://schemas.microsoft.com/office/drawing/2014/main" id="{B9DEA45E-0143-EA5A-4E8C-FE11EC32DC61}"/>
              </a:ext>
            </a:extLst>
          </p:cNvPr>
          <p:cNvSpPr>
            <a:spLocks noGrp="1"/>
          </p:cNvSpPr>
          <p:nvPr>
            <p:ph type="body" sz="quarter" idx="12" hasCustomPrompt="1"/>
          </p:nvPr>
        </p:nvSpPr>
        <p:spPr>
          <a:xfrm>
            <a:off x="1901952" y="2916936"/>
            <a:ext cx="7242048" cy="420624"/>
          </a:xfrm>
        </p:spPr>
        <p:txBody>
          <a:bodyPr anchor="b">
            <a:noAutofit/>
          </a:bodyPr>
          <a:lstStyle>
            <a:lvl1pPr marL="0" indent="0">
              <a:lnSpc>
                <a:spcPct val="100000"/>
              </a:lnSpc>
              <a:spcBef>
                <a:spcPts val="1000"/>
              </a:spcBef>
              <a:buNone/>
              <a:defRPr sz="1800" b="1" cap="all" baseline="0">
                <a:solidFill>
                  <a:schemeClr val="bg1"/>
                </a:solidFill>
              </a:defRPr>
            </a:lvl1pPr>
          </a:lstStyle>
          <a:p>
            <a:pPr lvl="0"/>
            <a:r>
              <a:rPr lang="en-US" dirty="0"/>
              <a:t>Subtitle goes here</a:t>
            </a:r>
          </a:p>
        </p:txBody>
      </p:sp>
      <p:sp>
        <p:nvSpPr>
          <p:cNvPr id="10" name="Text Placeholder 9">
            <a:extLst>
              <a:ext uri="{FF2B5EF4-FFF2-40B4-BE49-F238E27FC236}">
                <a16:creationId xmlns:a16="http://schemas.microsoft.com/office/drawing/2014/main" id="{36DE80F6-42AC-A454-B367-C12FFDF44B53}"/>
              </a:ext>
            </a:extLst>
          </p:cNvPr>
          <p:cNvSpPr>
            <a:spLocks noGrp="1"/>
          </p:cNvSpPr>
          <p:nvPr>
            <p:ph type="body" sz="quarter" idx="13"/>
          </p:nvPr>
        </p:nvSpPr>
        <p:spPr>
          <a:xfrm>
            <a:off x="1901825" y="3374120"/>
            <a:ext cx="7242048" cy="1290869"/>
          </a:xfrm>
        </p:spPr>
        <p:txBody>
          <a:bodyPr>
            <a:noAutofit/>
          </a:bodyPr>
          <a:lstStyle>
            <a:lvl1pPr marL="0" indent="0">
              <a:lnSpc>
                <a:spcPct val="150000"/>
              </a:lnSpc>
              <a:spcBef>
                <a:spcPts val="1000"/>
              </a:spcBef>
              <a:buNone/>
              <a:defRPr sz="1800">
                <a:solidFill>
                  <a:schemeClr val="bg1"/>
                </a:solidFill>
              </a:defRPr>
            </a:lvl1pPr>
          </a:lstStyle>
          <a:p>
            <a:pPr lvl="0"/>
            <a:r>
              <a:rPr lang="en-US" dirty="0"/>
              <a:t>Click to edit Master text styles</a:t>
            </a:r>
          </a:p>
        </p:txBody>
      </p:sp>
      <p:sp>
        <p:nvSpPr>
          <p:cNvPr id="12" name="Picture Placeholder 11">
            <a:extLst>
              <a:ext uri="{FF2B5EF4-FFF2-40B4-BE49-F238E27FC236}">
                <a16:creationId xmlns:a16="http://schemas.microsoft.com/office/drawing/2014/main" id="{DABCD91C-690C-B1A8-56FA-DA32A6805468}"/>
              </a:ext>
            </a:extLst>
          </p:cNvPr>
          <p:cNvSpPr>
            <a:spLocks noGrp="1"/>
          </p:cNvSpPr>
          <p:nvPr>
            <p:ph type="pic" sz="quarter" idx="14"/>
          </p:nvPr>
        </p:nvSpPr>
        <p:spPr>
          <a:xfrm>
            <a:off x="731838" y="5153025"/>
            <a:ext cx="896112" cy="896112"/>
          </a:xfrm>
        </p:spPr>
        <p:txBody>
          <a:bodyPr>
            <a:normAutofit/>
          </a:bodyPr>
          <a:lstStyle>
            <a:lvl1pPr marL="0" indent="0">
              <a:buNone/>
              <a:defRPr sz="1800">
                <a:solidFill>
                  <a:schemeClr val="bg1"/>
                </a:solidFill>
              </a:defRPr>
            </a:lvl1pPr>
          </a:lstStyle>
          <a:p>
            <a:endParaRPr lang="en-US" dirty="0"/>
          </a:p>
        </p:txBody>
      </p:sp>
      <p:sp>
        <p:nvSpPr>
          <p:cNvPr id="14" name="Text Placeholder 13">
            <a:extLst>
              <a:ext uri="{FF2B5EF4-FFF2-40B4-BE49-F238E27FC236}">
                <a16:creationId xmlns:a16="http://schemas.microsoft.com/office/drawing/2014/main" id="{EC64C554-0AD9-DC0F-AA88-207AE524CDE3}"/>
              </a:ext>
            </a:extLst>
          </p:cNvPr>
          <p:cNvSpPr>
            <a:spLocks noGrp="1"/>
          </p:cNvSpPr>
          <p:nvPr>
            <p:ph type="body" sz="quarter" idx="15" hasCustomPrompt="1"/>
          </p:nvPr>
        </p:nvSpPr>
        <p:spPr>
          <a:xfrm>
            <a:off x="1901825" y="5180457"/>
            <a:ext cx="7242048" cy="420624"/>
          </a:xfrm>
        </p:spPr>
        <p:txBody>
          <a:bodyPr anchor="b">
            <a:noAutofit/>
          </a:bodyPr>
          <a:lstStyle>
            <a:lvl1pPr marL="0" indent="0">
              <a:lnSpc>
                <a:spcPct val="100000"/>
              </a:lnSpc>
              <a:spcBef>
                <a:spcPts val="1000"/>
              </a:spcBef>
              <a:buNone/>
              <a:defRPr sz="1800" b="1" cap="all" baseline="0">
                <a:solidFill>
                  <a:schemeClr val="bg1"/>
                </a:solidFill>
              </a:defRPr>
            </a:lvl1pPr>
          </a:lstStyle>
          <a:p>
            <a:pPr lvl="0"/>
            <a:r>
              <a:rPr lang="en-US" dirty="0"/>
              <a:t>Subtitle goes here</a:t>
            </a:r>
          </a:p>
        </p:txBody>
      </p:sp>
      <p:sp>
        <p:nvSpPr>
          <p:cNvPr id="16" name="Text Placeholder 15">
            <a:extLst>
              <a:ext uri="{FF2B5EF4-FFF2-40B4-BE49-F238E27FC236}">
                <a16:creationId xmlns:a16="http://schemas.microsoft.com/office/drawing/2014/main" id="{686905C3-F0FF-7881-9898-397D7235EF30}"/>
              </a:ext>
            </a:extLst>
          </p:cNvPr>
          <p:cNvSpPr>
            <a:spLocks noGrp="1"/>
          </p:cNvSpPr>
          <p:nvPr>
            <p:ph type="body" sz="quarter" idx="16"/>
          </p:nvPr>
        </p:nvSpPr>
        <p:spPr>
          <a:xfrm>
            <a:off x="1901825" y="5631382"/>
            <a:ext cx="7242048" cy="1289304"/>
          </a:xfrm>
        </p:spPr>
        <p:txBody>
          <a:bodyPr>
            <a:noAutofit/>
          </a:bodyPr>
          <a:lstStyle>
            <a:lvl1pPr marL="0" indent="0">
              <a:lnSpc>
                <a:spcPct val="150000"/>
              </a:lnSpc>
              <a:spcBef>
                <a:spcPts val="1000"/>
              </a:spcBef>
              <a:buNone/>
              <a:defRPr sz="1800">
                <a:solidFill>
                  <a:schemeClr val="bg1"/>
                </a:solidFill>
              </a:defRPr>
            </a:lvl1pPr>
          </a:lstStyle>
          <a:p>
            <a:pPr lvl="0"/>
            <a:r>
              <a:rPr lang="en-US" dirty="0"/>
              <a:t>Click to edit Master text styles</a:t>
            </a:r>
          </a:p>
        </p:txBody>
      </p:sp>
      <p:sp>
        <p:nvSpPr>
          <p:cNvPr id="18" name="Picture Placeholder 17">
            <a:extLst>
              <a:ext uri="{FF2B5EF4-FFF2-40B4-BE49-F238E27FC236}">
                <a16:creationId xmlns:a16="http://schemas.microsoft.com/office/drawing/2014/main" id="{FD814FE9-E5AE-BF45-BCE0-61D3034AC446}"/>
              </a:ext>
            </a:extLst>
          </p:cNvPr>
          <p:cNvSpPr>
            <a:spLocks noGrp="1"/>
          </p:cNvSpPr>
          <p:nvPr>
            <p:ph type="pic" sz="quarter" idx="17"/>
          </p:nvPr>
        </p:nvSpPr>
        <p:spPr>
          <a:xfrm>
            <a:off x="731838" y="7392988"/>
            <a:ext cx="896112" cy="896112"/>
          </a:xfrm>
        </p:spPr>
        <p:txBody>
          <a:bodyPr>
            <a:normAutofit/>
          </a:bodyPr>
          <a:lstStyle>
            <a:lvl1pPr marL="0" indent="0">
              <a:buNone/>
              <a:defRPr sz="1800">
                <a:solidFill>
                  <a:schemeClr val="bg1"/>
                </a:solidFill>
              </a:defRPr>
            </a:lvl1pPr>
          </a:lstStyle>
          <a:p>
            <a:endParaRPr lang="en-US" dirty="0"/>
          </a:p>
        </p:txBody>
      </p:sp>
      <p:sp>
        <p:nvSpPr>
          <p:cNvPr id="20" name="Text Placeholder 19">
            <a:extLst>
              <a:ext uri="{FF2B5EF4-FFF2-40B4-BE49-F238E27FC236}">
                <a16:creationId xmlns:a16="http://schemas.microsoft.com/office/drawing/2014/main" id="{3E68D29F-46AE-E3E5-57E5-1632F7B75752}"/>
              </a:ext>
            </a:extLst>
          </p:cNvPr>
          <p:cNvSpPr>
            <a:spLocks noGrp="1"/>
          </p:cNvSpPr>
          <p:nvPr>
            <p:ph type="body" sz="quarter" idx="18" hasCustomPrompt="1"/>
          </p:nvPr>
        </p:nvSpPr>
        <p:spPr>
          <a:xfrm>
            <a:off x="1901825" y="7392988"/>
            <a:ext cx="7242048" cy="420624"/>
          </a:xfrm>
        </p:spPr>
        <p:txBody>
          <a:bodyPr anchor="b">
            <a:noAutofit/>
          </a:bodyPr>
          <a:lstStyle>
            <a:lvl1pPr marL="0" indent="0">
              <a:lnSpc>
                <a:spcPct val="100000"/>
              </a:lnSpc>
              <a:spcBef>
                <a:spcPts val="1000"/>
              </a:spcBef>
              <a:buNone/>
              <a:defRPr sz="1800" b="1" cap="all" baseline="0">
                <a:solidFill>
                  <a:schemeClr val="bg1"/>
                </a:solidFill>
              </a:defRPr>
            </a:lvl1pPr>
          </a:lstStyle>
          <a:p>
            <a:pPr lvl="0"/>
            <a:r>
              <a:rPr lang="en-US" dirty="0"/>
              <a:t>Subtitle goes here</a:t>
            </a:r>
          </a:p>
        </p:txBody>
      </p:sp>
      <p:sp>
        <p:nvSpPr>
          <p:cNvPr id="22" name="Text Placeholder 21">
            <a:extLst>
              <a:ext uri="{FF2B5EF4-FFF2-40B4-BE49-F238E27FC236}">
                <a16:creationId xmlns:a16="http://schemas.microsoft.com/office/drawing/2014/main" id="{734FF8E6-B89E-0564-F08F-83E76D389EFD}"/>
              </a:ext>
            </a:extLst>
          </p:cNvPr>
          <p:cNvSpPr>
            <a:spLocks noGrp="1"/>
          </p:cNvSpPr>
          <p:nvPr>
            <p:ph type="body" sz="quarter" idx="19"/>
          </p:nvPr>
        </p:nvSpPr>
        <p:spPr>
          <a:xfrm>
            <a:off x="1901825" y="7862573"/>
            <a:ext cx="7242175" cy="1289304"/>
          </a:xfrm>
        </p:spPr>
        <p:txBody>
          <a:bodyPr>
            <a:normAutofit/>
          </a:bodyPr>
          <a:lstStyle>
            <a:lvl1pPr marL="0" indent="0">
              <a:lnSpc>
                <a:spcPct val="150000"/>
              </a:lnSpc>
              <a:spcBef>
                <a:spcPts val="1000"/>
              </a:spcBef>
              <a:buNone/>
              <a:defRPr sz="1800">
                <a:solidFill>
                  <a:schemeClr val="bg1"/>
                </a:solidFill>
              </a:defRPr>
            </a:lvl1pPr>
          </a:lstStyle>
          <a:p>
            <a:pPr lvl="0"/>
            <a:r>
              <a:rPr lang="en-US" dirty="0"/>
              <a:t>Click to edit Master text styles</a:t>
            </a:r>
          </a:p>
        </p:txBody>
      </p:sp>
      <p:sp>
        <p:nvSpPr>
          <p:cNvPr id="24" name="Picture Placeholder 23">
            <a:extLst>
              <a:ext uri="{FF2B5EF4-FFF2-40B4-BE49-F238E27FC236}">
                <a16:creationId xmlns:a16="http://schemas.microsoft.com/office/drawing/2014/main" id="{1EEE8716-BDF8-021B-402B-5B730ED2A6DA}"/>
              </a:ext>
            </a:extLst>
          </p:cNvPr>
          <p:cNvSpPr>
            <a:spLocks noGrp="1"/>
          </p:cNvSpPr>
          <p:nvPr>
            <p:ph type="pic" sz="quarter" idx="20"/>
          </p:nvPr>
        </p:nvSpPr>
        <p:spPr>
          <a:xfrm>
            <a:off x="10299700" y="-1"/>
            <a:ext cx="7988300" cy="9667946"/>
          </a:xfrm>
        </p:spPr>
        <p:txBody>
          <a:bodyPr/>
          <a:lstStyle>
            <a:lvl1pPr>
              <a:defRPr>
                <a:solidFill>
                  <a:schemeClr val="bg1"/>
                </a:solidFill>
              </a:defRPr>
            </a:lvl1pPr>
          </a:lstStyle>
          <a:p>
            <a:endParaRPr lang="en-US"/>
          </a:p>
        </p:txBody>
      </p:sp>
      <p:cxnSp>
        <p:nvCxnSpPr>
          <p:cNvPr id="5" name="Straight Connector 4">
            <a:extLst>
              <a:ext uri="{FF2B5EF4-FFF2-40B4-BE49-F238E27FC236}">
                <a16:creationId xmlns:a16="http://schemas.microsoft.com/office/drawing/2014/main" id="{5153200C-10C5-2871-6824-4C1CE22DD8B7}"/>
              </a:ext>
            </a:extLst>
          </p:cNvPr>
          <p:cNvCxnSpPr/>
          <p:nvPr userDrawn="1"/>
        </p:nvCxnSpPr>
        <p:spPr>
          <a:xfrm>
            <a:off x="793683" y="2119302"/>
            <a:ext cx="807260" cy="0"/>
          </a:xfrm>
          <a:prstGeom prst="line">
            <a:avLst/>
          </a:prstGeom>
          <a:ln w="4762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4149955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7_5_ Four Photos and Cop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15C608-03EA-C186-6A36-1693956955C1}"/>
              </a:ext>
            </a:extLst>
          </p:cNvPr>
          <p:cNvSpPr>
            <a:spLocks noGrp="1"/>
          </p:cNvSpPr>
          <p:nvPr>
            <p:ph type="title"/>
          </p:nvPr>
        </p:nvSpPr>
        <p:spPr/>
        <p:txBody>
          <a:bodyPr/>
          <a:lstStyle/>
          <a:p>
            <a:r>
              <a:rPr lang="en-US"/>
              <a:t>Click to edit Master title style</a:t>
            </a:r>
          </a:p>
        </p:txBody>
      </p:sp>
      <p:sp>
        <p:nvSpPr>
          <p:cNvPr id="3" name="Slide Number Placeholder 2">
            <a:extLst>
              <a:ext uri="{FF2B5EF4-FFF2-40B4-BE49-F238E27FC236}">
                <a16:creationId xmlns:a16="http://schemas.microsoft.com/office/drawing/2014/main" id="{8CCE6810-6A62-3E7D-C838-78849999F450}"/>
              </a:ext>
            </a:extLst>
          </p:cNvPr>
          <p:cNvSpPr>
            <a:spLocks noGrp="1"/>
          </p:cNvSpPr>
          <p:nvPr>
            <p:ph type="sldNum" sz="quarter" idx="10"/>
          </p:nvPr>
        </p:nvSpPr>
        <p:spPr/>
        <p:txBody>
          <a:bodyPr/>
          <a:lstStyle/>
          <a:p>
            <a:fld id="{8CC5BBF2-D04D-C048-9F75-C3CD7CC10D78}" type="slidenum">
              <a:rPr lang="en-US" smtClean="0"/>
              <a:pPr/>
              <a:t>‹#›</a:t>
            </a:fld>
            <a:endParaRPr lang="en-US" dirty="0"/>
          </a:p>
        </p:txBody>
      </p:sp>
      <p:sp>
        <p:nvSpPr>
          <p:cNvPr id="6" name="Picture Placeholder 5">
            <a:extLst>
              <a:ext uri="{FF2B5EF4-FFF2-40B4-BE49-F238E27FC236}">
                <a16:creationId xmlns:a16="http://schemas.microsoft.com/office/drawing/2014/main" id="{A4E5D811-7271-CC40-13CA-9B1DCB2D7562}"/>
              </a:ext>
            </a:extLst>
          </p:cNvPr>
          <p:cNvSpPr>
            <a:spLocks noGrp="1"/>
          </p:cNvSpPr>
          <p:nvPr>
            <p:ph type="pic" sz="quarter" idx="11"/>
          </p:nvPr>
        </p:nvSpPr>
        <p:spPr>
          <a:xfrm>
            <a:off x="789722" y="2400300"/>
            <a:ext cx="3364992" cy="2505456"/>
          </a:xfrm>
        </p:spPr>
        <p:txBody>
          <a:bodyPr>
            <a:noAutofit/>
          </a:bodyPr>
          <a:lstStyle/>
          <a:p>
            <a:endParaRPr lang="en-US"/>
          </a:p>
        </p:txBody>
      </p:sp>
      <p:sp>
        <p:nvSpPr>
          <p:cNvPr id="8" name="Text Placeholder 7">
            <a:extLst>
              <a:ext uri="{FF2B5EF4-FFF2-40B4-BE49-F238E27FC236}">
                <a16:creationId xmlns:a16="http://schemas.microsoft.com/office/drawing/2014/main" id="{5A401DB2-5121-6BCF-BBF0-F731857E0EA3}"/>
              </a:ext>
            </a:extLst>
          </p:cNvPr>
          <p:cNvSpPr>
            <a:spLocks noGrp="1"/>
          </p:cNvSpPr>
          <p:nvPr>
            <p:ph type="body" sz="quarter" idx="12"/>
          </p:nvPr>
        </p:nvSpPr>
        <p:spPr>
          <a:xfrm>
            <a:off x="789496" y="5158639"/>
            <a:ext cx="3364992" cy="4099661"/>
          </a:xfrm>
        </p:spPr>
        <p:txBody>
          <a:bodyPr>
            <a:noAutofit/>
          </a:bodyPr>
          <a:lstStyle>
            <a:lvl1pPr marL="0" indent="0">
              <a:lnSpc>
                <a:spcPct val="150000"/>
              </a:lnSpc>
              <a:spcBef>
                <a:spcPts val="1000"/>
              </a:spcBef>
              <a:buFontTx/>
              <a:buNone/>
              <a:defRPr sz="1800">
                <a:solidFill>
                  <a:schemeClr val="tx2"/>
                </a:solidFill>
              </a:defRPr>
            </a:lvl1pPr>
          </a:lstStyle>
          <a:p>
            <a:pPr lvl="0"/>
            <a:r>
              <a:rPr lang="en-US" dirty="0"/>
              <a:t>Click to edit Master text styles</a:t>
            </a:r>
          </a:p>
        </p:txBody>
      </p:sp>
      <p:sp>
        <p:nvSpPr>
          <p:cNvPr id="10" name="Picture Placeholder 9">
            <a:extLst>
              <a:ext uri="{FF2B5EF4-FFF2-40B4-BE49-F238E27FC236}">
                <a16:creationId xmlns:a16="http://schemas.microsoft.com/office/drawing/2014/main" id="{62371C6C-FF48-871D-90F5-EBEAAECFFE76}"/>
              </a:ext>
            </a:extLst>
          </p:cNvPr>
          <p:cNvSpPr>
            <a:spLocks noGrp="1"/>
          </p:cNvSpPr>
          <p:nvPr>
            <p:ph type="pic" sz="quarter" idx="13"/>
          </p:nvPr>
        </p:nvSpPr>
        <p:spPr>
          <a:xfrm>
            <a:off x="5138928" y="2416701"/>
            <a:ext cx="3364992" cy="2505075"/>
          </a:xfrm>
        </p:spPr>
        <p:txBody>
          <a:bodyPr/>
          <a:lstStyle/>
          <a:p>
            <a:endParaRPr lang="en-US"/>
          </a:p>
        </p:txBody>
      </p:sp>
      <p:sp>
        <p:nvSpPr>
          <p:cNvPr id="12" name="Text Placeholder 11">
            <a:extLst>
              <a:ext uri="{FF2B5EF4-FFF2-40B4-BE49-F238E27FC236}">
                <a16:creationId xmlns:a16="http://schemas.microsoft.com/office/drawing/2014/main" id="{A17D80AD-74CE-1F9C-16F6-F5F2EC16BBDE}"/>
              </a:ext>
            </a:extLst>
          </p:cNvPr>
          <p:cNvSpPr>
            <a:spLocks noGrp="1"/>
          </p:cNvSpPr>
          <p:nvPr>
            <p:ph type="body" sz="quarter" idx="14"/>
          </p:nvPr>
        </p:nvSpPr>
        <p:spPr>
          <a:xfrm>
            <a:off x="5138738" y="5143500"/>
            <a:ext cx="3365500" cy="4114800"/>
          </a:xfrm>
        </p:spPr>
        <p:txBody>
          <a:bodyPr>
            <a:noAutofit/>
          </a:bodyPr>
          <a:lstStyle>
            <a:lvl1pPr marL="0" indent="0">
              <a:lnSpc>
                <a:spcPct val="150000"/>
              </a:lnSpc>
              <a:spcBef>
                <a:spcPts val="1000"/>
              </a:spcBef>
              <a:buNone/>
              <a:defRPr sz="1800">
                <a:solidFill>
                  <a:schemeClr val="tx2"/>
                </a:solidFill>
              </a:defRPr>
            </a:lvl1pPr>
          </a:lstStyle>
          <a:p>
            <a:pPr lvl="0"/>
            <a:r>
              <a:rPr lang="en-US" dirty="0"/>
              <a:t>Click to edit Master text styles</a:t>
            </a:r>
          </a:p>
        </p:txBody>
      </p:sp>
      <p:sp>
        <p:nvSpPr>
          <p:cNvPr id="14" name="Picture Placeholder 13">
            <a:extLst>
              <a:ext uri="{FF2B5EF4-FFF2-40B4-BE49-F238E27FC236}">
                <a16:creationId xmlns:a16="http://schemas.microsoft.com/office/drawing/2014/main" id="{585F5523-04CD-535C-C349-57ADF95E4F6B}"/>
              </a:ext>
            </a:extLst>
          </p:cNvPr>
          <p:cNvSpPr>
            <a:spLocks noGrp="1"/>
          </p:cNvSpPr>
          <p:nvPr>
            <p:ph type="pic" sz="quarter" idx="15"/>
          </p:nvPr>
        </p:nvSpPr>
        <p:spPr>
          <a:xfrm>
            <a:off x="9578975" y="2400300"/>
            <a:ext cx="3364992" cy="2520950"/>
          </a:xfrm>
        </p:spPr>
        <p:txBody>
          <a:bodyPr>
            <a:noAutofit/>
          </a:bodyPr>
          <a:lstStyle/>
          <a:p>
            <a:endParaRPr lang="en-US"/>
          </a:p>
        </p:txBody>
      </p:sp>
      <p:sp>
        <p:nvSpPr>
          <p:cNvPr id="16" name="Text Placeholder 15">
            <a:extLst>
              <a:ext uri="{FF2B5EF4-FFF2-40B4-BE49-F238E27FC236}">
                <a16:creationId xmlns:a16="http://schemas.microsoft.com/office/drawing/2014/main" id="{77696729-7D0D-0A3C-F6DD-80BF6E4E5A6F}"/>
              </a:ext>
            </a:extLst>
          </p:cNvPr>
          <p:cNvSpPr>
            <a:spLocks noGrp="1"/>
          </p:cNvSpPr>
          <p:nvPr>
            <p:ph type="body" sz="quarter" idx="16"/>
          </p:nvPr>
        </p:nvSpPr>
        <p:spPr>
          <a:xfrm>
            <a:off x="9578975" y="5143500"/>
            <a:ext cx="3365500" cy="4114800"/>
          </a:xfrm>
        </p:spPr>
        <p:txBody>
          <a:bodyPr>
            <a:noAutofit/>
          </a:bodyPr>
          <a:lstStyle>
            <a:lvl1pPr marL="0" indent="0">
              <a:lnSpc>
                <a:spcPct val="150000"/>
              </a:lnSpc>
              <a:spcBef>
                <a:spcPts val="1000"/>
              </a:spcBef>
              <a:buFontTx/>
              <a:buNone/>
              <a:defRPr sz="1800">
                <a:solidFill>
                  <a:schemeClr val="tx2"/>
                </a:solidFill>
              </a:defRPr>
            </a:lvl1pPr>
          </a:lstStyle>
          <a:p>
            <a:pPr lvl="0"/>
            <a:r>
              <a:rPr lang="en-US" dirty="0"/>
              <a:t>Click to edit Master text styles</a:t>
            </a:r>
          </a:p>
        </p:txBody>
      </p:sp>
      <p:sp>
        <p:nvSpPr>
          <p:cNvPr id="18" name="Picture Placeholder 17">
            <a:extLst>
              <a:ext uri="{FF2B5EF4-FFF2-40B4-BE49-F238E27FC236}">
                <a16:creationId xmlns:a16="http://schemas.microsoft.com/office/drawing/2014/main" id="{1710C42C-C68E-F250-A5D5-0ADE6F207ECC}"/>
              </a:ext>
            </a:extLst>
          </p:cNvPr>
          <p:cNvSpPr>
            <a:spLocks noGrp="1"/>
          </p:cNvSpPr>
          <p:nvPr>
            <p:ph type="pic" sz="quarter" idx="17"/>
          </p:nvPr>
        </p:nvSpPr>
        <p:spPr>
          <a:xfrm>
            <a:off x="13977938" y="2400300"/>
            <a:ext cx="3364992" cy="2520950"/>
          </a:xfrm>
        </p:spPr>
        <p:txBody>
          <a:bodyPr/>
          <a:lstStyle/>
          <a:p>
            <a:endParaRPr lang="en-US"/>
          </a:p>
        </p:txBody>
      </p:sp>
      <p:sp>
        <p:nvSpPr>
          <p:cNvPr id="20" name="Text Placeholder 19">
            <a:extLst>
              <a:ext uri="{FF2B5EF4-FFF2-40B4-BE49-F238E27FC236}">
                <a16:creationId xmlns:a16="http://schemas.microsoft.com/office/drawing/2014/main" id="{A89ED129-42B7-D110-6E2F-AD141A00C492}"/>
              </a:ext>
            </a:extLst>
          </p:cNvPr>
          <p:cNvSpPr>
            <a:spLocks noGrp="1"/>
          </p:cNvSpPr>
          <p:nvPr>
            <p:ph type="body" sz="quarter" idx="18"/>
          </p:nvPr>
        </p:nvSpPr>
        <p:spPr>
          <a:xfrm>
            <a:off x="13977938" y="5159375"/>
            <a:ext cx="3365500" cy="4098925"/>
          </a:xfrm>
        </p:spPr>
        <p:txBody>
          <a:bodyPr>
            <a:noAutofit/>
          </a:bodyPr>
          <a:lstStyle>
            <a:lvl1pPr marL="0" indent="0">
              <a:lnSpc>
                <a:spcPct val="150000"/>
              </a:lnSpc>
              <a:spcBef>
                <a:spcPts val="1000"/>
              </a:spcBef>
              <a:buNone/>
              <a:defRPr sz="1800">
                <a:solidFill>
                  <a:schemeClr val="tx2"/>
                </a:solidFill>
              </a:defRPr>
            </a:lvl1pPr>
          </a:lstStyle>
          <a:p>
            <a:pPr lvl="0"/>
            <a:r>
              <a:rPr lang="en-US" dirty="0"/>
              <a:t>Click to edit Master text styles</a:t>
            </a:r>
          </a:p>
        </p:txBody>
      </p:sp>
      <p:cxnSp>
        <p:nvCxnSpPr>
          <p:cNvPr id="5" name="Straight Connector 4">
            <a:extLst>
              <a:ext uri="{FF2B5EF4-FFF2-40B4-BE49-F238E27FC236}">
                <a16:creationId xmlns:a16="http://schemas.microsoft.com/office/drawing/2014/main" id="{C99ED850-A6AA-64A7-8E1E-E23ED168F9DF}"/>
              </a:ext>
            </a:extLst>
          </p:cNvPr>
          <p:cNvCxnSpPr/>
          <p:nvPr userDrawn="1"/>
        </p:nvCxnSpPr>
        <p:spPr>
          <a:xfrm>
            <a:off x="793683" y="2119302"/>
            <a:ext cx="807260" cy="0"/>
          </a:xfrm>
          <a:prstGeom prst="line">
            <a:avLst/>
          </a:prstGeom>
          <a:ln w="47625">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2192842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8_1_Copy &amp; Data Poi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65425E-294A-7859-7DCF-EAA8538D6B50}"/>
              </a:ext>
            </a:extLst>
          </p:cNvPr>
          <p:cNvSpPr>
            <a:spLocks noGrp="1"/>
          </p:cNvSpPr>
          <p:nvPr>
            <p:ph type="title"/>
          </p:nvPr>
        </p:nvSpPr>
        <p:spPr/>
        <p:txBody>
          <a:bodyPr/>
          <a:lstStyle/>
          <a:p>
            <a:r>
              <a:rPr lang="en-US"/>
              <a:t>Click to edit Master title style</a:t>
            </a:r>
          </a:p>
        </p:txBody>
      </p:sp>
      <p:sp>
        <p:nvSpPr>
          <p:cNvPr id="3" name="Slide Number Placeholder 2">
            <a:extLst>
              <a:ext uri="{FF2B5EF4-FFF2-40B4-BE49-F238E27FC236}">
                <a16:creationId xmlns:a16="http://schemas.microsoft.com/office/drawing/2014/main" id="{BCB7CA60-3379-6ED9-659C-068462D83DCB}"/>
              </a:ext>
            </a:extLst>
          </p:cNvPr>
          <p:cNvSpPr>
            <a:spLocks noGrp="1"/>
          </p:cNvSpPr>
          <p:nvPr>
            <p:ph type="sldNum" sz="quarter" idx="10"/>
          </p:nvPr>
        </p:nvSpPr>
        <p:spPr/>
        <p:txBody>
          <a:bodyPr/>
          <a:lstStyle/>
          <a:p>
            <a:fld id="{8CC5BBF2-D04D-C048-9F75-C3CD7CC10D78}" type="slidenum">
              <a:rPr lang="en-US" smtClean="0"/>
              <a:pPr/>
              <a:t>‹#›</a:t>
            </a:fld>
            <a:endParaRPr lang="en-US" dirty="0"/>
          </a:p>
        </p:txBody>
      </p:sp>
      <p:sp>
        <p:nvSpPr>
          <p:cNvPr id="6" name="Text Placeholder 5">
            <a:extLst>
              <a:ext uri="{FF2B5EF4-FFF2-40B4-BE49-F238E27FC236}">
                <a16:creationId xmlns:a16="http://schemas.microsoft.com/office/drawing/2014/main" id="{E8966DD7-A717-3904-274D-022217CAE641}"/>
              </a:ext>
            </a:extLst>
          </p:cNvPr>
          <p:cNvSpPr>
            <a:spLocks noGrp="1"/>
          </p:cNvSpPr>
          <p:nvPr>
            <p:ph type="body" sz="quarter" idx="11"/>
          </p:nvPr>
        </p:nvSpPr>
        <p:spPr>
          <a:xfrm>
            <a:off x="731520" y="2554288"/>
            <a:ext cx="11169877" cy="6704012"/>
          </a:xfrm>
        </p:spPr>
        <p:txBody>
          <a:bodyPr>
            <a:noAutofit/>
          </a:bodyPr>
          <a:lstStyle>
            <a:lvl1pPr marL="0" indent="0">
              <a:lnSpc>
                <a:spcPct val="150000"/>
              </a:lnSpc>
              <a:spcBef>
                <a:spcPts val="1000"/>
              </a:spcBef>
              <a:buFontTx/>
              <a:buNone/>
              <a:defRPr sz="1800">
                <a:solidFill>
                  <a:schemeClr val="tx2"/>
                </a:solidFill>
              </a:defRPr>
            </a:lvl1pPr>
          </a:lstStyle>
          <a:p>
            <a:pPr lvl="0"/>
            <a:r>
              <a:rPr lang="en-US" dirty="0"/>
              <a:t>Click to edit Master text styles</a:t>
            </a:r>
          </a:p>
        </p:txBody>
      </p:sp>
      <p:sp>
        <p:nvSpPr>
          <p:cNvPr id="7" name="Rectangle 6">
            <a:extLst>
              <a:ext uri="{FF2B5EF4-FFF2-40B4-BE49-F238E27FC236}">
                <a16:creationId xmlns:a16="http://schemas.microsoft.com/office/drawing/2014/main" id="{B7EA83A4-56EC-A5F1-A2FD-8BBCD5A7AFE2}"/>
              </a:ext>
            </a:extLst>
          </p:cNvPr>
          <p:cNvSpPr/>
          <p:nvPr userDrawn="1"/>
        </p:nvSpPr>
        <p:spPr>
          <a:xfrm>
            <a:off x="12251436" y="2554288"/>
            <a:ext cx="5312664" cy="4087368"/>
          </a:xfrm>
          <a:prstGeom prst="rect">
            <a:avLst/>
          </a:prstGeom>
          <a:gradFill>
            <a:gsLst>
              <a:gs pos="0">
                <a:srgbClr val="D11947"/>
              </a:gs>
              <a:gs pos="100000">
                <a:srgbClr val="8D0034"/>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Placeholder 8">
            <a:extLst>
              <a:ext uri="{FF2B5EF4-FFF2-40B4-BE49-F238E27FC236}">
                <a16:creationId xmlns:a16="http://schemas.microsoft.com/office/drawing/2014/main" id="{2BD047A2-2561-2166-4EEF-7AC3D73736D0}"/>
              </a:ext>
            </a:extLst>
          </p:cNvPr>
          <p:cNvSpPr>
            <a:spLocks noGrp="1"/>
          </p:cNvSpPr>
          <p:nvPr>
            <p:ph type="body" sz="quarter" idx="12" hasCustomPrompt="1"/>
          </p:nvPr>
        </p:nvSpPr>
        <p:spPr>
          <a:xfrm>
            <a:off x="12250738" y="3378593"/>
            <a:ext cx="5294312" cy="1663307"/>
          </a:xfrm>
        </p:spPr>
        <p:txBody>
          <a:bodyPr anchor="ctr">
            <a:noAutofit/>
          </a:bodyPr>
          <a:lstStyle>
            <a:lvl1pPr marL="0" indent="0" algn="ctr">
              <a:lnSpc>
                <a:spcPct val="100000"/>
              </a:lnSpc>
              <a:spcBef>
                <a:spcPts val="1000"/>
              </a:spcBef>
              <a:buNone/>
              <a:defRPr sz="10800" b="1">
                <a:solidFill>
                  <a:schemeClr val="bg1"/>
                </a:solidFill>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dirty="0"/>
              <a:t>000</a:t>
            </a:r>
          </a:p>
        </p:txBody>
      </p:sp>
      <p:sp>
        <p:nvSpPr>
          <p:cNvPr id="11" name="Text Placeholder 10">
            <a:extLst>
              <a:ext uri="{FF2B5EF4-FFF2-40B4-BE49-F238E27FC236}">
                <a16:creationId xmlns:a16="http://schemas.microsoft.com/office/drawing/2014/main" id="{83C8F547-30CB-070B-BE7F-B8F7273279DD}"/>
              </a:ext>
            </a:extLst>
          </p:cNvPr>
          <p:cNvSpPr>
            <a:spLocks noGrp="1"/>
          </p:cNvSpPr>
          <p:nvPr>
            <p:ph type="body" sz="quarter" idx="13" hasCustomPrompt="1"/>
          </p:nvPr>
        </p:nvSpPr>
        <p:spPr>
          <a:xfrm>
            <a:off x="12241213" y="5058919"/>
            <a:ext cx="5313362" cy="987425"/>
          </a:xfrm>
        </p:spPr>
        <p:txBody>
          <a:bodyPr/>
          <a:lstStyle>
            <a:lvl1pPr marL="0" indent="0" algn="ctr">
              <a:lnSpc>
                <a:spcPct val="100000"/>
              </a:lnSpc>
              <a:spcBef>
                <a:spcPts val="1000"/>
              </a:spcBef>
              <a:buNone/>
              <a:defRPr b="1">
                <a:solidFill>
                  <a:schemeClr val="bg1"/>
                </a:solidFill>
              </a:defRPr>
            </a:lvl1pPr>
          </a:lstStyle>
          <a:p>
            <a:pPr lvl="0"/>
            <a:r>
              <a:rPr lang="en-US" dirty="0"/>
              <a:t>Subheading goes here</a:t>
            </a:r>
          </a:p>
        </p:txBody>
      </p:sp>
      <p:cxnSp>
        <p:nvCxnSpPr>
          <p:cNvPr id="5" name="Straight Connector 4">
            <a:extLst>
              <a:ext uri="{FF2B5EF4-FFF2-40B4-BE49-F238E27FC236}">
                <a16:creationId xmlns:a16="http://schemas.microsoft.com/office/drawing/2014/main" id="{26C05212-76EB-96AF-DA92-E841B42C0F8F}"/>
              </a:ext>
            </a:extLst>
          </p:cNvPr>
          <p:cNvCxnSpPr/>
          <p:nvPr userDrawn="1"/>
        </p:nvCxnSpPr>
        <p:spPr>
          <a:xfrm>
            <a:off x="793683" y="2119302"/>
            <a:ext cx="807260" cy="0"/>
          </a:xfrm>
          <a:prstGeom prst="line">
            <a:avLst/>
          </a:prstGeom>
          <a:ln w="47625">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4393059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8_2_Copy &amp; Two Data Poi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4D222C-A805-00D1-1EF0-555021A295A2}"/>
              </a:ext>
            </a:extLst>
          </p:cNvPr>
          <p:cNvSpPr>
            <a:spLocks noGrp="1"/>
          </p:cNvSpPr>
          <p:nvPr>
            <p:ph type="title"/>
          </p:nvPr>
        </p:nvSpPr>
        <p:spPr>
          <a:xfrm>
            <a:off x="666235" y="271849"/>
            <a:ext cx="11249993" cy="1663307"/>
          </a:xfrm>
        </p:spPr>
        <p:txBody>
          <a:bodyPr/>
          <a:lstStyle/>
          <a:p>
            <a:r>
              <a:rPr lang="en-US" dirty="0"/>
              <a:t>Click to edit Master title style</a:t>
            </a:r>
          </a:p>
        </p:txBody>
      </p:sp>
      <p:sp>
        <p:nvSpPr>
          <p:cNvPr id="3" name="Slide Number Placeholder 2">
            <a:extLst>
              <a:ext uri="{FF2B5EF4-FFF2-40B4-BE49-F238E27FC236}">
                <a16:creationId xmlns:a16="http://schemas.microsoft.com/office/drawing/2014/main" id="{79382BCA-B2EC-F106-9E51-B85ACCFB9153}"/>
              </a:ext>
            </a:extLst>
          </p:cNvPr>
          <p:cNvSpPr>
            <a:spLocks noGrp="1"/>
          </p:cNvSpPr>
          <p:nvPr>
            <p:ph type="sldNum" sz="quarter" idx="10"/>
          </p:nvPr>
        </p:nvSpPr>
        <p:spPr/>
        <p:txBody>
          <a:bodyPr/>
          <a:lstStyle/>
          <a:p>
            <a:fld id="{8CC5BBF2-D04D-C048-9F75-C3CD7CC10D78}" type="slidenum">
              <a:rPr lang="en-US" smtClean="0"/>
              <a:pPr/>
              <a:t>‹#›</a:t>
            </a:fld>
            <a:endParaRPr lang="en-US" dirty="0"/>
          </a:p>
        </p:txBody>
      </p:sp>
      <p:sp>
        <p:nvSpPr>
          <p:cNvPr id="6" name="Text Placeholder 5">
            <a:extLst>
              <a:ext uri="{FF2B5EF4-FFF2-40B4-BE49-F238E27FC236}">
                <a16:creationId xmlns:a16="http://schemas.microsoft.com/office/drawing/2014/main" id="{076008C1-1F5E-DE2A-FA9B-69D7DBDFB1A9}"/>
              </a:ext>
            </a:extLst>
          </p:cNvPr>
          <p:cNvSpPr>
            <a:spLocks noGrp="1"/>
          </p:cNvSpPr>
          <p:nvPr>
            <p:ph type="body" sz="quarter" idx="11"/>
          </p:nvPr>
        </p:nvSpPr>
        <p:spPr>
          <a:xfrm>
            <a:off x="731837" y="2551176"/>
            <a:ext cx="11184391" cy="6659562"/>
          </a:xfrm>
        </p:spPr>
        <p:txBody>
          <a:bodyPr>
            <a:noAutofit/>
          </a:bodyPr>
          <a:lstStyle>
            <a:lvl1pPr marL="0" indent="0">
              <a:lnSpc>
                <a:spcPct val="150000"/>
              </a:lnSpc>
              <a:spcBef>
                <a:spcPts val="1000"/>
              </a:spcBef>
              <a:buNone/>
              <a:defRPr sz="1800">
                <a:solidFill>
                  <a:schemeClr val="tx2"/>
                </a:solidFill>
              </a:defRPr>
            </a:lvl1pPr>
          </a:lstStyle>
          <a:p>
            <a:pPr lvl="0"/>
            <a:r>
              <a:rPr lang="en-US" dirty="0"/>
              <a:t>Click to edit Master text styles</a:t>
            </a:r>
          </a:p>
        </p:txBody>
      </p:sp>
      <p:sp>
        <p:nvSpPr>
          <p:cNvPr id="7" name="Rectangle 6">
            <a:extLst>
              <a:ext uri="{FF2B5EF4-FFF2-40B4-BE49-F238E27FC236}">
                <a16:creationId xmlns:a16="http://schemas.microsoft.com/office/drawing/2014/main" id="{5AE528A3-177C-77C6-25D6-E92D129C4CEA}"/>
              </a:ext>
            </a:extLst>
          </p:cNvPr>
          <p:cNvSpPr/>
          <p:nvPr userDrawn="1"/>
        </p:nvSpPr>
        <p:spPr>
          <a:xfrm>
            <a:off x="12390120" y="0"/>
            <a:ext cx="5897880" cy="9677400"/>
          </a:xfrm>
          <a:prstGeom prst="rect">
            <a:avLst/>
          </a:prstGeom>
          <a:gradFill>
            <a:gsLst>
              <a:gs pos="0">
                <a:srgbClr val="D11947"/>
              </a:gs>
              <a:gs pos="100000">
                <a:srgbClr val="8D0034"/>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Placeholder 8">
            <a:extLst>
              <a:ext uri="{FF2B5EF4-FFF2-40B4-BE49-F238E27FC236}">
                <a16:creationId xmlns:a16="http://schemas.microsoft.com/office/drawing/2014/main" id="{D5C1A71F-2243-886D-E621-7724CDFC7CE7}"/>
              </a:ext>
            </a:extLst>
          </p:cNvPr>
          <p:cNvSpPr>
            <a:spLocks noGrp="1"/>
          </p:cNvSpPr>
          <p:nvPr>
            <p:ph type="body" sz="quarter" idx="12" hasCustomPrompt="1"/>
          </p:nvPr>
        </p:nvSpPr>
        <p:spPr>
          <a:xfrm>
            <a:off x="12626975" y="1847990"/>
            <a:ext cx="5167086" cy="1356523"/>
          </a:xfrm>
        </p:spPr>
        <p:txBody>
          <a:bodyPr anchor="ctr">
            <a:noAutofit/>
          </a:bodyPr>
          <a:lstStyle>
            <a:lvl1pPr marL="0" indent="0" algn="ctr">
              <a:buFontTx/>
              <a:buNone/>
              <a:defRPr sz="10800" b="1">
                <a:solidFill>
                  <a:schemeClr val="bg1"/>
                </a:solidFill>
              </a:defRPr>
            </a:lvl1pPr>
          </a:lstStyle>
          <a:p>
            <a:pPr lvl="0"/>
            <a:r>
              <a:rPr lang="en-US" dirty="0"/>
              <a:t>000</a:t>
            </a:r>
          </a:p>
        </p:txBody>
      </p:sp>
      <p:sp>
        <p:nvSpPr>
          <p:cNvPr id="11" name="Text Placeholder 10">
            <a:extLst>
              <a:ext uri="{FF2B5EF4-FFF2-40B4-BE49-F238E27FC236}">
                <a16:creationId xmlns:a16="http://schemas.microsoft.com/office/drawing/2014/main" id="{0EB931DF-4512-67A1-40B7-6CFBABA7A5FE}"/>
              </a:ext>
            </a:extLst>
          </p:cNvPr>
          <p:cNvSpPr>
            <a:spLocks noGrp="1"/>
          </p:cNvSpPr>
          <p:nvPr>
            <p:ph type="body" sz="quarter" idx="13" hasCustomPrompt="1"/>
          </p:nvPr>
        </p:nvSpPr>
        <p:spPr>
          <a:xfrm>
            <a:off x="12627428" y="3257893"/>
            <a:ext cx="5167087" cy="1125421"/>
          </a:xfrm>
        </p:spPr>
        <p:txBody>
          <a:bodyPr>
            <a:noAutofit/>
          </a:bodyPr>
          <a:lstStyle>
            <a:lvl1pPr marL="0" indent="0" algn="ctr">
              <a:lnSpc>
                <a:spcPct val="100000"/>
              </a:lnSpc>
              <a:buNone/>
              <a:defRPr sz="3600" b="1">
                <a:solidFill>
                  <a:schemeClr val="bg1"/>
                </a:solidFill>
              </a:defRPr>
            </a:lvl1pPr>
          </a:lstStyle>
          <a:p>
            <a:pPr lvl="0"/>
            <a:r>
              <a:rPr lang="en-US" dirty="0"/>
              <a:t>Subheading goes here</a:t>
            </a:r>
          </a:p>
        </p:txBody>
      </p:sp>
      <p:sp>
        <p:nvSpPr>
          <p:cNvPr id="13" name="Text Placeholder 12">
            <a:extLst>
              <a:ext uri="{FF2B5EF4-FFF2-40B4-BE49-F238E27FC236}">
                <a16:creationId xmlns:a16="http://schemas.microsoft.com/office/drawing/2014/main" id="{A92A540C-88EB-BD42-7FBF-0DF31ECEABDC}"/>
              </a:ext>
            </a:extLst>
          </p:cNvPr>
          <p:cNvSpPr>
            <a:spLocks noGrp="1"/>
          </p:cNvSpPr>
          <p:nvPr>
            <p:ph type="body" sz="quarter" idx="14" hasCustomPrompt="1"/>
          </p:nvPr>
        </p:nvSpPr>
        <p:spPr>
          <a:xfrm>
            <a:off x="12626975" y="5052503"/>
            <a:ext cx="5166360" cy="1353312"/>
          </a:xfrm>
        </p:spPr>
        <p:txBody>
          <a:bodyPr anchor="ctr">
            <a:noAutofit/>
          </a:bodyPr>
          <a:lstStyle>
            <a:lvl1pPr marL="0" indent="0" algn="ctr">
              <a:buFontTx/>
              <a:buNone/>
              <a:defRPr sz="10800" b="1">
                <a:solidFill>
                  <a:schemeClr val="bg1"/>
                </a:solidFill>
              </a:defRPr>
            </a:lvl1pPr>
          </a:lstStyle>
          <a:p>
            <a:pPr lvl="0"/>
            <a:r>
              <a:rPr lang="en-US" dirty="0"/>
              <a:t>000</a:t>
            </a:r>
          </a:p>
        </p:txBody>
      </p:sp>
      <p:sp>
        <p:nvSpPr>
          <p:cNvPr id="15" name="Text Placeholder 14">
            <a:extLst>
              <a:ext uri="{FF2B5EF4-FFF2-40B4-BE49-F238E27FC236}">
                <a16:creationId xmlns:a16="http://schemas.microsoft.com/office/drawing/2014/main" id="{F2A329CC-05C2-7278-1DE0-ADE9B439ED95}"/>
              </a:ext>
            </a:extLst>
          </p:cNvPr>
          <p:cNvSpPr>
            <a:spLocks noGrp="1"/>
          </p:cNvSpPr>
          <p:nvPr>
            <p:ph type="body" sz="quarter" idx="15" hasCustomPrompt="1"/>
          </p:nvPr>
        </p:nvSpPr>
        <p:spPr>
          <a:xfrm>
            <a:off x="12626975" y="6470983"/>
            <a:ext cx="5167313" cy="1125421"/>
          </a:xfrm>
        </p:spPr>
        <p:txBody>
          <a:bodyPr>
            <a:noAutofit/>
          </a:bodyPr>
          <a:lstStyle>
            <a:lvl1pPr marL="0" indent="0" algn="ctr">
              <a:lnSpc>
                <a:spcPct val="100000"/>
              </a:lnSpc>
              <a:buFontTx/>
              <a:buNone/>
              <a:defRPr sz="3600" b="1">
                <a:solidFill>
                  <a:schemeClr val="bg1"/>
                </a:solidFill>
              </a:defRPr>
            </a:lvl1pPr>
          </a:lstStyle>
          <a:p>
            <a:pPr lvl="0"/>
            <a:r>
              <a:rPr lang="en-US" dirty="0"/>
              <a:t>Subheading goes here</a:t>
            </a:r>
          </a:p>
        </p:txBody>
      </p:sp>
      <p:cxnSp>
        <p:nvCxnSpPr>
          <p:cNvPr id="5" name="Straight Connector 4">
            <a:extLst>
              <a:ext uri="{FF2B5EF4-FFF2-40B4-BE49-F238E27FC236}">
                <a16:creationId xmlns:a16="http://schemas.microsoft.com/office/drawing/2014/main" id="{F28AC1AF-7EED-E160-FA2E-AB32E08B193B}"/>
              </a:ext>
            </a:extLst>
          </p:cNvPr>
          <p:cNvCxnSpPr/>
          <p:nvPr userDrawn="1"/>
        </p:nvCxnSpPr>
        <p:spPr>
          <a:xfrm>
            <a:off x="793683" y="2119302"/>
            <a:ext cx="807260" cy="0"/>
          </a:xfrm>
          <a:prstGeom prst="line">
            <a:avLst/>
          </a:prstGeom>
          <a:ln w="47625">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4375899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8_3_Copy &amp; Three Data Poi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E54AFB-7657-4EC9-5733-D0FE118029CF}"/>
              </a:ext>
            </a:extLst>
          </p:cNvPr>
          <p:cNvSpPr>
            <a:spLocks noGrp="1"/>
          </p:cNvSpPr>
          <p:nvPr>
            <p:ph type="title"/>
          </p:nvPr>
        </p:nvSpPr>
        <p:spPr/>
        <p:txBody>
          <a:bodyPr/>
          <a:lstStyle/>
          <a:p>
            <a:r>
              <a:rPr lang="en-US"/>
              <a:t>Click to edit Master title style</a:t>
            </a:r>
          </a:p>
        </p:txBody>
      </p:sp>
      <p:sp>
        <p:nvSpPr>
          <p:cNvPr id="3" name="Slide Number Placeholder 2">
            <a:extLst>
              <a:ext uri="{FF2B5EF4-FFF2-40B4-BE49-F238E27FC236}">
                <a16:creationId xmlns:a16="http://schemas.microsoft.com/office/drawing/2014/main" id="{09EEB360-8896-61E1-F0DF-CCA9E0DA0AF7}"/>
              </a:ext>
            </a:extLst>
          </p:cNvPr>
          <p:cNvSpPr>
            <a:spLocks noGrp="1"/>
          </p:cNvSpPr>
          <p:nvPr>
            <p:ph type="sldNum" sz="quarter" idx="10"/>
          </p:nvPr>
        </p:nvSpPr>
        <p:spPr/>
        <p:txBody>
          <a:bodyPr/>
          <a:lstStyle/>
          <a:p>
            <a:fld id="{8CC5BBF2-D04D-C048-9F75-C3CD7CC10D78}" type="slidenum">
              <a:rPr lang="en-US" smtClean="0"/>
              <a:pPr/>
              <a:t>‹#›</a:t>
            </a:fld>
            <a:endParaRPr lang="en-US" dirty="0"/>
          </a:p>
        </p:txBody>
      </p:sp>
      <p:sp>
        <p:nvSpPr>
          <p:cNvPr id="5" name="Text Placeholder 4">
            <a:extLst>
              <a:ext uri="{FF2B5EF4-FFF2-40B4-BE49-F238E27FC236}">
                <a16:creationId xmlns:a16="http://schemas.microsoft.com/office/drawing/2014/main" id="{7A027DDC-EEC2-E6D6-C3FD-FFE7DCDF3C9A}"/>
              </a:ext>
            </a:extLst>
          </p:cNvPr>
          <p:cNvSpPr>
            <a:spLocks noGrp="1"/>
          </p:cNvSpPr>
          <p:nvPr>
            <p:ph type="body" sz="quarter" idx="11"/>
          </p:nvPr>
        </p:nvSpPr>
        <p:spPr>
          <a:xfrm>
            <a:off x="685800" y="2400300"/>
            <a:ext cx="16878300" cy="1842516"/>
          </a:xfrm>
        </p:spPr>
        <p:txBody>
          <a:bodyPr>
            <a:normAutofit/>
          </a:bodyPr>
          <a:lstStyle>
            <a:lvl1pPr marL="0" indent="0">
              <a:lnSpc>
                <a:spcPct val="150000"/>
              </a:lnSpc>
              <a:spcBef>
                <a:spcPts val="1000"/>
              </a:spcBef>
              <a:buNone/>
              <a:defRPr sz="1800">
                <a:solidFill>
                  <a:schemeClr val="tx2"/>
                </a:solidFill>
              </a:defRPr>
            </a:lvl1pPr>
          </a:lstStyle>
          <a:p>
            <a:pPr lvl="0"/>
            <a:r>
              <a:rPr lang="en-US" dirty="0"/>
              <a:t>Click to edit Master text styles</a:t>
            </a:r>
          </a:p>
        </p:txBody>
      </p:sp>
      <p:sp>
        <p:nvSpPr>
          <p:cNvPr id="9" name="Text Placeholder 8">
            <a:extLst>
              <a:ext uri="{FF2B5EF4-FFF2-40B4-BE49-F238E27FC236}">
                <a16:creationId xmlns:a16="http://schemas.microsoft.com/office/drawing/2014/main" id="{189FC69A-FCC0-82C4-29A5-3D641F627AFB}"/>
              </a:ext>
            </a:extLst>
          </p:cNvPr>
          <p:cNvSpPr>
            <a:spLocks noGrp="1"/>
          </p:cNvSpPr>
          <p:nvPr>
            <p:ph type="body" sz="quarter" idx="12" hasCustomPrompt="1"/>
          </p:nvPr>
        </p:nvSpPr>
        <p:spPr>
          <a:xfrm>
            <a:off x="685800" y="4360522"/>
            <a:ext cx="4800600" cy="2053481"/>
          </a:xfrm>
          <a:noFill/>
        </p:spPr>
        <p:txBody>
          <a:bodyPr>
            <a:noAutofit/>
          </a:bodyPr>
          <a:lstStyle>
            <a:lvl1pPr marL="0" indent="0" algn="ctr">
              <a:buNone/>
              <a:defRPr sz="17250" b="1">
                <a:gradFill>
                  <a:gsLst>
                    <a:gs pos="0">
                      <a:schemeClr val="accent1"/>
                    </a:gs>
                    <a:gs pos="100000">
                      <a:srgbClr val="712D91"/>
                    </a:gs>
                  </a:gsLst>
                  <a:lin ang="0" scaled="0"/>
                </a:gradFill>
              </a:defRPr>
            </a:lvl1pPr>
          </a:lstStyle>
          <a:p>
            <a:pPr lvl="0"/>
            <a:r>
              <a:rPr lang="en-US" dirty="0"/>
              <a:t>000</a:t>
            </a:r>
          </a:p>
        </p:txBody>
      </p:sp>
      <p:sp>
        <p:nvSpPr>
          <p:cNvPr id="31" name="Text Placeholder 30">
            <a:extLst>
              <a:ext uri="{FF2B5EF4-FFF2-40B4-BE49-F238E27FC236}">
                <a16:creationId xmlns:a16="http://schemas.microsoft.com/office/drawing/2014/main" id="{6D421137-45D3-09BA-2919-266A499E6600}"/>
              </a:ext>
            </a:extLst>
          </p:cNvPr>
          <p:cNvSpPr>
            <a:spLocks noGrp="1"/>
          </p:cNvSpPr>
          <p:nvPr>
            <p:ph type="body" sz="quarter" idx="13" hasCustomPrompt="1"/>
          </p:nvPr>
        </p:nvSpPr>
        <p:spPr>
          <a:xfrm>
            <a:off x="685800" y="6529388"/>
            <a:ext cx="4800600" cy="541337"/>
          </a:xfrm>
        </p:spPr>
        <p:txBody>
          <a:bodyPr>
            <a:normAutofit/>
          </a:bodyPr>
          <a:lstStyle>
            <a:lvl1pPr marL="0" indent="0" algn="ctr">
              <a:lnSpc>
                <a:spcPct val="150000"/>
              </a:lnSpc>
              <a:spcBef>
                <a:spcPts val="1000"/>
              </a:spcBef>
              <a:buFontTx/>
              <a:buNone/>
              <a:defRPr sz="1800" b="1" cap="all" baseline="0">
                <a:solidFill>
                  <a:srgbClr val="712D91"/>
                </a:solidFill>
              </a:defRPr>
            </a:lvl1pPr>
          </a:lstStyle>
          <a:p>
            <a:pPr lvl="0"/>
            <a:r>
              <a:rPr lang="en-US" dirty="0"/>
              <a:t>subhead goes here</a:t>
            </a:r>
          </a:p>
        </p:txBody>
      </p:sp>
      <p:sp>
        <p:nvSpPr>
          <p:cNvPr id="33" name="Text Placeholder 32">
            <a:extLst>
              <a:ext uri="{FF2B5EF4-FFF2-40B4-BE49-F238E27FC236}">
                <a16:creationId xmlns:a16="http://schemas.microsoft.com/office/drawing/2014/main" id="{363E3D45-DB45-FC43-7D29-B485765985AC}"/>
              </a:ext>
            </a:extLst>
          </p:cNvPr>
          <p:cNvSpPr>
            <a:spLocks noGrp="1"/>
          </p:cNvSpPr>
          <p:nvPr>
            <p:ph type="body" sz="quarter" idx="14"/>
          </p:nvPr>
        </p:nvSpPr>
        <p:spPr>
          <a:xfrm>
            <a:off x="685800" y="7212012"/>
            <a:ext cx="4800600" cy="2057400"/>
          </a:xfrm>
        </p:spPr>
        <p:txBody>
          <a:bodyPr>
            <a:normAutofit/>
          </a:bodyPr>
          <a:lstStyle>
            <a:lvl1pPr marL="0" indent="0" algn="ctr">
              <a:lnSpc>
                <a:spcPct val="150000"/>
              </a:lnSpc>
              <a:spcBef>
                <a:spcPts val="1000"/>
              </a:spcBef>
              <a:buNone/>
              <a:defRPr sz="1800">
                <a:solidFill>
                  <a:schemeClr val="tx2"/>
                </a:solidFill>
              </a:defRPr>
            </a:lvl1pPr>
          </a:lstStyle>
          <a:p>
            <a:pPr lvl="0"/>
            <a:r>
              <a:rPr lang="en-US" dirty="0"/>
              <a:t>Click to edit Master text styles</a:t>
            </a:r>
          </a:p>
        </p:txBody>
      </p:sp>
      <p:sp>
        <p:nvSpPr>
          <p:cNvPr id="35" name="Text Placeholder 34">
            <a:extLst>
              <a:ext uri="{FF2B5EF4-FFF2-40B4-BE49-F238E27FC236}">
                <a16:creationId xmlns:a16="http://schemas.microsoft.com/office/drawing/2014/main" id="{C538A15F-89CE-34EB-3B72-4D645C7D8242}"/>
              </a:ext>
            </a:extLst>
          </p:cNvPr>
          <p:cNvSpPr>
            <a:spLocks noGrp="1"/>
          </p:cNvSpPr>
          <p:nvPr>
            <p:ph type="body" sz="quarter" idx="15" hasCustomPrompt="1"/>
          </p:nvPr>
        </p:nvSpPr>
        <p:spPr>
          <a:xfrm>
            <a:off x="6743700" y="4358562"/>
            <a:ext cx="4800600" cy="2057400"/>
          </a:xfrm>
        </p:spPr>
        <p:txBody>
          <a:bodyPr>
            <a:noAutofit/>
          </a:bodyPr>
          <a:lstStyle>
            <a:lvl1pPr marL="0" indent="0" algn="ctr">
              <a:buFontTx/>
              <a:buNone/>
              <a:defRPr sz="17250" b="1">
                <a:gradFill>
                  <a:gsLst>
                    <a:gs pos="0">
                      <a:schemeClr val="accent1"/>
                    </a:gs>
                    <a:gs pos="100000">
                      <a:srgbClr val="712D91"/>
                    </a:gs>
                  </a:gsLst>
                  <a:lin ang="0" scaled="0"/>
                </a:gradFill>
              </a:defRPr>
            </a:lvl1pPr>
          </a:lstStyle>
          <a:p>
            <a:pPr lvl="0"/>
            <a:r>
              <a:rPr lang="en-US" dirty="0"/>
              <a:t>000</a:t>
            </a:r>
          </a:p>
        </p:txBody>
      </p:sp>
      <p:sp>
        <p:nvSpPr>
          <p:cNvPr id="37" name="Text Placeholder 36">
            <a:extLst>
              <a:ext uri="{FF2B5EF4-FFF2-40B4-BE49-F238E27FC236}">
                <a16:creationId xmlns:a16="http://schemas.microsoft.com/office/drawing/2014/main" id="{2E1BE67B-1171-AD9E-9413-9811F7B859F8}"/>
              </a:ext>
            </a:extLst>
          </p:cNvPr>
          <p:cNvSpPr>
            <a:spLocks noGrp="1"/>
          </p:cNvSpPr>
          <p:nvPr>
            <p:ph type="body" sz="quarter" idx="16" hasCustomPrompt="1"/>
          </p:nvPr>
        </p:nvSpPr>
        <p:spPr>
          <a:xfrm>
            <a:off x="6743700" y="6529388"/>
            <a:ext cx="4800600" cy="539496"/>
          </a:xfrm>
        </p:spPr>
        <p:txBody>
          <a:bodyPr>
            <a:normAutofit/>
          </a:bodyPr>
          <a:lstStyle>
            <a:lvl1pPr marL="0" indent="0" algn="ctr">
              <a:lnSpc>
                <a:spcPct val="150000"/>
              </a:lnSpc>
              <a:spcBef>
                <a:spcPts val="1000"/>
              </a:spcBef>
              <a:buNone/>
              <a:defRPr sz="1800" b="1" cap="all" baseline="0">
                <a:solidFill>
                  <a:srgbClr val="712D91"/>
                </a:solidFill>
              </a:defRPr>
            </a:lvl1pPr>
          </a:lstStyle>
          <a:p>
            <a:pPr lvl="0"/>
            <a:r>
              <a:rPr lang="en-US" dirty="0"/>
              <a:t>subhead goes here</a:t>
            </a:r>
          </a:p>
        </p:txBody>
      </p:sp>
      <p:sp>
        <p:nvSpPr>
          <p:cNvPr id="39" name="Text Placeholder 38">
            <a:extLst>
              <a:ext uri="{FF2B5EF4-FFF2-40B4-BE49-F238E27FC236}">
                <a16:creationId xmlns:a16="http://schemas.microsoft.com/office/drawing/2014/main" id="{B285677A-011C-0D2D-EE50-BD8E5A46156B}"/>
              </a:ext>
            </a:extLst>
          </p:cNvPr>
          <p:cNvSpPr>
            <a:spLocks noGrp="1"/>
          </p:cNvSpPr>
          <p:nvPr>
            <p:ph type="body" sz="quarter" idx="17"/>
          </p:nvPr>
        </p:nvSpPr>
        <p:spPr>
          <a:xfrm>
            <a:off x="6743700" y="7212012"/>
            <a:ext cx="4800600" cy="2057400"/>
          </a:xfrm>
        </p:spPr>
        <p:txBody>
          <a:bodyPr>
            <a:normAutofit/>
          </a:bodyPr>
          <a:lstStyle>
            <a:lvl1pPr marL="0" indent="0" algn="ctr">
              <a:lnSpc>
                <a:spcPct val="150000"/>
              </a:lnSpc>
              <a:spcBef>
                <a:spcPts val="1000"/>
              </a:spcBef>
              <a:buFontTx/>
              <a:buNone/>
              <a:defRPr sz="1800">
                <a:solidFill>
                  <a:schemeClr val="tx2"/>
                </a:solidFill>
              </a:defRPr>
            </a:lvl1pPr>
          </a:lstStyle>
          <a:p>
            <a:pPr lvl="0"/>
            <a:r>
              <a:rPr lang="en-US" dirty="0"/>
              <a:t>Click to edit Master text styles</a:t>
            </a:r>
          </a:p>
        </p:txBody>
      </p:sp>
      <p:sp>
        <p:nvSpPr>
          <p:cNvPr id="41" name="Text Placeholder 40">
            <a:extLst>
              <a:ext uri="{FF2B5EF4-FFF2-40B4-BE49-F238E27FC236}">
                <a16:creationId xmlns:a16="http://schemas.microsoft.com/office/drawing/2014/main" id="{645F4160-D402-F09D-5C96-8FE4AD708418}"/>
              </a:ext>
            </a:extLst>
          </p:cNvPr>
          <p:cNvSpPr>
            <a:spLocks noGrp="1"/>
          </p:cNvSpPr>
          <p:nvPr>
            <p:ph type="body" sz="quarter" idx="18" hasCustomPrompt="1"/>
          </p:nvPr>
        </p:nvSpPr>
        <p:spPr>
          <a:xfrm>
            <a:off x="12763500" y="4359778"/>
            <a:ext cx="4800600" cy="2054225"/>
          </a:xfrm>
        </p:spPr>
        <p:txBody>
          <a:bodyPr>
            <a:noAutofit/>
          </a:bodyPr>
          <a:lstStyle>
            <a:lvl1pPr marL="0" indent="0" algn="ctr">
              <a:buNone/>
              <a:defRPr sz="17250" b="1">
                <a:gradFill>
                  <a:gsLst>
                    <a:gs pos="0">
                      <a:schemeClr val="accent1"/>
                    </a:gs>
                    <a:gs pos="100000">
                      <a:srgbClr val="712D91"/>
                    </a:gs>
                  </a:gsLst>
                  <a:lin ang="0" scaled="0"/>
                </a:gradFill>
              </a:defRPr>
            </a:lvl1pPr>
          </a:lstStyle>
          <a:p>
            <a:pPr lvl="0"/>
            <a:r>
              <a:rPr lang="en-US" dirty="0"/>
              <a:t>000</a:t>
            </a:r>
          </a:p>
        </p:txBody>
      </p:sp>
      <p:sp>
        <p:nvSpPr>
          <p:cNvPr id="43" name="Text Placeholder 42">
            <a:extLst>
              <a:ext uri="{FF2B5EF4-FFF2-40B4-BE49-F238E27FC236}">
                <a16:creationId xmlns:a16="http://schemas.microsoft.com/office/drawing/2014/main" id="{E3446786-C64A-8056-F545-0F4866E80678}"/>
              </a:ext>
            </a:extLst>
          </p:cNvPr>
          <p:cNvSpPr>
            <a:spLocks noGrp="1"/>
          </p:cNvSpPr>
          <p:nvPr>
            <p:ph type="body" sz="quarter" idx="19" hasCustomPrompt="1"/>
          </p:nvPr>
        </p:nvSpPr>
        <p:spPr>
          <a:xfrm>
            <a:off x="12763500" y="6529388"/>
            <a:ext cx="4800600" cy="539496"/>
          </a:xfrm>
        </p:spPr>
        <p:txBody>
          <a:bodyPr>
            <a:normAutofit/>
          </a:bodyPr>
          <a:lstStyle>
            <a:lvl1pPr marL="0" indent="0" algn="ctr">
              <a:lnSpc>
                <a:spcPct val="150000"/>
              </a:lnSpc>
              <a:spcBef>
                <a:spcPts val="1000"/>
              </a:spcBef>
              <a:buNone/>
              <a:defRPr sz="1800" b="1" cap="all" baseline="0">
                <a:solidFill>
                  <a:srgbClr val="712D91"/>
                </a:solidFill>
              </a:defRPr>
            </a:lvl1pPr>
          </a:lstStyle>
          <a:p>
            <a:pPr lvl="0"/>
            <a:r>
              <a:rPr lang="en-US" dirty="0"/>
              <a:t>subhead goes here</a:t>
            </a:r>
          </a:p>
        </p:txBody>
      </p:sp>
      <p:sp>
        <p:nvSpPr>
          <p:cNvPr id="45" name="Text Placeholder 44">
            <a:extLst>
              <a:ext uri="{FF2B5EF4-FFF2-40B4-BE49-F238E27FC236}">
                <a16:creationId xmlns:a16="http://schemas.microsoft.com/office/drawing/2014/main" id="{E83F5B64-BB82-9D73-52BD-6DD9845734D0}"/>
              </a:ext>
            </a:extLst>
          </p:cNvPr>
          <p:cNvSpPr>
            <a:spLocks noGrp="1"/>
          </p:cNvSpPr>
          <p:nvPr>
            <p:ph type="body" sz="quarter" idx="20"/>
          </p:nvPr>
        </p:nvSpPr>
        <p:spPr>
          <a:xfrm>
            <a:off x="12763500" y="7212013"/>
            <a:ext cx="4800600" cy="2046287"/>
          </a:xfrm>
        </p:spPr>
        <p:txBody>
          <a:bodyPr>
            <a:normAutofit/>
          </a:bodyPr>
          <a:lstStyle>
            <a:lvl1pPr marL="0" indent="0" algn="ctr">
              <a:lnSpc>
                <a:spcPct val="150000"/>
              </a:lnSpc>
              <a:spcBef>
                <a:spcPts val="1000"/>
              </a:spcBef>
              <a:buNone/>
              <a:defRPr sz="1800">
                <a:solidFill>
                  <a:schemeClr val="tx2"/>
                </a:solidFill>
              </a:defRPr>
            </a:lvl1pPr>
          </a:lstStyle>
          <a:p>
            <a:pPr lvl="0"/>
            <a:r>
              <a:rPr lang="en-US" dirty="0"/>
              <a:t>Click to edit Master text styles</a:t>
            </a:r>
          </a:p>
        </p:txBody>
      </p:sp>
      <p:cxnSp>
        <p:nvCxnSpPr>
          <p:cNvPr id="4" name="Straight Connector 3">
            <a:extLst>
              <a:ext uri="{FF2B5EF4-FFF2-40B4-BE49-F238E27FC236}">
                <a16:creationId xmlns:a16="http://schemas.microsoft.com/office/drawing/2014/main" id="{14964653-3E71-8CF1-0449-F1F761FE03C7}"/>
              </a:ext>
            </a:extLst>
          </p:cNvPr>
          <p:cNvCxnSpPr/>
          <p:nvPr userDrawn="1"/>
        </p:nvCxnSpPr>
        <p:spPr>
          <a:xfrm>
            <a:off x="793683" y="2119302"/>
            <a:ext cx="807260" cy="0"/>
          </a:xfrm>
          <a:prstGeom prst="line">
            <a:avLst/>
          </a:prstGeom>
          <a:ln w="47625">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0361186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9_1_Red Slide Quote">
    <p:bg>
      <p:bgPr>
        <a:solidFill>
          <a:srgbClr val="8D0034"/>
        </a:solid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86D4C50-D735-C5F6-DE3F-E01EE936DA70}"/>
              </a:ext>
            </a:extLst>
          </p:cNvPr>
          <p:cNvSpPr>
            <a:spLocks noGrp="1"/>
          </p:cNvSpPr>
          <p:nvPr>
            <p:ph type="sldNum" sz="quarter" idx="10"/>
          </p:nvPr>
        </p:nvSpPr>
        <p:spPr/>
        <p:txBody>
          <a:bodyPr/>
          <a:lstStyle/>
          <a:p>
            <a:fld id="{8CC5BBF2-D04D-C048-9F75-C3CD7CC10D78}" type="slidenum">
              <a:rPr lang="en-US" smtClean="0"/>
              <a:pPr/>
              <a:t>‹#›</a:t>
            </a:fld>
            <a:endParaRPr lang="en-US" dirty="0"/>
          </a:p>
        </p:txBody>
      </p:sp>
      <p:sp>
        <p:nvSpPr>
          <p:cNvPr id="5" name="Text Placeholder 4">
            <a:extLst>
              <a:ext uri="{FF2B5EF4-FFF2-40B4-BE49-F238E27FC236}">
                <a16:creationId xmlns:a16="http://schemas.microsoft.com/office/drawing/2014/main" id="{319E2B2E-97E6-BA6D-DAD0-D60CF17E7E0A}"/>
              </a:ext>
            </a:extLst>
          </p:cNvPr>
          <p:cNvSpPr>
            <a:spLocks noGrp="1"/>
          </p:cNvSpPr>
          <p:nvPr>
            <p:ph type="body" sz="quarter" idx="11" hasCustomPrompt="1"/>
          </p:nvPr>
        </p:nvSpPr>
        <p:spPr>
          <a:xfrm>
            <a:off x="3292162" y="969136"/>
            <a:ext cx="11703676" cy="4336961"/>
          </a:xfrm>
        </p:spPr>
        <p:txBody>
          <a:bodyPr anchor="b">
            <a:noAutofit/>
          </a:bodyPr>
          <a:lstStyle>
            <a:lvl1pPr marL="0" indent="0" algn="ctr">
              <a:spcBef>
                <a:spcPts val="0"/>
              </a:spcBef>
              <a:buNone/>
              <a:defRPr sz="4700" b="1">
                <a:solidFill>
                  <a:schemeClr val="bg1"/>
                </a:solidFill>
              </a:defRPr>
            </a:lvl1pPr>
          </a:lstStyle>
          <a:p>
            <a:pPr lvl="0"/>
            <a:r>
              <a:rPr lang="en-US" dirty="0"/>
              <a:t>Quote goes here Arial Bold 47 pt.</a:t>
            </a:r>
          </a:p>
        </p:txBody>
      </p:sp>
      <p:sp>
        <p:nvSpPr>
          <p:cNvPr id="7" name="Text Placeholder 6">
            <a:extLst>
              <a:ext uri="{FF2B5EF4-FFF2-40B4-BE49-F238E27FC236}">
                <a16:creationId xmlns:a16="http://schemas.microsoft.com/office/drawing/2014/main" id="{0602E5A3-1762-A6E0-7401-A9DEB2DCE927}"/>
              </a:ext>
            </a:extLst>
          </p:cNvPr>
          <p:cNvSpPr>
            <a:spLocks noGrp="1"/>
          </p:cNvSpPr>
          <p:nvPr>
            <p:ph type="body" sz="quarter" idx="12" hasCustomPrompt="1"/>
          </p:nvPr>
        </p:nvSpPr>
        <p:spPr>
          <a:xfrm>
            <a:off x="3292473" y="5514961"/>
            <a:ext cx="11704320" cy="1600200"/>
          </a:xfrm>
        </p:spPr>
        <p:txBody>
          <a:bodyPr>
            <a:noAutofit/>
          </a:bodyPr>
          <a:lstStyle>
            <a:lvl1pPr marL="0" indent="0" algn="ctr">
              <a:spcBef>
                <a:spcPts val="1000"/>
              </a:spcBef>
              <a:buFontTx/>
              <a:buNone/>
              <a:defRPr sz="1800">
                <a:solidFill>
                  <a:schemeClr val="bg1"/>
                </a:solidFill>
              </a:defRPr>
            </a:lvl1pPr>
          </a:lstStyle>
          <a:p>
            <a:pPr lvl="0"/>
            <a:r>
              <a:rPr lang="en-US" dirty="0"/>
              <a:t>— Quote attribution goes here</a:t>
            </a:r>
          </a:p>
        </p:txBody>
      </p:sp>
      <p:sp>
        <p:nvSpPr>
          <p:cNvPr id="8" name="TextBox 7">
            <a:extLst>
              <a:ext uri="{FF2B5EF4-FFF2-40B4-BE49-F238E27FC236}">
                <a16:creationId xmlns:a16="http://schemas.microsoft.com/office/drawing/2014/main" id="{6805F27D-F3AB-D601-5734-59566CE041E6}"/>
              </a:ext>
            </a:extLst>
          </p:cNvPr>
          <p:cNvSpPr txBox="1"/>
          <p:nvPr userDrawn="1"/>
        </p:nvSpPr>
        <p:spPr>
          <a:xfrm>
            <a:off x="522507" y="-424543"/>
            <a:ext cx="3118764" cy="6247864"/>
          </a:xfrm>
          <a:prstGeom prst="rect">
            <a:avLst/>
          </a:prstGeom>
          <a:noFill/>
        </p:spPr>
        <p:txBody>
          <a:bodyPr wrap="square" rtlCol="0">
            <a:spAutoFit/>
          </a:bodyPr>
          <a:lstStyle/>
          <a:p>
            <a:pPr marL="0" lvl="1"/>
            <a:r>
              <a:rPr lang="en-US" sz="40000" b="1" dirty="0">
                <a:solidFill>
                  <a:schemeClr val="accent1"/>
                </a:solidFill>
              </a:rPr>
              <a:t>“</a:t>
            </a:r>
          </a:p>
        </p:txBody>
      </p:sp>
    </p:spTree>
    <p:extLst>
      <p:ext uri="{BB962C8B-B14F-4D97-AF65-F5344CB8AC3E}">
        <p14:creationId xmlns:p14="http://schemas.microsoft.com/office/powerpoint/2010/main" val="382382423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9_2_ Red Purple Gradient Quote">
    <p:bg>
      <p:bgPr>
        <a:solidFill>
          <a:srgbClr val="00437B"/>
        </a:solid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9A863CE-CC9C-A4EE-30F9-799CFE4AF773}"/>
              </a:ext>
            </a:extLst>
          </p:cNvPr>
          <p:cNvSpPr>
            <a:spLocks noGrp="1"/>
          </p:cNvSpPr>
          <p:nvPr>
            <p:ph type="sldNum" sz="quarter" idx="10"/>
          </p:nvPr>
        </p:nvSpPr>
        <p:spPr/>
        <p:txBody>
          <a:bodyPr/>
          <a:lstStyle/>
          <a:p>
            <a:fld id="{8CC5BBF2-D04D-C048-9F75-C3CD7CC10D78}" type="slidenum">
              <a:rPr lang="en-US" smtClean="0"/>
              <a:pPr/>
              <a:t>‹#›</a:t>
            </a:fld>
            <a:endParaRPr lang="en-US" dirty="0"/>
          </a:p>
        </p:txBody>
      </p:sp>
      <p:sp>
        <p:nvSpPr>
          <p:cNvPr id="4" name="TextBox 3">
            <a:extLst>
              <a:ext uri="{FF2B5EF4-FFF2-40B4-BE49-F238E27FC236}">
                <a16:creationId xmlns:a16="http://schemas.microsoft.com/office/drawing/2014/main" id="{D8F33228-952C-44D1-6C08-21C485189170}"/>
              </a:ext>
            </a:extLst>
          </p:cNvPr>
          <p:cNvSpPr txBox="1"/>
          <p:nvPr userDrawn="1"/>
        </p:nvSpPr>
        <p:spPr>
          <a:xfrm>
            <a:off x="522507" y="-424543"/>
            <a:ext cx="3118764" cy="6247864"/>
          </a:xfrm>
          <a:prstGeom prst="rect">
            <a:avLst/>
          </a:prstGeom>
          <a:noFill/>
        </p:spPr>
        <p:txBody>
          <a:bodyPr wrap="square" rtlCol="0">
            <a:spAutoFit/>
          </a:bodyPr>
          <a:lstStyle/>
          <a:p>
            <a:pPr marL="0" lvl="1"/>
            <a:r>
              <a:rPr lang="en-US" sz="40000" b="1" dirty="0">
                <a:solidFill>
                  <a:srgbClr val="7AD0E4"/>
                </a:solidFill>
              </a:rPr>
              <a:t>“</a:t>
            </a:r>
          </a:p>
        </p:txBody>
      </p:sp>
      <p:sp>
        <p:nvSpPr>
          <p:cNvPr id="6" name="Text Placeholder 5">
            <a:extLst>
              <a:ext uri="{FF2B5EF4-FFF2-40B4-BE49-F238E27FC236}">
                <a16:creationId xmlns:a16="http://schemas.microsoft.com/office/drawing/2014/main" id="{65AFEF3D-A878-4E2B-0217-6ACB9807CA49}"/>
              </a:ext>
            </a:extLst>
          </p:cNvPr>
          <p:cNvSpPr>
            <a:spLocks noGrp="1"/>
          </p:cNvSpPr>
          <p:nvPr>
            <p:ph type="body" sz="quarter" idx="11" hasCustomPrompt="1"/>
          </p:nvPr>
        </p:nvSpPr>
        <p:spPr>
          <a:xfrm>
            <a:off x="3291840" y="969264"/>
            <a:ext cx="11704320" cy="4343400"/>
          </a:xfrm>
        </p:spPr>
        <p:txBody>
          <a:bodyPr anchor="b">
            <a:noAutofit/>
          </a:bodyPr>
          <a:lstStyle>
            <a:lvl1pPr marL="0" indent="0" algn="ctr">
              <a:buNone/>
              <a:defRPr sz="4700" b="1">
                <a:solidFill>
                  <a:schemeClr val="bg1"/>
                </a:solidFill>
              </a:defRPr>
            </a:lvl1pPr>
            <a:lvl2pPr algn="ctr">
              <a:defRPr sz="4700" b="1"/>
            </a:lvl2pPr>
            <a:lvl3pPr algn="ctr">
              <a:defRPr sz="4700" b="1"/>
            </a:lvl3pPr>
            <a:lvl4pPr algn="ctr">
              <a:defRPr sz="4700" b="1"/>
            </a:lvl4pPr>
            <a:lvl5pPr algn="ctr">
              <a:defRPr sz="4700" b="1"/>
            </a:lvl5pPr>
          </a:lstStyle>
          <a:p>
            <a:pPr lvl="0"/>
            <a:r>
              <a:rPr lang="en-US" dirty="0"/>
              <a:t>Quote goes here Arial Bold 47 pt.</a:t>
            </a:r>
          </a:p>
        </p:txBody>
      </p:sp>
      <p:sp>
        <p:nvSpPr>
          <p:cNvPr id="8" name="Text Placeholder 7">
            <a:extLst>
              <a:ext uri="{FF2B5EF4-FFF2-40B4-BE49-F238E27FC236}">
                <a16:creationId xmlns:a16="http://schemas.microsoft.com/office/drawing/2014/main" id="{8459FA00-CDE0-B7AD-995D-E30EAABFF6AE}"/>
              </a:ext>
            </a:extLst>
          </p:cNvPr>
          <p:cNvSpPr>
            <a:spLocks noGrp="1"/>
          </p:cNvSpPr>
          <p:nvPr>
            <p:ph type="body" sz="quarter" idx="12" hasCustomPrompt="1"/>
          </p:nvPr>
        </p:nvSpPr>
        <p:spPr>
          <a:xfrm>
            <a:off x="3292475" y="5513832"/>
            <a:ext cx="11704320" cy="1600200"/>
          </a:xfrm>
        </p:spPr>
        <p:txBody>
          <a:bodyPr>
            <a:noAutofit/>
          </a:bodyPr>
          <a:lstStyle>
            <a:lvl1pPr marL="0" indent="0" algn="ctr">
              <a:buNone/>
              <a:defRPr sz="1800">
                <a:solidFill>
                  <a:schemeClr val="bg1"/>
                </a:solidFill>
              </a:defRPr>
            </a:lvl1pPr>
            <a:lvl2pPr marL="685800" indent="0" algn="ctr">
              <a:buNone/>
              <a:defRPr>
                <a:solidFill>
                  <a:schemeClr val="bg1"/>
                </a:solidFill>
              </a:defRPr>
            </a:lvl2pPr>
            <a:lvl3pPr marL="1371600" indent="0" algn="ctr">
              <a:buNone/>
              <a:defRPr>
                <a:solidFill>
                  <a:schemeClr val="bg1"/>
                </a:solidFill>
              </a:defRPr>
            </a:lvl3pPr>
            <a:lvl4pPr marL="2057400" indent="0" algn="ctr">
              <a:buNone/>
              <a:defRPr>
                <a:solidFill>
                  <a:schemeClr val="bg1"/>
                </a:solidFill>
              </a:defRPr>
            </a:lvl4pPr>
            <a:lvl5pPr marL="2743200" indent="0" algn="ctr">
              <a:buNone/>
              <a:defRPr>
                <a:solidFill>
                  <a:schemeClr val="bg1"/>
                </a:solidFill>
              </a:defRPr>
            </a:lvl5pPr>
          </a:lstStyle>
          <a:p>
            <a:pPr lvl="0"/>
            <a:r>
              <a:rPr lang="en-US" dirty="0"/>
              <a:t>— Quote attribution goes here</a:t>
            </a:r>
          </a:p>
        </p:txBody>
      </p:sp>
    </p:spTree>
    <p:extLst>
      <p:ext uri="{BB962C8B-B14F-4D97-AF65-F5344CB8AC3E}">
        <p14:creationId xmlns:p14="http://schemas.microsoft.com/office/powerpoint/2010/main" val="225558607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0_1_Journal Articl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28B41E-226A-059F-C9A6-BD8094C1213D}"/>
              </a:ext>
            </a:extLst>
          </p:cNvPr>
          <p:cNvSpPr>
            <a:spLocks noGrp="1"/>
          </p:cNvSpPr>
          <p:nvPr>
            <p:ph type="title"/>
          </p:nvPr>
        </p:nvSpPr>
        <p:spPr>
          <a:xfrm>
            <a:off x="9362940" y="271849"/>
            <a:ext cx="8201159" cy="1663307"/>
          </a:xfrm>
        </p:spPr>
        <p:txBody>
          <a:bodyPr/>
          <a:lstStyle/>
          <a:p>
            <a:r>
              <a:rPr lang="en-US" dirty="0"/>
              <a:t>Click to edit Master title style</a:t>
            </a:r>
          </a:p>
        </p:txBody>
      </p:sp>
      <p:sp>
        <p:nvSpPr>
          <p:cNvPr id="3" name="Slide Number Placeholder 2">
            <a:extLst>
              <a:ext uri="{FF2B5EF4-FFF2-40B4-BE49-F238E27FC236}">
                <a16:creationId xmlns:a16="http://schemas.microsoft.com/office/drawing/2014/main" id="{DA3ECC58-84CD-F7B5-5DE5-6C8416338D82}"/>
              </a:ext>
            </a:extLst>
          </p:cNvPr>
          <p:cNvSpPr>
            <a:spLocks noGrp="1"/>
          </p:cNvSpPr>
          <p:nvPr>
            <p:ph type="sldNum" sz="quarter" idx="10"/>
          </p:nvPr>
        </p:nvSpPr>
        <p:spPr/>
        <p:txBody>
          <a:bodyPr/>
          <a:lstStyle/>
          <a:p>
            <a:fld id="{8CC5BBF2-D04D-C048-9F75-C3CD7CC10D78}" type="slidenum">
              <a:rPr lang="en-US" smtClean="0"/>
              <a:pPr/>
              <a:t>‹#›</a:t>
            </a:fld>
            <a:endParaRPr lang="en-US" dirty="0"/>
          </a:p>
        </p:txBody>
      </p:sp>
      <p:sp>
        <p:nvSpPr>
          <p:cNvPr id="5" name="Picture Placeholder 4">
            <a:extLst>
              <a:ext uri="{FF2B5EF4-FFF2-40B4-BE49-F238E27FC236}">
                <a16:creationId xmlns:a16="http://schemas.microsoft.com/office/drawing/2014/main" id="{29886801-F17E-CE90-8BB3-E02A548AF9B5}"/>
              </a:ext>
            </a:extLst>
          </p:cNvPr>
          <p:cNvSpPr>
            <a:spLocks noGrp="1"/>
          </p:cNvSpPr>
          <p:nvPr>
            <p:ph type="pic" sz="quarter" idx="11"/>
          </p:nvPr>
        </p:nvSpPr>
        <p:spPr>
          <a:xfrm>
            <a:off x="0" y="0"/>
            <a:ext cx="8912225" cy="9677400"/>
          </a:xfrm>
        </p:spPr>
        <p:txBody>
          <a:bodyPr/>
          <a:lstStyle/>
          <a:p>
            <a:endParaRPr lang="en-US"/>
          </a:p>
        </p:txBody>
      </p:sp>
      <p:sp>
        <p:nvSpPr>
          <p:cNvPr id="7" name="Text Placeholder 6">
            <a:extLst>
              <a:ext uri="{FF2B5EF4-FFF2-40B4-BE49-F238E27FC236}">
                <a16:creationId xmlns:a16="http://schemas.microsoft.com/office/drawing/2014/main" id="{5BA01E9A-590B-0FB3-7E22-4B9DA8ABB577}"/>
              </a:ext>
            </a:extLst>
          </p:cNvPr>
          <p:cNvSpPr>
            <a:spLocks noGrp="1"/>
          </p:cNvSpPr>
          <p:nvPr>
            <p:ph type="body" sz="quarter" idx="12" hasCustomPrompt="1"/>
          </p:nvPr>
        </p:nvSpPr>
        <p:spPr>
          <a:xfrm>
            <a:off x="9363075" y="2400300"/>
            <a:ext cx="8201025" cy="6858000"/>
          </a:xfrm>
        </p:spPr>
        <p:txBody>
          <a:bodyPr>
            <a:noAutofit/>
          </a:bodyPr>
          <a:lstStyle>
            <a:lvl1pPr marL="0" indent="0">
              <a:lnSpc>
                <a:spcPct val="150000"/>
              </a:lnSpc>
              <a:spcBef>
                <a:spcPts val="1000"/>
              </a:spcBef>
              <a:buNone/>
              <a:defRPr sz="1800">
                <a:solidFill>
                  <a:schemeClr val="tx2"/>
                </a:solidFill>
              </a:defRPr>
            </a:lvl1pPr>
          </a:lstStyle>
          <a:p>
            <a:pPr lvl="0"/>
            <a:r>
              <a:rPr lang="en-US" dirty="0"/>
              <a:t>Click to edit Master title style</a:t>
            </a:r>
          </a:p>
        </p:txBody>
      </p:sp>
      <p:cxnSp>
        <p:nvCxnSpPr>
          <p:cNvPr id="4" name="Straight Connector 3">
            <a:extLst>
              <a:ext uri="{FF2B5EF4-FFF2-40B4-BE49-F238E27FC236}">
                <a16:creationId xmlns:a16="http://schemas.microsoft.com/office/drawing/2014/main" id="{5F2B7913-728B-F12B-E26C-721807D84DE3}"/>
              </a:ext>
            </a:extLst>
          </p:cNvPr>
          <p:cNvCxnSpPr/>
          <p:nvPr userDrawn="1"/>
        </p:nvCxnSpPr>
        <p:spPr>
          <a:xfrm>
            <a:off x="9362940" y="2119302"/>
            <a:ext cx="807260" cy="0"/>
          </a:xfrm>
          <a:prstGeom prst="line">
            <a:avLst/>
          </a:prstGeom>
          <a:ln w="47625">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2101870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1_1_Timeline Slide 5 Spac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D24E87-7F04-97A7-EBB5-945213B90DF4}"/>
              </a:ext>
            </a:extLst>
          </p:cNvPr>
          <p:cNvSpPr>
            <a:spLocks noGrp="1"/>
          </p:cNvSpPr>
          <p:nvPr>
            <p:ph type="title"/>
          </p:nvPr>
        </p:nvSpPr>
        <p:spPr/>
        <p:txBody>
          <a:bodyPr/>
          <a:lstStyle/>
          <a:p>
            <a:r>
              <a:rPr lang="en-US"/>
              <a:t>Click to edit Master title style</a:t>
            </a:r>
          </a:p>
        </p:txBody>
      </p:sp>
      <p:sp>
        <p:nvSpPr>
          <p:cNvPr id="3" name="Slide Number Placeholder 2">
            <a:extLst>
              <a:ext uri="{FF2B5EF4-FFF2-40B4-BE49-F238E27FC236}">
                <a16:creationId xmlns:a16="http://schemas.microsoft.com/office/drawing/2014/main" id="{573D65CB-2D04-0A49-E022-39341D066969}"/>
              </a:ext>
            </a:extLst>
          </p:cNvPr>
          <p:cNvSpPr>
            <a:spLocks noGrp="1"/>
          </p:cNvSpPr>
          <p:nvPr>
            <p:ph type="sldNum" sz="quarter" idx="10"/>
          </p:nvPr>
        </p:nvSpPr>
        <p:spPr/>
        <p:txBody>
          <a:bodyPr/>
          <a:lstStyle/>
          <a:p>
            <a:fld id="{8CC5BBF2-D04D-C048-9F75-C3CD7CC10D78}" type="slidenum">
              <a:rPr lang="en-US" smtClean="0"/>
              <a:pPr/>
              <a:t>‹#›</a:t>
            </a:fld>
            <a:endParaRPr lang="en-US" dirty="0"/>
          </a:p>
        </p:txBody>
      </p:sp>
      <p:cxnSp>
        <p:nvCxnSpPr>
          <p:cNvPr id="6" name="Straight Connector 5">
            <a:extLst>
              <a:ext uri="{FF2B5EF4-FFF2-40B4-BE49-F238E27FC236}">
                <a16:creationId xmlns:a16="http://schemas.microsoft.com/office/drawing/2014/main" id="{DF3E2BCA-8591-A7E1-0399-3089A70AA951}"/>
              </a:ext>
            </a:extLst>
          </p:cNvPr>
          <p:cNvCxnSpPr>
            <a:cxnSpLocks/>
          </p:cNvCxnSpPr>
          <p:nvPr userDrawn="1"/>
        </p:nvCxnSpPr>
        <p:spPr>
          <a:xfrm>
            <a:off x="685800" y="5865922"/>
            <a:ext cx="16878300" cy="0"/>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BAB17629-A8C6-087C-BE94-57833A3ED0DF}"/>
              </a:ext>
            </a:extLst>
          </p:cNvPr>
          <p:cNvSpPr/>
          <p:nvPr userDrawn="1"/>
        </p:nvSpPr>
        <p:spPr>
          <a:xfrm>
            <a:off x="2286000" y="5715046"/>
            <a:ext cx="301752" cy="301752"/>
          </a:xfrm>
          <a:prstGeom prst="rect">
            <a:avLst/>
          </a:prstGeom>
          <a:solidFill>
            <a:srgbClr val="7AD0E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69031F48-C3C5-8419-9B99-D33766B517F5}"/>
              </a:ext>
            </a:extLst>
          </p:cNvPr>
          <p:cNvSpPr/>
          <p:nvPr userDrawn="1"/>
        </p:nvSpPr>
        <p:spPr>
          <a:xfrm>
            <a:off x="5626227" y="5715046"/>
            <a:ext cx="301752" cy="301752"/>
          </a:xfrm>
          <a:prstGeom prst="rect">
            <a:avLst/>
          </a:prstGeom>
          <a:solidFill>
            <a:srgbClr val="7AD0E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3BE3C4C-0854-A475-EF8A-E923A62210AD}"/>
              </a:ext>
            </a:extLst>
          </p:cNvPr>
          <p:cNvSpPr/>
          <p:nvPr userDrawn="1"/>
        </p:nvSpPr>
        <p:spPr>
          <a:xfrm>
            <a:off x="8966454" y="5715046"/>
            <a:ext cx="301752" cy="301752"/>
          </a:xfrm>
          <a:prstGeom prst="rect">
            <a:avLst/>
          </a:prstGeom>
          <a:solidFill>
            <a:srgbClr val="7AD0E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D267029-D95D-A932-7312-C229730B2285}"/>
              </a:ext>
            </a:extLst>
          </p:cNvPr>
          <p:cNvSpPr/>
          <p:nvPr userDrawn="1"/>
        </p:nvSpPr>
        <p:spPr>
          <a:xfrm>
            <a:off x="12306681" y="5715046"/>
            <a:ext cx="301752" cy="301752"/>
          </a:xfrm>
          <a:prstGeom prst="rect">
            <a:avLst/>
          </a:prstGeom>
          <a:solidFill>
            <a:srgbClr val="7AD0E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76732DF-5EBA-312E-0360-6D5BFACAF3A3}"/>
              </a:ext>
            </a:extLst>
          </p:cNvPr>
          <p:cNvSpPr/>
          <p:nvPr userDrawn="1"/>
        </p:nvSpPr>
        <p:spPr>
          <a:xfrm>
            <a:off x="15646910" y="5715046"/>
            <a:ext cx="301752" cy="301752"/>
          </a:xfrm>
          <a:prstGeom prst="rect">
            <a:avLst/>
          </a:prstGeom>
          <a:solidFill>
            <a:srgbClr val="7AD0E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 Placeholder 14">
            <a:extLst>
              <a:ext uri="{FF2B5EF4-FFF2-40B4-BE49-F238E27FC236}">
                <a16:creationId xmlns:a16="http://schemas.microsoft.com/office/drawing/2014/main" id="{F11045F7-3187-2CCD-5E50-231A033A3E8B}"/>
              </a:ext>
            </a:extLst>
          </p:cNvPr>
          <p:cNvSpPr>
            <a:spLocks noGrp="1"/>
          </p:cNvSpPr>
          <p:nvPr>
            <p:ph type="body" sz="quarter" idx="11"/>
          </p:nvPr>
        </p:nvSpPr>
        <p:spPr>
          <a:xfrm>
            <a:off x="859536" y="6515100"/>
            <a:ext cx="3200400" cy="2743200"/>
          </a:xfrm>
        </p:spPr>
        <p:txBody>
          <a:bodyPr>
            <a:noAutofit/>
          </a:bodyPr>
          <a:lstStyle>
            <a:lvl1pPr marL="0" indent="0" algn="ctr">
              <a:lnSpc>
                <a:spcPct val="130000"/>
              </a:lnSpc>
              <a:spcBef>
                <a:spcPts val="0"/>
              </a:spcBef>
              <a:spcAft>
                <a:spcPts val="450"/>
              </a:spcAft>
              <a:buFontTx/>
              <a:buNone/>
              <a:defRPr sz="1800" b="0">
                <a:solidFill>
                  <a:schemeClr val="tx2"/>
                </a:solidFill>
              </a:defRPr>
            </a:lvl1pPr>
            <a:lvl2pPr marL="685800" indent="0" algn="ctr">
              <a:lnSpc>
                <a:spcPct val="130000"/>
              </a:lnSpc>
              <a:spcAft>
                <a:spcPts val="450"/>
              </a:spcAft>
              <a:buFontTx/>
              <a:buNone/>
              <a:defRPr/>
            </a:lvl2pPr>
          </a:lstStyle>
          <a:p>
            <a:pPr lvl="0"/>
            <a:r>
              <a:rPr lang="en-US" dirty="0"/>
              <a:t>Click to edit Master text styles</a:t>
            </a:r>
          </a:p>
        </p:txBody>
      </p:sp>
      <p:sp>
        <p:nvSpPr>
          <p:cNvPr id="17" name="Text Placeholder 16">
            <a:extLst>
              <a:ext uri="{FF2B5EF4-FFF2-40B4-BE49-F238E27FC236}">
                <a16:creationId xmlns:a16="http://schemas.microsoft.com/office/drawing/2014/main" id="{DC8575D7-1669-85B3-54AC-6E34FE887825}"/>
              </a:ext>
            </a:extLst>
          </p:cNvPr>
          <p:cNvSpPr>
            <a:spLocks noGrp="1"/>
          </p:cNvSpPr>
          <p:nvPr>
            <p:ph type="body" sz="quarter" idx="12"/>
          </p:nvPr>
        </p:nvSpPr>
        <p:spPr>
          <a:xfrm>
            <a:off x="4199764" y="2700100"/>
            <a:ext cx="3200400" cy="2743200"/>
          </a:xfrm>
        </p:spPr>
        <p:txBody>
          <a:bodyPr>
            <a:noAutofit/>
          </a:bodyPr>
          <a:lstStyle>
            <a:lvl1pPr marL="0" indent="0" algn="ctr">
              <a:lnSpc>
                <a:spcPct val="130000"/>
              </a:lnSpc>
              <a:spcBef>
                <a:spcPts val="0"/>
              </a:spcBef>
              <a:spcAft>
                <a:spcPts val="450"/>
              </a:spcAft>
              <a:buNone/>
              <a:defRPr sz="1800">
                <a:solidFill>
                  <a:schemeClr val="tx2"/>
                </a:solidFill>
              </a:defRPr>
            </a:lvl1pPr>
            <a:lvl2pPr marL="685800" indent="0" algn="ctr">
              <a:buNone/>
              <a:defRPr sz="1800"/>
            </a:lvl2pPr>
            <a:lvl3pPr marL="1371600" indent="0" algn="ctr">
              <a:buNone/>
              <a:defRPr sz="1800"/>
            </a:lvl3pPr>
            <a:lvl4pPr marL="2057400" indent="0" algn="ctr">
              <a:buNone/>
              <a:defRPr sz="1800"/>
            </a:lvl4pPr>
            <a:lvl5pPr marL="2743200" indent="0" algn="ctr">
              <a:buNone/>
              <a:defRPr sz="1800"/>
            </a:lvl5pPr>
          </a:lstStyle>
          <a:p>
            <a:pPr lvl="0"/>
            <a:r>
              <a:rPr lang="en-US" dirty="0"/>
              <a:t>Click to edit Master text styles</a:t>
            </a:r>
          </a:p>
        </p:txBody>
      </p:sp>
      <p:sp>
        <p:nvSpPr>
          <p:cNvPr id="19" name="Text Placeholder 18">
            <a:extLst>
              <a:ext uri="{FF2B5EF4-FFF2-40B4-BE49-F238E27FC236}">
                <a16:creationId xmlns:a16="http://schemas.microsoft.com/office/drawing/2014/main" id="{02F5A7A4-B741-3316-38E7-4810160A4246}"/>
              </a:ext>
            </a:extLst>
          </p:cNvPr>
          <p:cNvSpPr>
            <a:spLocks noGrp="1"/>
          </p:cNvSpPr>
          <p:nvPr>
            <p:ph type="body" sz="quarter" idx="13"/>
          </p:nvPr>
        </p:nvSpPr>
        <p:spPr>
          <a:xfrm>
            <a:off x="7543800" y="6515100"/>
            <a:ext cx="3200400" cy="2743200"/>
          </a:xfrm>
        </p:spPr>
        <p:txBody>
          <a:bodyPr>
            <a:noAutofit/>
          </a:bodyPr>
          <a:lstStyle>
            <a:lvl1pPr marL="0" indent="0" algn="ctr">
              <a:lnSpc>
                <a:spcPct val="130000"/>
              </a:lnSpc>
              <a:spcBef>
                <a:spcPts val="0"/>
              </a:spcBef>
              <a:spcAft>
                <a:spcPts val="450"/>
              </a:spcAft>
              <a:buNone/>
              <a:defRPr sz="1800">
                <a:solidFill>
                  <a:schemeClr val="tx2"/>
                </a:solidFill>
              </a:defRPr>
            </a:lvl1pPr>
          </a:lstStyle>
          <a:p>
            <a:pPr lvl="0"/>
            <a:r>
              <a:rPr lang="en-US" dirty="0"/>
              <a:t>Click to edit Master text styles</a:t>
            </a:r>
          </a:p>
        </p:txBody>
      </p:sp>
      <p:sp>
        <p:nvSpPr>
          <p:cNvPr id="21" name="Text Placeholder 20">
            <a:extLst>
              <a:ext uri="{FF2B5EF4-FFF2-40B4-BE49-F238E27FC236}">
                <a16:creationId xmlns:a16="http://schemas.microsoft.com/office/drawing/2014/main" id="{549B40BE-2AD8-7256-9A8D-7FBAE69CE0CE}"/>
              </a:ext>
            </a:extLst>
          </p:cNvPr>
          <p:cNvSpPr>
            <a:spLocks noGrp="1"/>
          </p:cNvSpPr>
          <p:nvPr>
            <p:ph type="body" sz="quarter" idx="14"/>
          </p:nvPr>
        </p:nvSpPr>
        <p:spPr>
          <a:xfrm>
            <a:off x="10857357" y="2700100"/>
            <a:ext cx="3200400" cy="2743200"/>
          </a:xfrm>
        </p:spPr>
        <p:txBody>
          <a:bodyPr>
            <a:noAutofit/>
          </a:bodyPr>
          <a:lstStyle>
            <a:lvl1pPr marL="0" indent="0" algn="ctr">
              <a:lnSpc>
                <a:spcPct val="130000"/>
              </a:lnSpc>
              <a:spcBef>
                <a:spcPts val="0"/>
              </a:spcBef>
              <a:spcAft>
                <a:spcPts val="450"/>
              </a:spcAft>
              <a:buNone/>
              <a:defRPr sz="1800">
                <a:solidFill>
                  <a:schemeClr val="tx2"/>
                </a:solidFill>
              </a:defRPr>
            </a:lvl1pPr>
          </a:lstStyle>
          <a:p>
            <a:pPr lvl="0"/>
            <a:r>
              <a:rPr lang="en-US" dirty="0"/>
              <a:t>Click to edit Master text styles</a:t>
            </a:r>
          </a:p>
        </p:txBody>
      </p:sp>
      <p:sp>
        <p:nvSpPr>
          <p:cNvPr id="23" name="Text Placeholder 22">
            <a:extLst>
              <a:ext uri="{FF2B5EF4-FFF2-40B4-BE49-F238E27FC236}">
                <a16:creationId xmlns:a16="http://schemas.microsoft.com/office/drawing/2014/main" id="{0064389A-65F9-7C5D-0301-99D44DF8DEDF}"/>
              </a:ext>
            </a:extLst>
          </p:cNvPr>
          <p:cNvSpPr>
            <a:spLocks noGrp="1"/>
          </p:cNvSpPr>
          <p:nvPr>
            <p:ph type="body" sz="quarter" idx="15"/>
          </p:nvPr>
        </p:nvSpPr>
        <p:spPr>
          <a:xfrm>
            <a:off x="14197586" y="6515100"/>
            <a:ext cx="3200400" cy="2743200"/>
          </a:xfrm>
        </p:spPr>
        <p:txBody>
          <a:bodyPr>
            <a:noAutofit/>
          </a:bodyPr>
          <a:lstStyle>
            <a:lvl1pPr marL="0" indent="0" algn="ctr">
              <a:lnSpc>
                <a:spcPct val="130000"/>
              </a:lnSpc>
              <a:spcBef>
                <a:spcPts val="0"/>
              </a:spcBef>
              <a:spcAft>
                <a:spcPts val="450"/>
              </a:spcAft>
              <a:buNone/>
              <a:defRPr sz="1800">
                <a:solidFill>
                  <a:schemeClr val="tx2"/>
                </a:solidFill>
              </a:defRPr>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A82BED80-D80D-A281-5451-AAB3C2DDE5F5}"/>
              </a:ext>
            </a:extLst>
          </p:cNvPr>
          <p:cNvCxnSpPr/>
          <p:nvPr userDrawn="1"/>
        </p:nvCxnSpPr>
        <p:spPr>
          <a:xfrm>
            <a:off x="793683" y="2119302"/>
            <a:ext cx="807260" cy="0"/>
          </a:xfrm>
          <a:prstGeom prst="line">
            <a:avLst/>
          </a:prstGeom>
          <a:ln w="47625">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785710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11_2_Timeline Slide Years Subhea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8880C5-5037-52E2-A912-6853BFC3FFF3}"/>
              </a:ext>
            </a:extLst>
          </p:cNvPr>
          <p:cNvSpPr>
            <a:spLocks noGrp="1"/>
          </p:cNvSpPr>
          <p:nvPr>
            <p:ph type="title"/>
          </p:nvPr>
        </p:nvSpPr>
        <p:spPr/>
        <p:txBody>
          <a:bodyPr/>
          <a:lstStyle>
            <a:lvl1pPr algn="ctr">
              <a:defRPr/>
            </a:lvl1pPr>
          </a:lstStyle>
          <a:p>
            <a:r>
              <a:rPr lang="en-US" dirty="0"/>
              <a:t>Click to edit Master title style</a:t>
            </a:r>
          </a:p>
        </p:txBody>
      </p:sp>
      <p:sp>
        <p:nvSpPr>
          <p:cNvPr id="3" name="Slide Number Placeholder 2">
            <a:extLst>
              <a:ext uri="{FF2B5EF4-FFF2-40B4-BE49-F238E27FC236}">
                <a16:creationId xmlns:a16="http://schemas.microsoft.com/office/drawing/2014/main" id="{DC6009D8-BEE8-9ABA-449C-F35906E64E5C}"/>
              </a:ext>
            </a:extLst>
          </p:cNvPr>
          <p:cNvSpPr>
            <a:spLocks noGrp="1"/>
          </p:cNvSpPr>
          <p:nvPr>
            <p:ph type="sldNum" sz="quarter" idx="10"/>
          </p:nvPr>
        </p:nvSpPr>
        <p:spPr/>
        <p:txBody>
          <a:bodyPr/>
          <a:lstStyle/>
          <a:p>
            <a:fld id="{8CC5BBF2-D04D-C048-9F75-C3CD7CC10D78}" type="slidenum">
              <a:rPr lang="en-US" smtClean="0"/>
              <a:pPr/>
              <a:t>‹#›</a:t>
            </a:fld>
            <a:endParaRPr lang="en-US" dirty="0"/>
          </a:p>
        </p:txBody>
      </p:sp>
      <p:cxnSp>
        <p:nvCxnSpPr>
          <p:cNvPr id="5" name="Straight Connector 4">
            <a:extLst>
              <a:ext uri="{FF2B5EF4-FFF2-40B4-BE49-F238E27FC236}">
                <a16:creationId xmlns:a16="http://schemas.microsoft.com/office/drawing/2014/main" id="{8B72B578-412B-9F82-06F0-0EFDB059C9CF}"/>
              </a:ext>
            </a:extLst>
          </p:cNvPr>
          <p:cNvCxnSpPr>
            <a:cxnSpLocks/>
          </p:cNvCxnSpPr>
          <p:nvPr userDrawn="1"/>
        </p:nvCxnSpPr>
        <p:spPr>
          <a:xfrm>
            <a:off x="685800" y="3637788"/>
            <a:ext cx="16878300" cy="0"/>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BAF3F6E0-4EEF-9DA3-423D-162292AF2EED}"/>
              </a:ext>
            </a:extLst>
          </p:cNvPr>
          <p:cNvSpPr/>
          <p:nvPr userDrawn="1"/>
        </p:nvSpPr>
        <p:spPr>
          <a:xfrm>
            <a:off x="1864093" y="3530646"/>
            <a:ext cx="228600" cy="2286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A9158D3F-8BBA-3C46-AAB0-2350CF1854BE}"/>
              </a:ext>
            </a:extLst>
          </p:cNvPr>
          <p:cNvSpPr/>
          <p:nvPr userDrawn="1"/>
        </p:nvSpPr>
        <p:spPr>
          <a:xfrm>
            <a:off x="4715446" y="3543345"/>
            <a:ext cx="228600" cy="2286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F847B2B3-66ED-C00A-12C7-58DF5E875BBB}"/>
              </a:ext>
            </a:extLst>
          </p:cNvPr>
          <p:cNvSpPr/>
          <p:nvPr userDrawn="1"/>
        </p:nvSpPr>
        <p:spPr>
          <a:xfrm>
            <a:off x="7579391" y="3530646"/>
            <a:ext cx="228600" cy="2286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25944102-E9DC-27CC-99CC-8AB041D8DC03}"/>
              </a:ext>
            </a:extLst>
          </p:cNvPr>
          <p:cNvSpPr/>
          <p:nvPr userDrawn="1"/>
        </p:nvSpPr>
        <p:spPr>
          <a:xfrm>
            <a:off x="10439659" y="3530646"/>
            <a:ext cx="228600" cy="2286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C06D4C6-E2B5-A990-DAD2-255D126AF6F7}"/>
              </a:ext>
            </a:extLst>
          </p:cNvPr>
          <p:cNvSpPr/>
          <p:nvPr userDrawn="1"/>
        </p:nvSpPr>
        <p:spPr>
          <a:xfrm>
            <a:off x="13296926" y="3530646"/>
            <a:ext cx="228600" cy="2286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23B41F0-8DD8-FAE9-FF8B-999FB2925944}"/>
              </a:ext>
            </a:extLst>
          </p:cNvPr>
          <p:cNvSpPr/>
          <p:nvPr userDrawn="1"/>
        </p:nvSpPr>
        <p:spPr>
          <a:xfrm>
            <a:off x="16163078" y="3530646"/>
            <a:ext cx="228600" cy="2286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 Placeholder 13">
            <a:extLst>
              <a:ext uri="{FF2B5EF4-FFF2-40B4-BE49-F238E27FC236}">
                <a16:creationId xmlns:a16="http://schemas.microsoft.com/office/drawing/2014/main" id="{30E04653-D5CE-9F7D-1F99-150F88A08AA6}"/>
              </a:ext>
            </a:extLst>
          </p:cNvPr>
          <p:cNvSpPr>
            <a:spLocks noGrp="1"/>
          </p:cNvSpPr>
          <p:nvPr>
            <p:ph type="body" sz="quarter" idx="11" hasCustomPrompt="1"/>
          </p:nvPr>
        </p:nvSpPr>
        <p:spPr>
          <a:xfrm>
            <a:off x="698233" y="2895600"/>
            <a:ext cx="2560320" cy="457200"/>
          </a:xfrm>
        </p:spPr>
        <p:txBody>
          <a:bodyPr anchor="b">
            <a:noAutofit/>
          </a:bodyPr>
          <a:lstStyle>
            <a:lvl1pPr marL="0" indent="0" algn="ctr">
              <a:lnSpc>
                <a:spcPct val="100000"/>
              </a:lnSpc>
              <a:spcBef>
                <a:spcPts val="0"/>
              </a:spcBef>
              <a:buFontTx/>
              <a:buNone/>
              <a:defRPr sz="1800" b="1">
                <a:solidFill>
                  <a:schemeClr val="accent1"/>
                </a:solidFill>
              </a:defRPr>
            </a:lvl1pPr>
          </a:lstStyle>
          <a:p>
            <a:pPr lvl="0"/>
            <a:r>
              <a:rPr lang="en-US" dirty="0"/>
              <a:t>0000</a:t>
            </a:r>
          </a:p>
        </p:txBody>
      </p:sp>
      <p:sp>
        <p:nvSpPr>
          <p:cNvPr id="16" name="Text Placeholder 15">
            <a:extLst>
              <a:ext uri="{FF2B5EF4-FFF2-40B4-BE49-F238E27FC236}">
                <a16:creationId xmlns:a16="http://schemas.microsoft.com/office/drawing/2014/main" id="{172EB80A-E10C-75CA-09B9-0A73CB52D9F2}"/>
              </a:ext>
            </a:extLst>
          </p:cNvPr>
          <p:cNvSpPr>
            <a:spLocks noGrp="1"/>
          </p:cNvSpPr>
          <p:nvPr>
            <p:ph type="body" sz="quarter" idx="12" hasCustomPrompt="1"/>
          </p:nvPr>
        </p:nvSpPr>
        <p:spPr>
          <a:xfrm>
            <a:off x="698233" y="4044234"/>
            <a:ext cx="2560320" cy="3378200"/>
          </a:xfrm>
        </p:spPr>
        <p:txBody>
          <a:bodyPr>
            <a:noAutofit/>
          </a:bodyPr>
          <a:lstStyle>
            <a:lvl1pPr marL="0" indent="0" algn="ctr">
              <a:lnSpc>
                <a:spcPts val="2460"/>
              </a:lnSpc>
              <a:spcBef>
                <a:spcPts val="1000"/>
              </a:spcBef>
              <a:buFontTx/>
              <a:buNone/>
              <a:defRPr sz="1600">
                <a:solidFill>
                  <a:schemeClr val="tx2"/>
                </a:solidFill>
              </a:defRPr>
            </a:lvl1pPr>
          </a:lstStyle>
          <a:p>
            <a:pPr lvl="0"/>
            <a:r>
              <a:rPr lang="en-US" dirty="0"/>
              <a:t>Click to edit Master text styles </a:t>
            </a:r>
          </a:p>
        </p:txBody>
      </p:sp>
      <p:sp>
        <p:nvSpPr>
          <p:cNvPr id="18" name="Text Placeholder 17">
            <a:extLst>
              <a:ext uri="{FF2B5EF4-FFF2-40B4-BE49-F238E27FC236}">
                <a16:creationId xmlns:a16="http://schemas.microsoft.com/office/drawing/2014/main" id="{8328462F-C3DE-6684-BB91-91C043A30400}"/>
              </a:ext>
            </a:extLst>
          </p:cNvPr>
          <p:cNvSpPr>
            <a:spLocks noGrp="1"/>
          </p:cNvSpPr>
          <p:nvPr>
            <p:ph type="body" sz="quarter" idx="13" hasCustomPrompt="1"/>
          </p:nvPr>
        </p:nvSpPr>
        <p:spPr>
          <a:xfrm>
            <a:off x="3549586" y="2908300"/>
            <a:ext cx="2560320" cy="457200"/>
          </a:xfrm>
        </p:spPr>
        <p:txBody>
          <a:bodyPr anchor="b">
            <a:noAutofit/>
          </a:bodyPr>
          <a:lstStyle>
            <a:lvl1pPr marL="0" indent="0" algn="ctr">
              <a:buNone/>
              <a:defRPr sz="1800" b="1">
                <a:solidFill>
                  <a:schemeClr val="accent1"/>
                </a:solidFill>
              </a:defRPr>
            </a:lvl1pPr>
          </a:lstStyle>
          <a:p>
            <a:pPr lvl="0"/>
            <a:r>
              <a:rPr lang="en-US" dirty="0"/>
              <a:t>0000</a:t>
            </a:r>
          </a:p>
        </p:txBody>
      </p:sp>
      <p:sp>
        <p:nvSpPr>
          <p:cNvPr id="21" name="Text Placeholder 20">
            <a:extLst>
              <a:ext uri="{FF2B5EF4-FFF2-40B4-BE49-F238E27FC236}">
                <a16:creationId xmlns:a16="http://schemas.microsoft.com/office/drawing/2014/main" id="{40F0AA32-E79F-6550-1F83-6DF8073E13A1}"/>
              </a:ext>
            </a:extLst>
          </p:cNvPr>
          <p:cNvSpPr>
            <a:spLocks noGrp="1"/>
          </p:cNvSpPr>
          <p:nvPr>
            <p:ph type="body" sz="quarter" idx="14" hasCustomPrompt="1"/>
          </p:nvPr>
        </p:nvSpPr>
        <p:spPr>
          <a:xfrm>
            <a:off x="3549586" y="4044234"/>
            <a:ext cx="2560320" cy="3378200"/>
          </a:xfrm>
        </p:spPr>
        <p:txBody>
          <a:bodyPr>
            <a:noAutofit/>
          </a:bodyPr>
          <a:lstStyle>
            <a:lvl1pPr marL="0" indent="0" algn="ctr">
              <a:lnSpc>
                <a:spcPts val="2460"/>
              </a:lnSpc>
              <a:spcBef>
                <a:spcPts val="1000"/>
              </a:spcBef>
              <a:buNone/>
              <a:defRPr sz="1600">
                <a:solidFill>
                  <a:schemeClr val="tx2"/>
                </a:solidFill>
              </a:defRPr>
            </a:lvl1pPr>
          </a:lstStyle>
          <a:p>
            <a:pPr lvl="0"/>
            <a:r>
              <a:rPr lang="en-US" dirty="0"/>
              <a:t>Click to edit Master text styles </a:t>
            </a:r>
          </a:p>
        </p:txBody>
      </p:sp>
      <p:sp>
        <p:nvSpPr>
          <p:cNvPr id="23" name="Text Placeholder 22">
            <a:extLst>
              <a:ext uri="{FF2B5EF4-FFF2-40B4-BE49-F238E27FC236}">
                <a16:creationId xmlns:a16="http://schemas.microsoft.com/office/drawing/2014/main" id="{DF1F63A7-4231-78E7-2733-FEF346BFAFC7}"/>
              </a:ext>
            </a:extLst>
          </p:cNvPr>
          <p:cNvSpPr>
            <a:spLocks noGrp="1"/>
          </p:cNvSpPr>
          <p:nvPr>
            <p:ph type="body" sz="quarter" idx="15" hasCustomPrompt="1"/>
          </p:nvPr>
        </p:nvSpPr>
        <p:spPr>
          <a:xfrm>
            <a:off x="6413531" y="2908300"/>
            <a:ext cx="2560320" cy="457200"/>
          </a:xfrm>
        </p:spPr>
        <p:txBody>
          <a:bodyPr anchor="b">
            <a:noAutofit/>
          </a:bodyPr>
          <a:lstStyle>
            <a:lvl1pPr marL="0" indent="0" algn="ctr">
              <a:buFontTx/>
              <a:buNone/>
              <a:defRPr sz="1800" b="1">
                <a:solidFill>
                  <a:schemeClr val="accent1"/>
                </a:solidFill>
              </a:defRPr>
            </a:lvl1pPr>
          </a:lstStyle>
          <a:p>
            <a:pPr lvl="0"/>
            <a:r>
              <a:rPr lang="en-US" dirty="0"/>
              <a:t>0000</a:t>
            </a:r>
          </a:p>
        </p:txBody>
      </p:sp>
      <p:sp>
        <p:nvSpPr>
          <p:cNvPr id="25" name="Text Placeholder 24">
            <a:extLst>
              <a:ext uri="{FF2B5EF4-FFF2-40B4-BE49-F238E27FC236}">
                <a16:creationId xmlns:a16="http://schemas.microsoft.com/office/drawing/2014/main" id="{FBD73D66-C238-421D-7B36-61C8633E6B22}"/>
              </a:ext>
            </a:extLst>
          </p:cNvPr>
          <p:cNvSpPr>
            <a:spLocks noGrp="1"/>
          </p:cNvSpPr>
          <p:nvPr>
            <p:ph type="body" sz="quarter" idx="16" hasCustomPrompt="1"/>
          </p:nvPr>
        </p:nvSpPr>
        <p:spPr>
          <a:xfrm>
            <a:off x="6413372" y="4044950"/>
            <a:ext cx="2560638" cy="3378200"/>
          </a:xfrm>
        </p:spPr>
        <p:txBody>
          <a:bodyPr>
            <a:noAutofit/>
          </a:bodyPr>
          <a:lstStyle>
            <a:lvl1pPr marL="0" indent="0" algn="ctr">
              <a:lnSpc>
                <a:spcPts val="2460"/>
              </a:lnSpc>
              <a:spcBef>
                <a:spcPts val="1000"/>
              </a:spcBef>
              <a:buFontTx/>
              <a:buNone/>
              <a:defRPr sz="1600">
                <a:solidFill>
                  <a:schemeClr val="tx2"/>
                </a:solidFill>
              </a:defRPr>
            </a:lvl1pPr>
          </a:lstStyle>
          <a:p>
            <a:pPr lvl="0"/>
            <a:r>
              <a:rPr lang="en-US" dirty="0"/>
              <a:t>Click to edit Master text styles </a:t>
            </a:r>
          </a:p>
        </p:txBody>
      </p:sp>
      <p:sp>
        <p:nvSpPr>
          <p:cNvPr id="27" name="Text Placeholder 26">
            <a:extLst>
              <a:ext uri="{FF2B5EF4-FFF2-40B4-BE49-F238E27FC236}">
                <a16:creationId xmlns:a16="http://schemas.microsoft.com/office/drawing/2014/main" id="{ECB777C3-9A9B-DF70-01F9-E43C9115804E}"/>
              </a:ext>
            </a:extLst>
          </p:cNvPr>
          <p:cNvSpPr>
            <a:spLocks noGrp="1"/>
          </p:cNvSpPr>
          <p:nvPr>
            <p:ph type="body" sz="quarter" idx="17" hasCustomPrompt="1"/>
          </p:nvPr>
        </p:nvSpPr>
        <p:spPr>
          <a:xfrm>
            <a:off x="9273799" y="2894885"/>
            <a:ext cx="2560320" cy="457200"/>
          </a:xfrm>
        </p:spPr>
        <p:txBody>
          <a:bodyPr anchor="b">
            <a:noAutofit/>
          </a:bodyPr>
          <a:lstStyle>
            <a:lvl1pPr marL="0" indent="0" algn="ctr">
              <a:buFontTx/>
              <a:buNone/>
              <a:defRPr sz="1800" b="1">
                <a:solidFill>
                  <a:schemeClr val="accent1"/>
                </a:solidFill>
              </a:defRPr>
            </a:lvl1pPr>
          </a:lstStyle>
          <a:p>
            <a:pPr lvl="0"/>
            <a:r>
              <a:rPr lang="en-US" dirty="0"/>
              <a:t>0000</a:t>
            </a:r>
          </a:p>
        </p:txBody>
      </p:sp>
      <p:sp>
        <p:nvSpPr>
          <p:cNvPr id="29" name="Text Placeholder 28">
            <a:extLst>
              <a:ext uri="{FF2B5EF4-FFF2-40B4-BE49-F238E27FC236}">
                <a16:creationId xmlns:a16="http://schemas.microsoft.com/office/drawing/2014/main" id="{7D8BF809-3C47-755E-7D1E-228DA90B115C}"/>
              </a:ext>
            </a:extLst>
          </p:cNvPr>
          <p:cNvSpPr>
            <a:spLocks noGrp="1"/>
          </p:cNvSpPr>
          <p:nvPr>
            <p:ph type="body" sz="quarter" idx="18" hasCustomPrompt="1"/>
          </p:nvPr>
        </p:nvSpPr>
        <p:spPr>
          <a:xfrm>
            <a:off x="9273799" y="4044949"/>
            <a:ext cx="2560320" cy="3377477"/>
          </a:xfrm>
        </p:spPr>
        <p:txBody>
          <a:bodyPr>
            <a:noAutofit/>
          </a:bodyPr>
          <a:lstStyle>
            <a:lvl1pPr marL="0" indent="0" algn="ctr">
              <a:lnSpc>
                <a:spcPts val="2460"/>
              </a:lnSpc>
              <a:spcBef>
                <a:spcPts val="1000"/>
              </a:spcBef>
              <a:buNone/>
              <a:defRPr sz="1600">
                <a:solidFill>
                  <a:schemeClr val="tx2"/>
                </a:solidFill>
              </a:defRPr>
            </a:lvl1pPr>
          </a:lstStyle>
          <a:p>
            <a:pPr lvl="0"/>
            <a:r>
              <a:rPr lang="en-US" dirty="0"/>
              <a:t>Click to edit Master text styles </a:t>
            </a:r>
          </a:p>
        </p:txBody>
      </p:sp>
      <p:sp>
        <p:nvSpPr>
          <p:cNvPr id="31" name="Text Placeholder 30">
            <a:extLst>
              <a:ext uri="{FF2B5EF4-FFF2-40B4-BE49-F238E27FC236}">
                <a16:creationId xmlns:a16="http://schemas.microsoft.com/office/drawing/2014/main" id="{9386F618-5618-A99F-D0C9-9B11BC7B3F23}"/>
              </a:ext>
            </a:extLst>
          </p:cNvPr>
          <p:cNvSpPr>
            <a:spLocks noGrp="1"/>
          </p:cNvSpPr>
          <p:nvPr>
            <p:ph type="body" sz="quarter" idx="19" hasCustomPrompt="1"/>
          </p:nvPr>
        </p:nvSpPr>
        <p:spPr>
          <a:xfrm>
            <a:off x="12131066" y="2908300"/>
            <a:ext cx="2560320" cy="457200"/>
          </a:xfrm>
        </p:spPr>
        <p:txBody>
          <a:bodyPr anchor="b">
            <a:noAutofit/>
          </a:bodyPr>
          <a:lstStyle>
            <a:lvl1pPr marL="0" indent="0" algn="ctr">
              <a:buFontTx/>
              <a:buNone/>
              <a:defRPr sz="1800" b="1">
                <a:solidFill>
                  <a:schemeClr val="accent1"/>
                </a:solidFill>
              </a:defRPr>
            </a:lvl1pPr>
          </a:lstStyle>
          <a:p>
            <a:pPr lvl="0"/>
            <a:r>
              <a:rPr lang="en-US" dirty="0"/>
              <a:t>0000</a:t>
            </a:r>
          </a:p>
        </p:txBody>
      </p:sp>
      <p:sp>
        <p:nvSpPr>
          <p:cNvPr id="33" name="Text Placeholder 32">
            <a:extLst>
              <a:ext uri="{FF2B5EF4-FFF2-40B4-BE49-F238E27FC236}">
                <a16:creationId xmlns:a16="http://schemas.microsoft.com/office/drawing/2014/main" id="{068A438F-C5F7-B98F-20E3-A900DD1FE9CD}"/>
              </a:ext>
            </a:extLst>
          </p:cNvPr>
          <p:cNvSpPr>
            <a:spLocks noGrp="1"/>
          </p:cNvSpPr>
          <p:nvPr>
            <p:ph type="body" sz="quarter" idx="20" hasCustomPrompt="1"/>
          </p:nvPr>
        </p:nvSpPr>
        <p:spPr>
          <a:xfrm>
            <a:off x="12131701" y="4044950"/>
            <a:ext cx="2559050" cy="3378200"/>
          </a:xfrm>
        </p:spPr>
        <p:txBody>
          <a:bodyPr>
            <a:noAutofit/>
          </a:bodyPr>
          <a:lstStyle>
            <a:lvl1pPr marL="0" indent="0" algn="ctr">
              <a:lnSpc>
                <a:spcPts val="2460"/>
              </a:lnSpc>
              <a:spcBef>
                <a:spcPts val="1000"/>
              </a:spcBef>
              <a:buNone/>
              <a:defRPr sz="1600">
                <a:solidFill>
                  <a:schemeClr val="tx2"/>
                </a:solidFill>
              </a:defRPr>
            </a:lvl1pPr>
          </a:lstStyle>
          <a:p>
            <a:pPr lvl="0"/>
            <a:r>
              <a:rPr lang="en-US" dirty="0"/>
              <a:t>Click to edit Master text styles </a:t>
            </a:r>
          </a:p>
        </p:txBody>
      </p:sp>
      <p:sp>
        <p:nvSpPr>
          <p:cNvPr id="35" name="Text Placeholder 34">
            <a:extLst>
              <a:ext uri="{FF2B5EF4-FFF2-40B4-BE49-F238E27FC236}">
                <a16:creationId xmlns:a16="http://schemas.microsoft.com/office/drawing/2014/main" id="{BAB552C1-A0F3-7F15-28AA-DA4FBB77426E}"/>
              </a:ext>
            </a:extLst>
          </p:cNvPr>
          <p:cNvSpPr>
            <a:spLocks noGrp="1"/>
          </p:cNvSpPr>
          <p:nvPr>
            <p:ph type="body" sz="quarter" idx="21" hasCustomPrompt="1"/>
          </p:nvPr>
        </p:nvSpPr>
        <p:spPr>
          <a:xfrm>
            <a:off x="14997218" y="2919570"/>
            <a:ext cx="2560320" cy="457200"/>
          </a:xfrm>
        </p:spPr>
        <p:txBody>
          <a:bodyPr anchor="b">
            <a:noAutofit/>
          </a:bodyPr>
          <a:lstStyle>
            <a:lvl1pPr marL="0" indent="0" algn="ctr">
              <a:buFontTx/>
              <a:buNone/>
              <a:defRPr sz="1800" b="1">
                <a:solidFill>
                  <a:schemeClr val="accent1"/>
                </a:solidFill>
              </a:defRPr>
            </a:lvl1pPr>
          </a:lstStyle>
          <a:p>
            <a:pPr lvl="0"/>
            <a:r>
              <a:rPr lang="en-US" dirty="0"/>
              <a:t>0000</a:t>
            </a:r>
          </a:p>
        </p:txBody>
      </p:sp>
      <p:sp>
        <p:nvSpPr>
          <p:cNvPr id="37" name="Text Placeholder 36">
            <a:extLst>
              <a:ext uri="{FF2B5EF4-FFF2-40B4-BE49-F238E27FC236}">
                <a16:creationId xmlns:a16="http://schemas.microsoft.com/office/drawing/2014/main" id="{30DA17A4-86E5-4D35-ECCA-B0693E1BC865}"/>
              </a:ext>
            </a:extLst>
          </p:cNvPr>
          <p:cNvSpPr>
            <a:spLocks noGrp="1"/>
          </p:cNvSpPr>
          <p:nvPr>
            <p:ph type="body" sz="quarter" idx="22" hasCustomPrompt="1"/>
          </p:nvPr>
        </p:nvSpPr>
        <p:spPr>
          <a:xfrm>
            <a:off x="14997218" y="4044950"/>
            <a:ext cx="2560320" cy="3378200"/>
          </a:xfrm>
        </p:spPr>
        <p:txBody>
          <a:bodyPr>
            <a:noAutofit/>
          </a:bodyPr>
          <a:lstStyle>
            <a:lvl1pPr marL="0" indent="0" algn="ctr">
              <a:lnSpc>
                <a:spcPts val="2460"/>
              </a:lnSpc>
              <a:spcBef>
                <a:spcPts val="1000"/>
              </a:spcBef>
              <a:buFontTx/>
              <a:buNone/>
              <a:defRPr sz="1600">
                <a:solidFill>
                  <a:schemeClr val="tx2"/>
                </a:solidFill>
              </a:defRPr>
            </a:lvl1pPr>
          </a:lstStyle>
          <a:p>
            <a:pPr lvl="0"/>
            <a:r>
              <a:rPr lang="en-US" dirty="0"/>
              <a:t>Click to edit Master text styles </a:t>
            </a:r>
          </a:p>
        </p:txBody>
      </p:sp>
      <p:sp>
        <p:nvSpPr>
          <p:cNvPr id="39" name="Text Placeholder 38">
            <a:extLst>
              <a:ext uri="{FF2B5EF4-FFF2-40B4-BE49-F238E27FC236}">
                <a16:creationId xmlns:a16="http://schemas.microsoft.com/office/drawing/2014/main" id="{6E2C0872-DC6F-778B-E5BF-E26569F9DD51}"/>
              </a:ext>
            </a:extLst>
          </p:cNvPr>
          <p:cNvSpPr>
            <a:spLocks noGrp="1"/>
          </p:cNvSpPr>
          <p:nvPr>
            <p:ph type="body" sz="quarter" idx="23" hasCustomPrompt="1"/>
          </p:nvPr>
        </p:nvSpPr>
        <p:spPr>
          <a:xfrm>
            <a:off x="3549650" y="7669213"/>
            <a:ext cx="11141075" cy="1589087"/>
          </a:xfrm>
        </p:spPr>
        <p:txBody>
          <a:bodyPr anchor="ctr">
            <a:noAutofit/>
          </a:bodyPr>
          <a:lstStyle>
            <a:lvl1pPr marL="0" indent="0" algn="ctr">
              <a:buFontTx/>
              <a:buNone/>
              <a:defRPr sz="3400">
                <a:solidFill>
                  <a:schemeClr val="tx2"/>
                </a:solidFill>
              </a:defRPr>
            </a:lvl1pPr>
          </a:lstStyle>
          <a:p>
            <a:pPr lvl="0"/>
            <a:r>
              <a:rPr lang="en-US" dirty="0" err="1"/>
              <a:t>Subheader</a:t>
            </a:r>
            <a:r>
              <a:rPr lang="en-US" dirty="0"/>
              <a:t> text goes here</a:t>
            </a:r>
          </a:p>
        </p:txBody>
      </p:sp>
      <p:cxnSp>
        <p:nvCxnSpPr>
          <p:cNvPr id="12" name="Straight Connector 11">
            <a:extLst>
              <a:ext uri="{FF2B5EF4-FFF2-40B4-BE49-F238E27FC236}">
                <a16:creationId xmlns:a16="http://schemas.microsoft.com/office/drawing/2014/main" id="{6FBF48C5-F0B1-97FF-348B-0811AB8C0883}"/>
              </a:ext>
            </a:extLst>
          </p:cNvPr>
          <p:cNvCxnSpPr/>
          <p:nvPr userDrawn="1"/>
        </p:nvCxnSpPr>
        <p:spPr>
          <a:xfrm>
            <a:off x="8740370" y="2119302"/>
            <a:ext cx="807260" cy="0"/>
          </a:xfrm>
          <a:prstGeom prst="line">
            <a:avLst/>
          </a:prstGeom>
          <a:ln w="47625">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1135734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11_3_Timeline Slide Years Ico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E8339-5D5B-0F68-07B1-02605B194AC9}"/>
              </a:ext>
            </a:extLst>
          </p:cNvPr>
          <p:cNvSpPr>
            <a:spLocks noGrp="1"/>
          </p:cNvSpPr>
          <p:nvPr>
            <p:ph type="title"/>
          </p:nvPr>
        </p:nvSpPr>
        <p:spPr/>
        <p:txBody>
          <a:bodyPr/>
          <a:lstStyle>
            <a:lvl1pPr algn="ctr">
              <a:defRPr/>
            </a:lvl1pPr>
          </a:lstStyle>
          <a:p>
            <a:r>
              <a:rPr lang="en-US" dirty="0"/>
              <a:t>Click to edit Master title style</a:t>
            </a:r>
          </a:p>
        </p:txBody>
      </p:sp>
      <p:sp>
        <p:nvSpPr>
          <p:cNvPr id="3" name="Slide Number Placeholder 2">
            <a:extLst>
              <a:ext uri="{FF2B5EF4-FFF2-40B4-BE49-F238E27FC236}">
                <a16:creationId xmlns:a16="http://schemas.microsoft.com/office/drawing/2014/main" id="{FF1FE4E7-06F3-B5D0-E707-CD43ACEB8B38}"/>
              </a:ext>
            </a:extLst>
          </p:cNvPr>
          <p:cNvSpPr>
            <a:spLocks noGrp="1"/>
          </p:cNvSpPr>
          <p:nvPr>
            <p:ph type="sldNum" sz="quarter" idx="10"/>
          </p:nvPr>
        </p:nvSpPr>
        <p:spPr/>
        <p:txBody>
          <a:bodyPr/>
          <a:lstStyle/>
          <a:p>
            <a:fld id="{8CC5BBF2-D04D-C048-9F75-C3CD7CC10D78}" type="slidenum">
              <a:rPr lang="en-US" smtClean="0"/>
              <a:pPr/>
              <a:t>‹#›</a:t>
            </a:fld>
            <a:endParaRPr lang="en-US" dirty="0"/>
          </a:p>
        </p:txBody>
      </p:sp>
      <p:cxnSp>
        <p:nvCxnSpPr>
          <p:cNvPr id="8" name="Straight Connector 7">
            <a:extLst>
              <a:ext uri="{FF2B5EF4-FFF2-40B4-BE49-F238E27FC236}">
                <a16:creationId xmlns:a16="http://schemas.microsoft.com/office/drawing/2014/main" id="{9694A989-6E1D-89B5-4C21-C6A701423F9D}"/>
              </a:ext>
            </a:extLst>
          </p:cNvPr>
          <p:cNvCxnSpPr>
            <a:cxnSpLocks/>
          </p:cNvCxnSpPr>
          <p:nvPr userDrawn="1"/>
        </p:nvCxnSpPr>
        <p:spPr>
          <a:xfrm>
            <a:off x="685800" y="4700722"/>
            <a:ext cx="16878300" cy="0"/>
          </a:xfrm>
          <a:prstGeom prst="line">
            <a:avLst/>
          </a:prstGeom>
          <a:ln w="127000">
            <a:gradFill>
              <a:gsLst>
                <a:gs pos="0">
                  <a:schemeClr val="accent1"/>
                </a:gs>
                <a:gs pos="100000">
                  <a:srgbClr val="712D91"/>
                </a:gs>
              </a:gsLst>
              <a:lin ang="0" scaled="0"/>
            </a:gradFill>
          </a:ln>
        </p:spPr>
        <p:style>
          <a:lnRef idx="1">
            <a:schemeClr val="accent1"/>
          </a:lnRef>
          <a:fillRef idx="0">
            <a:schemeClr val="accent1"/>
          </a:fillRef>
          <a:effectRef idx="0">
            <a:schemeClr val="accent1"/>
          </a:effectRef>
          <a:fontRef idx="minor">
            <a:schemeClr val="tx1"/>
          </a:fontRef>
        </p:style>
      </p:cxnSp>
      <p:sp>
        <p:nvSpPr>
          <p:cNvPr id="14" name="Triangle 13">
            <a:extLst>
              <a:ext uri="{FF2B5EF4-FFF2-40B4-BE49-F238E27FC236}">
                <a16:creationId xmlns:a16="http://schemas.microsoft.com/office/drawing/2014/main" id="{28EB7AB3-90C8-D7D2-C4A2-6D411EFA6CCE}"/>
              </a:ext>
            </a:extLst>
          </p:cNvPr>
          <p:cNvSpPr/>
          <p:nvPr userDrawn="1"/>
        </p:nvSpPr>
        <p:spPr>
          <a:xfrm rot="5400000">
            <a:off x="14810937" y="4517842"/>
            <a:ext cx="502920" cy="365760"/>
          </a:xfrm>
          <a:prstGeom prs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riangle 15">
            <a:extLst>
              <a:ext uri="{FF2B5EF4-FFF2-40B4-BE49-F238E27FC236}">
                <a16:creationId xmlns:a16="http://schemas.microsoft.com/office/drawing/2014/main" id="{3D12ADF3-777C-E2EA-1408-815B66F8221A}"/>
              </a:ext>
            </a:extLst>
          </p:cNvPr>
          <p:cNvSpPr/>
          <p:nvPr userDrawn="1"/>
        </p:nvSpPr>
        <p:spPr>
          <a:xfrm rot="5400000">
            <a:off x="3113048" y="4517842"/>
            <a:ext cx="502920" cy="365760"/>
          </a:xfrm>
          <a:prstGeom prs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riangle 18">
            <a:extLst>
              <a:ext uri="{FF2B5EF4-FFF2-40B4-BE49-F238E27FC236}">
                <a16:creationId xmlns:a16="http://schemas.microsoft.com/office/drawing/2014/main" id="{6E0C6C1E-FCB7-4FC6-CED2-351D6601836B}"/>
              </a:ext>
            </a:extLst>
          </p:cNvPr>
          <p:cNvSpPr/>
          <p:nvPr userDrawn="1"/>
        </p:nvSpPr>
        <p:spPr>
          <a:xfrm rot="5400000">
            <a:off x="11886464" y="4517842"/>
            <a:ext cx="502920" cy="365760"/>
          </a:xfrm>
          <a:prstGeom prs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riangle 19">
            <a:extLst>
              <a:ext uri="{FF2B5EF4-FFF2-40B4-BE49-F238E27FC236}">
                <a16:creationId xmlns:a16="http://schemas.microsoft.com/office/drawing/2014/main" id="{C315DF98-0CF4-D1BD-894B-61DC90CCAE08}"/>
              </a:ext>
            </a:extLst>
          </p:cNvPr>
          <p:cNvSpPr/>
          <p:nvPr userDrawn="1"/>
        </p:nvSpPr>
        <p:spPr>
          <a:xfrm rot="5400000">
            <a:off x="8961992" y="4517842"/>
            <a:ext cx="502920" cy="365760"/>
          </a:xfrm>
          <a:prstGeom prs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riangle 20">
            <a:extLst>
              <a:ext uri="{FF2B5EF4-FFF2-40B4-BE49-F238E27FC236}">
                <a16:creationId xmlns:a16="http://schemas.microsoft.com/office/drawing/2014/main" id="{2231D3A4-056B-6643-967E-1135CD780BA6}"/>
              </a:ext>
            </a:extLst>
          </p:cNvPr>
          <p:cNvSpPr/>
          <p:nvPr userDrawn="1"/>
        </p:nvSpPr>
        <p:spPr>
          <a:xfrm rot="5400000">
            <a:off x="6037520" y="4517842"/>
            <a:ext cx="502920" cy="365760"/>
          </a:xfrm>
          <a:prstGeom prs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Picture Placeholder 22">
            <a:extLst>
              <a:ext uri="{FF2B5EF4-FFF2-40B4-BE49-F238E27FC236}">
                <a16:creationId xmlns:a16="http://schemas.microsoft.com/office/drawing/2014/main" id="{1435020B-DE91-8BA8-E7F2-F009BCB09523}"/>
              </a:ext>
            </a:extLst>
          </p:cNvPr>
          <p:cNvSpPr>
            <a:spLocks noGrp="1"/>
          </p:cNvSpPr>
          <p:nvPr>
            <p:ph type="pic" sz="quarter" idx="11"/>
          </p:nvPr>
        </p:nvSpPr>
        <p:spPr>
          <a:xfrm>
            <a:off x="1280318" y="2846244"/>
            <a:ext cx="1097280" cy="1097280"/>
          </a:xfrm>
        </p:spPr>
        <p:txBody>
          <a:bodyPr>
            <a:noAutofit/>
          </a:bodyPr>
          <a:lstStyle>
            <a:lvl1pPr marL="0" indent="0">
              <a:buFontTx/>
              <a:buNone/>
              <a:defRPr sz="1800"/>
            </a:lvl1pPr>
          </a:lstStyle>
          <a:p>
            <a:endParaRPr lang="en-US" dirty="0"/>
          </a:p>
        </p:txBody>
      </p:sp>
      <p:sp>
        <p:nvSpPr>
          <p:cNvPr id="25" name="Text Placeholder 24">
            <a:extLst>
              <a:ext uri="{FF2B5EF4-FFF2-40B4-BE49-F238E27FC236}">
                <a16:creationId xmlns:a16="http://schemas.microsoft.com/office/drawing/2014/main" id="{7B43651F-DB97-F5FD-9025-FEB8F0AD60E0}"/>
              </a:ext>
            </a:extLst>
          </p:cNvPr>
          <p:cNvSpPr>
            <a:spLocks noGrp="1"/>
          </p:cNvSpPr>
          <p:nvPr>
            <p:ph type="body" sz="quarter" idx="12" hasCustomPrompt="1"/>
          </p:nvPr>
        </p:nvSpPr>
        <p:spPr>
          <a:xfrm>
            <a:off x="708818" y="4038534"/>
            <a:ext cx="2240280" cy="484187"/>
          </a:xfrm>
        </p:spPr>
        <p:txBody>
          <a:bodyPr anchor="b">
            <a:noAutofit/>
          </a:bodyPr>
          <a:lstStyle>
            <a:lvl1pPr marL="0" indent="0" algn="ctr">
              <a:buNone/>
              <a:defRPr sz="1800" b="1">
                <a:solidFill>
                  <a:schemeClr val="accent1"/>
                </a:solidFill>
              </a:defRPr>
            </a:lvl1pPr>
          </a:lstStyle>
          <a:p>
            <a:pPr lvl="0"/>
            <a:r>
              <a:rPr lang="en-US" dirty="0"/>
              <a:t>YEAR</a:t>
            </a:r>
          </a:p>
        </p:txBody>
      </p:sp>
      <p:sp>
        <p:nvSpPr>
          <p:cNvPr id="27" name="Text Placeholder 26">
            <a:extLst>
              <a:ext uri="{FF2B5EF4-FFF2-40B4-BE49-F238E27FC236}">
                <a16:creationId xmlns:a16="http://schemas.microsoft.com/office/drawing/2014/main" id="{A394F44A-E43C-177B-5E5E-FE7652B6F592}"/>
              </a:ext>
            </a:extLst>
          </p:cNvPr>
          <p:cNvSpPr>
            <a:spLocks noGrp="1"/>
          </p:cNvSpPr>
          <p:nvPr>
            <p:ph type="body" sz="quarter" idx="13" hasCustomPrompt="1"/>
          </p:nvPr>
        </p:nvSpPr>
        <p:spPr>
          <a:xfrm>
            <a:off x="708818" y="4796985"/>
            <a:ext cx="2240280" cy="928560"/>
          </a:xfrm>
        </p:spPr>
        <p:txBody>
          <a:bodyPr anchor="b">
            <a:noAutofit/>
          </a:bodyPr>
          <a:lstStyle>
            <a:lvl1pPr marL="0" indent="0" algn="ctr">
              <a:lnSpc>
                <a:spcPts val="2460"/>
              </a:lnSpc>
              <a:spcBef>
                <a:spcPts val="1500"/>
              </a:spcBef>
              <a:spcAft>
                <a:spcPts val="0"/>
              </a:spcAft>
              <a:buNone/>
              <a:defRPr sz="1800" b="1">
                <a:solidFill>
                  <a:schemeClr val="tx2"/>
                </a:solidFill>
              </a:defRPr>
            </a:lvl1pPr>
          </a:lstStyle>
          <a:p>
            <a:pPr lvl="0"/>
            <a:r>
              <a:rPr lang="en-US" dirty="0"/>
              <a:t>Click to edit Master text styles </a:t>
            </a:r>
          </a:p>
        </p:txBody>
      </p:sp>
      <p:sp>
        <p:nvSpPr>
          <p:cNvPr id="29" name="Text Placeholder 28">
            <a:extLst>
              <a:ext uri="{FF2B5EF4-FFF2-40B4-BE49-F238E27FC236}">
                <a16:creationId xmlns:a16="http://schemas.microsoft.com/office/drawing/2014/main" id="{CC7707FA-CDCC-D191-C44C-AEE9BA63EA34}"/>
              </a:ext>
            </a:extLst>
          </p:cNvPr>
          <p:cNvSpPr>
            <a:spLocks noGrp="1"/>
          </p:cNvSpPr>
          <p:nvPr>
            <p:ph type="body" sz="quarter" idx="14" hasCustomPrompt="1"/>
          </p:nvPr>
        </p:nvSpPr>
        <p:spPr>
          <a:xfrm>
            <a:off x="708818" y="5820511"/>
            <a:ext cx="2240280" cy="3128293"/>
          </a:xfrm>
        </p:spPr>
        <p:txBody>
          <a:bodyPr>
            <a:noAutofit/>
          </a:bodyPr>
          <a:lstStyle>
            <a:lvl1pPr marL="0" indent="0" algn="ctr">
              <a:lnSpc>
                <a:spcPts val="2220"/>
              </a:lnSpc>
              <a:spcBef>
                <a:spcPts val="1000"/>
              </a:spcBef>
              <a:buFontTx/>
              <a:buNone/>
              <a:defRPr sz="1600">
                <a:solidFill>
                  <a:schemeClr val="tx2"/>
                </a:solidFill>
              </a:defRPr>
            </a:lvl1pPr>
          </a:lstStyle>
          <a:p>
            <a:pPr lvl="0"/>
            <a:r>
              <a:rPr lang="en-US" dirty="0"/>
              <a:t>Click to edit Master text styles </a:t>
            </a:r>
          </a:p>
        </p:txBody>
      </p:sp>
      <p:sp>
        <p:nvSpPr>
          <p:cNvPr id="31" name="Picture Placeholder 30">
            <a:extLst>
              <a:ext uri="{FF2B5EF4-FFF2-40B4-BE49-F238E27FC236}">
                <a16:creationId xmlns:a16="http://schemas.microsoft.com/office/drawing/2014/main" id="{B0A1986E-DDFC-70A6-CC63-312830148461}"/>
              </a:ext>
            </a:extLst>
          </p:cNvPr>
          <p:cNvSpPr>
            <a:spLocks noGrp="1"/>
          </p:cNvSpPr>
          <p:nvPr>
            <p:ph type="pic" sz="quarter" idx="15"/>
          </p:nvPr>
        </p:nvSpPr>
        <p:spPr>
          <a:xfrm>
            <a:off x="4203307" y="2846371"/>
            <a:ext cx="1097280" cy="1096963"/>
          </a:xfrm>
        </p:spPr>
        <p:txBody>
          <a:bodyPr>
            <a:normAutofit/>
          </a:bodyPr>
          <a:lstStyle>
            <a:lvl1pPr marL="0" indent="0">
              <a:buNone/>
              <a:defRPr sz="1800"/>
            </a:lvl1pPr>
          </a:lstStyle>
          <a:p>
            <a:endParaRPr lang="en-US" dirty="0"/>
          </a:p>
        </p:txBody>
      </p:sp>
      <p:sp>
        <p:nvSpPr>
          <p:cNvPr id="33" name="Text Placeholder 32">
            <a:extLst>
              <a:ext uri="{FF2B5EF4-FFF2-40B4-BE49-F238E27FC236}">
                <a16:creationId xmlns:a16="http://schemas.microsoft.com/office/drawing/2014/main" id="{F229EC7F-367F-C3EF-5823-5834599F8538}"/>
              </a:ext>
            </a:extLst>
          </p:cNvPr>
          <p:cNvSpPr>
            <a:spLocks noGrp="1"/>
          </p:cNvSpPr>
          <p:nvPr>
            <p:ph type="body" sz="quarter" idx="16" hasCustomPrompt="1"/>
          </p:nvPr>
        </p:nvSpPr>
        <p:spPr>
          <a:xfrm>
            <a:off x="3631807" y="4038534"/>
            <a:ext cx="2240280" cy="484187"/>
          </a:xfrm>
        </p:spPr>
        <p:txBody>
          <a:bodyPr anchor="b">
            <a:noAutofit/>
          </a:bodyPr>
          <a:lstStyle>
            <a:lvl1pPr marL="0" indent="0" algn="ctr">
              <a:buNone/>
              <a:defRPr sz="1800" b="1">
                <a:solidFill>
                  <a:schemeClr val="accent1"/>
                </a:solidFill>
              </a:defRPr>
            </a:lvl1pPr>
          </a:lstStyle>
          <a:p>
            <a:pPr lvl="0"/>
            <a:r>
              <a:rPr lang="en-US" dirty="0"/>
              <a:t>YEAR</a:t>
            </a:r>
          </a:p>
        </p:txBody>
      </p:sp>
      <p:sp>
        <p:nvSpPr>
          <p:cNvPr id="35" name="Text Placeholder 34">
            <a:extLst>
              <a:ext uri="{FF2B5EF4-FFF2-40B4-BE49-F238E27FC236}">
                <a16:creationId xmlns:a16="http://schemas.microsoft.com/office/drawing/2014/main" id="{646AA6CE-DDA7-236A-4488-CEA1A28355FE}"/>
              </a:ext>
            </a:extLst>
          </p:cNvPr>
          <p:cNvSpPr>
            <a:spLocks noGrp="1"/>
          </p:cNvSpPr>
          <p:nvPr>
            <p:ph type="body" sz="quarter" idx="17" hasCustomPrompt="1"/>
          </p:nvPr>
        </p:nvSpPr>
        <p:spPr>
          <a:xfrm>
            <a:off x="3632041" y="4797746"/>
            <a:ext cx="2240280" cy="927100"/>
          </a:xfrm>
        </p:spPr>
        <p:txBody>
          <a:bodyPr anchor="b">
            <a:noAutofit/>
          </a:bodyPr>
          <a:lstStyle>
            <a:lvl1pPr marL="0" indent="0" algn="ctr">
              <a:lnSpc>
                <a:spcPts val="2460"/>
              </a:lnSpc>
              <a:buFontTx/>
              <a:buNone/>
              <a:defRPr sz="1800" b="1">
                <a:solidFill>
                  <a:schemeClr val="tx2"/>
                </a:solidFill>
              </a:defRPr>
            </a:lvl1pPr>
          </a:lstStyle>
          <a:p>
            <a:pPr lvl="0"/>
            <a:r>
              <a:rPr lang="en-US" dirty="0"/>
              <a:t>Click to edit Master text styles </a:t>
            </a:r>
          </a:p>
        </p:txBody>
      </p:sp>
      <p:sp>
        <p:nvSpPr>
          <p:cNvPr id="37" name="Text Placeholder 36">
            <a:extLst>
              <a:ext uri="{FF2B5EF4-FFF2-40B4-BE49-F238E27FC236}">
                <a16:creationId xmlns:a16="http://schemas.microsoft.com/office/drawing/2014/main" id="{54C82FB2-0132-BB7F-8A0D-996DC08CB04D}"/>
              </a:ext>
            </a:extLst>
          </p:cNvPr>
          <p:cNvSpPr>
            <a:spLocks noGrp="1"/>
          </p:cNvSpPr>
          <p:nvPr>
            <p:ph type="body" sz="quarter" idx="18" hasCustomPrompt="1"/>
          </p:nvPr>
        </p:nvSpPr>
        <p:spPr>
          <a:xfrm>
            <a:off x="3632199" y="5819842"/>
            <a:ext cx="2239963" cy="3128962"/>
          </a:xfrm>
        </p:spPr>
        <p:txBody>
          <a:bodyPr>
            <a:noAutofit/>
          </a:bodyPr>
          <a:lstStyle>
            <a:lvl1pPr marL="0" indent="0" algn="ctr">
              <a:lnSpc>
                <a:spcPts val="2220"/>
              </a:lnSpc>
              <a:buFontTx/>
              <a:buNone/>
              <a:defRPr sz="1600">
                <a:solidFill>
                  <a:schemeClr val="tx2"/>
                </a:solidFill>
              </a:defRPr>
            </a:lvl1pPr>
          </a:lstStyle>
          <a:p>
            <a:pPr lvl="0"/>
            <a:r>
              <a:rPr lang="en-US" dirty="0"/>
              <a:t>Click to edit Master text styles </a:t>
            </a:r>
          </a:p>
        </p:txBody>
      </p:sp>
      <p:sp>
        <p:nvSpPr>
          <p:cNvPr id="39" name="Picture Placeholder 38">
            <a:extLst>
              <a:ext uri="{FF2B5EF4-FFF2-40B4-BE49-F238E27FC236}">
                <a16:creationId xmlns:a16="http://schemas.microsoft.com/office/drawing/2014/main" id="{CFAB384B-C6C5-B396-5D44-0FF33A90FC2C}"/>
              </a:ext>
            </a:extLst>
          </p:cNvPr>
          <p:cNvSpPr>
            <a:spLocks noGrp="1"/>
          </p:cNvSpPr>
          <p:nvPr>
            <p:ph type="pic" sz="quarter" idx="19"/>
          </p:nvPr>
        </p:nvSpPr>
        <p:spPr>
          <a:xfrm>
            <a:off x="7137027" y="2846371"/>
            <a:ext cx="1097280" cy="1096963"/>
          </a:xfrm>
        </p:spPr>
        <p:txBody>
          <a:bodyPr>
            <a:noAutofit/>
          </a:bodyPr>
          <a:lstStyle>
            <a:lvl1pPr marL="0" indent="0">
              <a:buFontTx/>
              <a:buNone/>
              <a:defRPr sz="1800"/>
            </a:lvl1pPr>
          </a:lstStyle>
          <a:p>
            <a:endParaRPr lang="en-US"/>
          </a:p>
        </p:txBody>
      </p:sp>
      <p:sp>
        <p:nvSpPr>
          <p:cNvPr id="41" name="Text Placeholder 40">
            <a:extLst>
              <a:ext uri="{FF2B5EF4-FFF2-40B4-BE49-F238E27FC236}">
                <a16:creationId xmlns:a16="http://schemas.microsoft.com/office/drawing/2014/main" id="{7D1AF485-C626-70B6-52BE-B822ABB0CC2D}"/>
              </a:ext>
            </a:extLst>
          </p:cNvPr>
          <p:cNvSpPr>
            <a:spLocks noGrp="1"/>
          </p:cNvSpPr>
          <p:nvPr>
            <p:ph type="body" sz="quarter" idx="20" hasCustomPrompt="1"/>
          </p:nvPr>
        </p:nvSpPr>
        <p:spPr>
          <a:xfrm>
            <a:off x="6565527" y="4038534"/>
            <a:ext cx="2240280" cy="484187"/>
          </a:xfrm>
        </p:spPr>
        <p:txBody>
          <a:bodyPr anchor="b">
            <a:noAutofit/>
          </a:bodyPr>
          <a:lstStyle>
            <a:lvl1pPr marL="0" indent="0" algn="ctr">
              <a:buNone/>
              <a:defRPr sz="1800" b="1">
                <a:solidFill>
                  <a:schemeClr val="accent1"/>
                </a:solidFill>
              </a:defRPr>
            </a:lvl1pPr>
          </a:lstStyle>
          <a:p>
            <a:pPr lvl="0"/>
            <a:r>
              <a:rPr lang="en-US" dirty="0"/>
              <a:t>YEAR</a:t>
            </a:r>
          </a:p>
        </p:txBody>
      </p:sp>
      <p:sp>
        <p:nvSpPr>
          <p:cNvPr id="43" name="Text Placeholder 42">
            <a:extLst>
              <a:ext uri="{FF2B5EF4-FFF2-40B4-BE49-F238E27FC236}">
                <a16:creationId xmlns:a16="http://schemas.microsoft.com/office/drawing/2014/main" id="{DD29317F-95E0-5D69-FA29-217AB5AC890A}"/>
              </a:ext>
            </a:extLst>
          </p:cNvPr>
          <p:cNvSpPr>
            <a:spLocks noGrp="1"/>
          </p:cNvSpPr>
          <p:nvPr>
            <p:ph type="body" sz="quarter" idx="21" hasCustomPrompt="1"/>
          </p:nvPr>
        </p:nvSpPr>
        <p:spPr>
          <a:xfrm>
            <a:off x="6555264" y="4797746"/>
            <a:ext cx="2239963" cy="927100"/>
          </a:xfrm>
        </p:spPr>
        <p:txBody>
          <a:bodyPr anchor="b">
            <a:noAutofit/>
          </a:bodyPr>
          <a:lstStyle>
            <a:lvl1pPr marL="0" indent="0" algn="ctr">
              <a:lnSpc>
                <a:spcPts val="2460"/>
              </a:lnSpc>
              <a:buFontTx/>
              <a:buNone/>
              <a:defRPr sz="1800" b="1">
                <a:solidFill>
                  <a:schemeClr val="tx2"/>
                </a:solidFill>
              </a:defRPr>
            </a:lvl1pPr>
          </a:lstStyle>
          <a:p>
            <a:pPr lvl="0"/>
            <a:r>
              <a:rPr lang="en-US" dirty="0"/>
              <a:t>Click to edit Master text styles </a:t>
            </a:r>
          </a:p>
        </p:txBody>
      </p:sp>
      <p:sp>
        <p:nvSpPr>
          <p:cNvPr id="45" name="Text Placeholder 44">
            <a:extLst>
              <a:ext uri="{FF2B5EF4-FFF2-40B4-BE49-F238E27FC236}">
                <a16:creationId xmlns:a16="http://schemas.microsoft.com/office/drawing/2014/main" id="{6223F308-6770-79BD-CAEE-6EA19401FC45}"/>
              </a:ext>
            </a:extLst>
          </p:cNvPr>
          <p:cNvSpPr>
            <a:spLocks noGrp="1"/>
          </p:cNvSpPr>
          <p:nvPr>
            <p:ph type="body" sz="quarter" idx="22" hasCustomPrompt="1"/>
          </p:nvPr>
        </p:nvSpPr>
        <p:spPr>
          <a:xfrm>
            <a:off x="6569868" y="5819842"/>
            <a:ext cx="2239963" cy="3128962"/>
          </a:xfrm>
        </p:spPr>
        <p:txBody>
          <a:bodyPr>
            <a:noAutofit/>
          </a:bodyPr>
          <a:lstStyle>
            <a:lvl1pPr marL="0" indent="0" algn="ctr">
              <a:lnSpc>
                <a:spcPts val="2220"/>
              </a:lnSpc>
              <a:buNone/>
              <a:defRPr sz="1600">
                <a:solidFill>
                  <a:schemeClr val="tx2"/>
                </a:solidFill>
              </a:defRPr>
            </a:lvl1pPr>
          </a:lstStyle>
          <a:p>
            <a:pPr lvl="0"/>
            <a:r>
              <a:rPr lang="en-US" dirty="0"/>
              <a:t>Click to edit Master text styles </a:t>
            </a:r>
          </a:p>
        </p:txBody>
      </p:sp>
      <p:sp>
        <p:nvSpPr>
          <p:cNvPr id="47" name="Picture Placeholder 46">
            <a:extLst>
              <a:ext uri="{FF2B5EF4-FFF2-40B4-BE49-F238E27FC236}">
                <a16:creationId xmlns:a16="http://schemas.microsoft.com/office/drawing/2014/main" id="{87BB3B78-8815-2408-0AF5-C8A8702E804A}"/>
              </a:ext>
            </a:extLst>
          </p:cNvPr>
          <p:cNvSpPr>
            <a:spLocks noGrp="1"/>
          </p:cNvSpPr>
          <p:nvPr>
            <p:ph type="pic" sz="quarter" idx="23"/>
          </p:nvPr>
        </p:nvSpPr>
        <p:spPr>
          <a:xfrm>
            <a:off x="10074859" y="2882995"/>
            <a:ext cx="1097280" cy="1097280"/>
          </a:xfrm>
        </p:spPr>
        <p:txBody>
          <a:bodyPr>
            <a:noAutofit/>
          </a:bodyPr>
          <a:lstStyle>
            <a:lvl1pPr marL="0" indent="0">
              <a:buFontTx/>
              <a:buNone/>
              <a:defRPr sz="1800"/>
            </a:lvl1pPr>
          </a:lstStyle>
          <a:p>
            <a:endParaRPr lang="en-US"/>
          </a:p>
        </p:txBody>
      </p:sp>
      <p:sp>
        <p:nvSpPr>
          <p:cNvPr id="49" name="Text Placeholder 48">
            <a:extLst>
              <a:ext uri="{FF2B5EF4-FFF2-40B4-BE49-F238E27FC236}">
                <a16:creationId xmlns:a16="http://schemas.microsoft.com/office/drawing/2014/main" id="{C2E2782A-C410-FD39-46F4-C48A501A863C}"/>
              </a:ext>
            </a:extLst>
          </p:cNvPr>
          <p:cNvSpPr>
            <a:spLocks noGrp="1"/>
          </p:cNvSpPr>
          <p:nvPr>
            <p:ph type="body" sz="quarter" idx="24" hasCustomPrompt="1"/>
          </p:nvPr>
        </p:nvSpPr>
        <p:spPr>
          <a:xfrm>
            <a:off x="9503359" y="4074935"/>
            <a:ext cx="2240280" cy="484632"/>
          </a:xfrm>
        </p:spPr>
        <p:txBody>
          <a:bodyPr anchor="b">
            <a:noAutofit/>
          </a:bodyPr>
          <a:lstStyle>
            <a:lvl1pPr marL="0" indent="0" algn="ctr">
              <a:buFontTx/>
              <a:buNone/>
              <a:defRPr sz="1800" b="1">
                <a:solidFill>
                  <a:schemeClr val="accent1"/>
                </a:solidFill>
              </a:defRPr>
            </a:lvl1pPr>
          </a:lstStyle>
          <a:p>
            <a:pPr lvl="0"/>
            <a:r>
              <a:rPr lang="en-US" dirty="0"/>
              <a:t>YEAR</a:t>
            </a:r>
          </a:p>
        </p:txBody>
      </p:sp>
      <p:sp>
        <p:nvSpPr>
          <p:cNvPr id="52" name="Text Placeholder 51">
            <a:extLst>
              <a:ext uri="{FF2B5EF4-FFF2-40B4-BE49-F238E27FC236}">
                <a16:creationId xmlns:a16="http://schemas.microsoft.com/office/drawing/2014/main" id="{C1288043-5680-B65C-DE4F-B51AF4B43E41}"/>
              </a:ext>
            </a:extLst>
          </p:cNvPr>
          <p:cNvSpPr>
            <a:spLocks noGrp="1"/>
          </p:cNvSpPr>
          <p:nvPr>
            <p:ph type="body" sz="quarter" idx="25" hasCustomPrompt="1"/>
          </p:nvPr>
        </p:nvSpPr>
        <p:spPr>
          <a:xfrm>
            <a:off x="9478170" y="4797746"/>
            <a:ext cx="2239963" cy="927100"/>
          </a:xfrm>
        </p:spPr>
        <p:txBody>
          <a:bodyPr anchor="b">
            <a:noAutofit/>
          </a:bodyPr>
          <a:lstStyle>
            <a:lvl1pPr marL="0" indent="0" algn="ctr">
              <a:lnSpc>
                <a:spcPts val="2460"/>
              </a:lnSpc>
              <a:buFontTx/>
              <a:buNone/>
              <a:defRPr sz="1800" b="1">
                <a:solidFill>
                  <a:schemeClr val="tx2"/>
                </a:solidFill>
              </a:defRPr>
            </a:lvl1pPr>
          </a:lstStyle>
          <a:p>
            <a:pPr lvl="0"/>
            <a:r>
              <a:rPr lang="en-US" dirty="0"/>
              <a:t>Click to edit Master text styles </a:t>
            </a:r>
          </a:p>
        </p:txBody>
      </p:sp>
      <p:sp>
        <p:nvSpPr>
          <p:cNvPr id="54" name="Text Placeholder 53">
            <a:extLst>
              <a:ext uri="{FF2B5EF4-FFF2-40B4-BE49-F238E27FC236}">
                <a16:creationId xmlns:a16="http://schemas.microsoft.com/office/drawing/2014/main" id="{2B1D2832-0382-F72C-0504-975DF0BDA75D}"/>
              </a:ext>
            </a:extLst>
          </p:cNvPr>
          <p:cNvSpPr>
            <a:spLocks noGrp="1"/>
          </p:cNvSpPr>
          <p:nvPr>
            <p:ph type="body" sz="quarter" idx="26" hasCustomPrompt="1"/>
          </p:nvPr>
        </p:nvSpPr>
        <p:spPr>
          <a:xfrm>
            <a:off x="9478170" y="5819842"/>
            <a:ext cx="2239963" cy="3128962"/>
          </a:xfrm>
        </p:spPr>
        <p:txBody>
          <a:bodyPr>
            <a:noAutofit/>
          </a:bodyPr>
          <a:lstStyle>
            <a:lvl1pPr marL="0" indent="0" algn="ctr">
              <a:lnSpc>
                <a:spcPts val="2260"/>
              </a:lnSpc>
              <a:buNone/>
              <a:defRPr sz="1600">
                <a:solidFill>
                  <a:schemeClr val="tx2"/>
                </a:solidFill>
              </a:defRPr>
            </a:lvl1pPr>
          </a:lstStyle>
          <a:p>
            <a:pPr lvl="0"/>
            <a:r>
              <a:rPr lang="en-US" dirty="0"/>
              <a:t>Click to edit Master text styles </a:t>
            </a:r>
          </a:p>
        </p:txBody>
      </p:sp>
      <p:sp>
        <p:nvSpPr>
          <p:cNvPr id="56" name="Picture Placeholder 55">
            <a:extLst>
              <a:ext uri="{FF2B5EF4-FFF2-40B4-BE49-F238E27FC236}">
                <a16:creationId xmlns:a16="http://schemas.microsoft.com/office/drawing/2014/main" id="{A3639CB4-CC31-2D47-F998-757A2271DE2E}"/>
              </a:ext>
            </a:extLst>
          </p:cNvPr>
          <p:cNvSpPr>
            <a:spLocks noGrp="1"/>
          </p:cNvSpPr>
          <p:nvPr>
            <p:ph type="pic" sz="quarter" idx="27"/>
          </p:nvPr>
        </p:nvSpPr>
        <p:spPr>
          <a:xfrm>
            <a:off x="12987413" y="2846371"/>
            <a:ext cx="1097280" cy="1096963"/>
          </a:xfrm>
        </p:spPr>
        <p:txBody>
          <a:bodyPr>
            <a:normAutofit/>
          </a:bodyPr>
          <a:lstStyle>
            <a:lvl1pPr marL="0" indent="0" algn="ctr">
              <a:buFontTx/>
              <a:buNone/>
              <a:defRPr sz="1800"/>
            </a:lvl1pPr>
          </a:lstStyle>
          <a:p>
            <a:endParaRPr lang="en-US"/>
          </a:p>
        </p:txBody>
      </p:sp>
      <p:sp>
        <p:nvSpPr>
          <p:cNvPr id="58" name="Text Placeholder 57">
            <a:extLst>
              <a:ext uri="{FF2B5EF4-FFF2-40B4-BE49-F238E27FC236}">
                <a16:creationId xmlns:a16="http://schemas.microsoft.com/office/drawing/2014/main" id="{43A6070C-F52D-2B65-9B47-5FFC02C74FEF}"/>
              </a:ext>
            </a:extLst>
          </p:cNvPr>
          <p:cNvSpPr>
            <a:spLocks noGrp="1"/>
          </p:cNvSpPr>
          <p:nvPr>
            <p:ph type="body" sz="quarter" idx="28" hasCustomPrompt="1"/>
          </p:nvPr>
        </p:nvSpPr>
        <p:spPr>
          <a:xfrm>
            <a:off x="12415913" y="4038584"/>
            <a:ext cx="2240280" cy="481012"/>
          </a:xfrm>
        </p:spPr>
        <p:txBody>
          <a:bodyPr anchor="b">
            <a:noAutofit/>
          </a:bodyPr>
          <a:lstStyle>
            <a:lvl1pPr marL="0" indent="0" algn="ctr">
              <a:buNone/>
              <a:defRPr sz="1800" b="1">
                <a:solidFill>
                  <a:schemeClr val="accent1"/>
                </a:solidFill>
              </a:defRPr>
            </a:lvl1pPr>
          </a:lstStyle>
          <a:p>
            <a:pPr lvl="0"/>
            <a:r>
              <a:rPr lang="en-US" dirty="0"/>
              <a:t>YEAR</a:t>
            </a:r>
          </a:p>
        </p:txBody>
      </p:sp>
      <p:sp>
        <p:nvSpPr>
          <p:cNvPr id="60" name="Text Placeholder 59">
            <a:extLst>
              <a:ext uri="{FF2B5EF4-FFF2-40B4-BE49-F238E27FC236}">
                <a16:creationId xmlns:a16="http://schemas.microsoft.com/office/drawing/2014/main" id="{FD2276B3-E7BB-9CA3-D97E-604724E3008F}"/>
              </a:ext>
            </a:extLst>
          </p:cNvPr>
          <p:cNvSpPr>
            <a:spLocks noGrp="1"/>
          </p:cNvSpPr>
          <p:nvPr>
            <p:ph type="body" sz="quarter" idx="29" hasCustomPrompt="1"/>
          </p:nvPr>
        </p:nvSpPr>
        <p:spPr>
          <a:xfrm>
            <a:off x="12401076" y="4797746"/>
            <a:ext cx="2239962" cy="927100"/>
          </a:xfrm>
        </p:spPr>
        <p:txBody>
          <a:bodyPr anchor="b">
            <a:noAutofit/>
          </a:bodyPr>
          <a:lstStyle>
            <a:lvl1pPr marL="0" indent="0" algn="ctr">
              <a:lnSpc>
                <a:spcPts val="2460"/>
              </a:lnSpc>
              <a:buFontTx/>
              <a:buNone/>
              <a:defRPr sz="1800" b="1">
                <a:solidFill>
                  <a:schemeClr val="tx2"/>
                </a:solidFill>
              </a:defRPr>
            </a:lvl1pPr>
          </a:lstStyle>
          <a:p>
            <a:pPr lvl="0"/>
            <a:r>
              <a:rPr lang="en-US" dirty="0"/>
              <a:t>Click to edit Master text styles </a:t>
            </a:r>
          </a:p>
        </p:txBody>
      </p:sp>
      <p:sp>
        <p:nvSpPr>
          <p:cNvPr id="62" name="Text Placeholder 61">
            <a:extLst>
              <a:ext uri="{FF2B5EF4-FFF2-40B4-BE49-F238E27FC236}">
                <a16:creationId xmlns:a16="http://schemas.microsoft.com/office/drawing/2014/main" id="{F1C74D6E-0435-FC7F-0D1C-44756A6763A7}"/>
              </a:ext>
            </a:extLst>
          </p:cNvPr>
          <p:cNvSpPr>
            <a:spLocks noGrp="1"/>
          </p:cNvSpPr>
          <p:nvPr>
            <p:ph type="body" sz="quarter" idx="30" hasCustomPrompt="1"/>
          </p:nvPr>
        </p:nvSpPr>
        <p:spPr>
          <a:xfrm>
            <a:off x="12401076" y="5819842"/>
            <a:ext cx="2239962" cy="3128962"/>
          </a:xfrm>
        </p:spPr>
        <p:txBody>
          <a:bodyPr>
            <a:noAutofit/>
          </a:bodyPr>
          <a:lstStyle>
            <a:lvl1pPr marL="0" indent="0" algn="ctr">
              <a:lnSpc>
                <a:spcPts val="2260"/>
              </a:lnSpc>
              <a:buNone/>
              <a:defRPr sz="1600">
                <a:solidFill>
                  <a:schemeClr val="tx2"/>
                </a:solidFill>
              </a:defRPr>
            </a:lvl1pPr>
          </a:lstStyle>
          <a:p>
            <a:pPr lvl="0"/>
            <a:r>
              <a:rPr lang="en-US" dirty="0"/>
              <a:t>Click to edit Master text styles </a:t>
            </a:r>
          </a:p>
        </p:txBody>
      </p:sp>
      <p:sp>
        <p:nvSpPr>
          <p:cNvPr id="64" name="Picture Placeholder 63">
            <a:extLst>
              <a:ext uri="{FF2B5EF4-FFF2-40B4-BE49-F238E27FC236}">
                <a16:creationId xmlns:a16="http://schemas.microsoft.com/office/drawing/2014/main" id="{DFB83B91-6E04-CAC6-47F1-A96CC3268898}"/>
              </a:ext>
            </a:extLst>
          </p:cNvPr>
          <p:cNvSpPr>
            <a:spLocks noGrp="1"/>
          </p:cNvSpPr>
          <p:nvPr>
            <p:ph type="pic" sz="quarter" idx="31"/>
          </p:nvPr>
        </p:nvSpPr>
        <p:spPr>
          <a:xfrm>
            <a:off x="15895479" y="2846371"/>
            <a:ext cx="1097280" cy="1096963"/>
          </a:xfrm>
        </p:spPr>
        <p:txBody>
          <a:bodyPr>
            <a:noAutofit/>
          </a:bodyPr>
          <a:lstStyle>
            <a:lvl1pPr marL="0" indent="0">
              <a:buFontTx/>
              <a:buNone/>
              <a:defRPr sz="2000"/>
            </a:lvl1pPr>
          </a:lstStyle>
          <a:p>
            <a:endParaRPr lang="en-US"/>
          </a:p>
        </p:txBody>
      </p:sp>
      <p:sp>
        <p:nvSpPr>
          <p:cNvPr id="66" name="Text Placeholder 65">
            <a:extLst>
              <a:ext uri="{FF2B5EF4-FFF2-40B4-BE49-F238E27FC236}">
                <a16:creationId xmlns:a16="http://schemas.microsoft.com/office/drawing/2014/main" id="{6B67145F-66D3-5964-2A09-39CD6255B121}"/>
              </a:ext>
            </a:extLst>
          </p:cNvPr>
          <p:cNvSpPr>
            <a:spLocks noGrp="1"/>
          </p:cNvSpPr>
          <p:nvPr>
            <p:ph type="body" sz="quarter" idx="32" hasCustomPrompt="1"/>
          </p:nvPr>
        </p:nvSpPr>
        <p:spPr>
          <a:xfrm>
            <a:off x="15323979" y="4027325"/>
            <a:ext cx="2240280" cy="481012"/>
          </a:xfrm>
        </p:spPr>
        <p:txBody>
          <a:bodyPr anchor="b">
            <a:noAutofit/>
          </a:bodyPr>
          <a:lstStyle>
            <a:lvl1pPr marL="0" indent="0" algn="ctr">
              <a:buFontTx/>
              <a:buNone/>
              <a:defRPr sz="1800" b="1">
                <a:solidFill>
                  <a:schemeClr val="accent1"/>
                </a:solidFill>
              </a:defRPr>
            </a:lvl1pPr>
          </a:lstStyle>
          <a:p>
            <a:pPr lvl="0"/>
            <a:r>
              <a:rPr lang="en-US" dirty="0"/>
              <a:t>YEAR</a:t>
            </a:r>
          </a:p>
        </p:txBody>
      </p:sp>
      <p:sp>
        <p:nvSpPr>
          <p:cNvPr id="68" name="Text Placeholder 67">
            <a:extLst>
              <a:ext uri="{FF2B5EF4-FFF2-40B4-BE49-F238E27FC236}">
                <a16:creationId xmlns:a16="http://schemas.microsoft.com/office/drawing/2014/main" id="{41789F9A-19AE-A8B6-5DB4-CF3C463F8FD0}"/>
              </a:ext>
            </a:extLst>
          </p:cNvPr>
          <p:cNvSpPr>
            <a:spLocks noGrp="1"/>
          </p:cNvSpPr>
          <p:nvPr>
            <p:ph type="body" sz="quarter" idx="33" hasCustomPrompt="1"/>
          </p:nvPr>
        </p:nvSpPr>
        <p:spPr>
          <a:xfrm>
            <a:off x="15323979" y="4797746"/>
            <a:ext cx="2240280" cy="927100"/>
          </a:xfrm>
        </p:spPr>
        <p:txBody>
          <a:bodyPr anchor="b">
            <a:noAutofit/>
          </a:bodyPr>
          <a:lstStyle>
            <a:lvl1pPr marL="0" indent="0" algn="ctr">
              <a:lnSpc>
                <a:spcPts val="2460"/>
              </a:lnSpc>
              <a:buNone/>
              <a:defRPr sz="1800" b="1">
                <a:solidFill>
                  <a:schemeClr val="tx2"/>
                </a:solidFill>
              </a:defRPr>
            </a:lvl1pPr>
          </a:lstStyle>
          <a:p>
            <a:pPr lvl="0"/>
            <a:r>
              <a:rPr lang="en-US" dirty="0"/>
              <a:t>Click to edit Master text styles </a:t>
            </a:r>
          </a:p>
        </p:txBody>
      </p:sp>
      <p:sp>
        <p:nvSpPr>
          <p:cNvPr id="70" name="Text Placeholder 69">
            <a:extLst>
              <a:ext uri="{FF2B5EF4-FFF2-40B4-BE49-F238E27FC236}">
                <a16:creationId xmlns:a16="http://schemas.microsoft.com/office/drawing/2014/main" id="{0045F84B-DFE6-6CF2-55A8-620AB12E53DA}"/>
              </a:ext>
            </a:extLst>
          </p:cNvPr>
          <p:cNvSpPr>
            <a:spLocks noGrp="1"/>
          </p:cNvSpPr>
          <p:nvPr>
            <p:ph type="body" sz="quarter" idx="34" hasCustomPrompt="1"/>
          </p:nvPr>
        </p:nvSpPr>
        <p:spPr>
          <a:xfrm>
            <a:off x="15324138" y="5819842"/>
            <a:ext cx="2239962" cy="3128962"/>
          </a:xfrm>
        </p:spPr>
        <p:txBody>
          <a:bodyPr>
            <a:noAutofit/>
          </a:bodyPr>
          <a:lstStyle>
            <a:lvl1pPr marL="0" indent="0" algn="ctr">
              <a:lnSpc>
                <a:spcPts val="2220"/>
              </a:lnSpc>
              <a:buFontTx/>
              <a:buNone/>
              <a:defRPr sz="1600">
                <a:solidFill>
                  <a:schemeClr val="tx2"/>
                </a:solidFill>
              </a:defRPr>
            </a:lvl1pPr>
          </a:lstStyle>
          <a:p>
            <a:pPr lvl="0"/>
            <a:r>
              <a:rPr lang="en-US" dirty="0"/>
              <a:t>Click to edit Master text styles </a:t>
            </a:r>
          </a:p>
        </p:txBody>
      </p:sp>
      <p:cxnSp>
        <p:nvCxnSpPr>
          <p:cNvPr id="73" name="Straight Connector 72">
            <a:extLst>
              <a:ext uri="{FF2B5EF4-FFF2-40B4-BE49-F238E27FC236}">
                <a16:creationId xmlns:a16="http://schemas.microsoft.com/office/drawing/2014/main" id="{4A0C85F2-4E25-8232-118A-B8DD817B0A5B}"/>
              </a:ext>
            </a:extLst>
          </p:cNvPr>
          <p:cNvCxnSpPr>
            <a:cxnSpLocks/>
          </p:cNvCxnSpPr>
          <p:nvPr userDrawn="1"/>
        </p:nvCxnSpPr>
        <p:spPr>
          <a:xfrm>
            <a:off x="6134077" y="5143500"/>
            <a:ext cx="0" cy="3805304"/>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E07B8628-63C0-3E2C-522B-5913757117BB}"/>
              </a:ext>
            </a:extLst>
          </p:cNvPr>
          <p:cNvCxnSpPr>
            <a:cxnSpLocks/>
          </p:cNvCxnSpPr>
          <p:nvPr userDrawn="1"/>
        </p:nvCxnSpPr>
        <p:spPr>
          <a:xfrm>
            <a:off x="3190902" y="5143500"/>
            <a:ext cx="0" cy="3805304"/>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78B5076D-BA34-E31B-74D4-83C4C8932A67}"/>
              </a:ext>
            </a:extLst>
          </p:cNvPr>
          <p:cNvCxnSpPr>
            <a:cxnSpLocks/>
          </p:cNvCxnSpPr>
          <p:nvPr userDrawn="1"/>
        </p:nvCxnSpPr>
        <p:spPr>
          <a:xfrm>
            <a:off x="9039846" y="5143500"/>
            <a:ext cx="0" cy="3805304"/>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424B448D-C657-2932-AF43-4845573D641C}"/>
              </a:ext>
            </a:extLst>
          </p:cNvPr>
          <p:cNvCxnSpPr>
            <a:cxnSpLocks/>
          </p:cNvCxnSpPr>
          <p:nvPr userDrawn="1"/>
        </p:nvCxnSpPr>
        <p:spPr>
          <a:xfrm>
            <a:off x="11940549" y="5143500"/>
            <a:ext cx="0" cy="3805304"/>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455BE57E-D79D-F255-4A26-75A98144C979}"/>
              </a:ext>
            </a:extLst>
          </p:cNvPr>
          <p:cNvCxnSpPr>
            <a:cxnSpLocks/>
          </p:cNvCxnSpPr>
          <p:nvPr userDrawn="1"/>
        </p:nvCxnSpPr>
        <p:spPr>
          <a:xfrm>
            <a:off x="14888791" y="5143500"/>
            <a:ext cx="0" cy="3805304"/>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EF623C3B-89D6-27B6-954F-737FF94D1458}"/>
              </a:ext>
            </a:extLst>
          </p:cNvPr>
          <p:cNvCxnSpPr/>
          <p:nvPr userDrawn="1"/>
        </p:nvCxnSpPr>
        <p:spPr>
          <a:xfrm>
            <a:off x="8740370" y="2119302"/>
            <a:ext cx="807260" cy="0"/>
          </a:xfrm>
          <a:prstGeom prst="line">
            <a:avLst/>
          </a:prstGeom>
          <a:ln w="47625">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1651126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2_1_Text &amp; Chart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1BEE08-F0C2-EA61-95B8-E5DA2F08FEB3}"/>
              </a:ext>
            </a:extLst>
          </p:cNvPr>
          <p:cNvSpPr>
            <a:spLocks noGrp="1"/>
          </p:cNvSpPr>
          <p:nvPr>
            <p:ph type="title"/>
          </p:nvPr>
        </p:nvSpPr>
        <p:spPr>
          <a:xfrm>
            <a:off x="666235" y="271849"/>
            <a:ext cx="8476488" cy="1663307"/>
          </a:xfrm>
        </p:spPr>
        <p:txBody>
          <a:bodyPr>
            <a:noAutofit/>
          </a:bodyPr>
          <a:lstStyle/>
          <a:p>
            <a:r>
              <a:rPr lang="en-US"/>
              <a:t>Click to edit Master title style</a:t>
            </a:r>
          </a:p>
        </p:txBody>
      </p:sp>
      <p:sp>
        <p:nvSpPr>
          <p:cNvPr id="3" name="Slide Number Placeholder 2">
            <a:extLst>
              <a:ext uri="{FF2B5EF4-FFF2-40B4-BE49-F238E27FC236}">
                <a16:creationId xmlns:a16="http://schemas.microsoft.com/office/drawing/2014/main" id="{14FB8A2C-8CC2-AD41-FAF9-2661957702FB}"/>
              </a:ext>
            </a:extLst>
          </p:cNvPr>
          <p:cNvSpPr>
            <a:spLocks noGrp="1"/>
          </p:cNvSpPr>
          <p:nvPr>
            <p:ph type="sldNum" sz="quarter" idx="10"/>
          </p:nvPr>
        </p:nvSpPr>
        <p:spPr/>
        <p:txBody>
          <a:bodyPr/>
          <a:lstStyle/>
          <a:p>
            <a:fld id="{8CC5BBF2-D04D-C048-9F75-C3CD7CC10D78}" type="slidenum">
              <a:rPr lang="en-US" smtClean="0"/>
              <a:pPr/>
              <a:t>‹#›</a:t>
            </a:fld>
            <a:endParaRPr lang="en-US" dirty="0"/>
          </a:p>
        </p:txBody>
      </p:sp>
      <p:sp>
        <p:nvSpPr>
          <p:cNvPr id="6" name="Text Placeholder 5">
            <a:extLst>
              <a:ext uri="{FF2B5EF4-FFF2-40B4-BE49-F238E27FC236}">
                <a16:creationId xmlns:a16="http://schemas.microsoft.com/office/drawing/2014/main" id="{BED55B09-C019-3F93-3792-8CD348575153}"/>
              </a:ext>
            </a:extLst>
          </p:cNvPr>
          <p:cNvSpPr>
            <a:spLocks noGrp="1"/>
          </p:cNvSpPr>
          <p:nvPr>
            <p:ph type="body" sz="quarter" idx="11" hasCustomPrompt="1"/>
          </p:nvPr>
        </p:nvSpPr>
        <p:spPr>
          <a:xfrm>
            <a:off x="685800" y="2400300"/>
            <a:ext cx="8458200" cy="6858000"/>
          </a:xfrm>
        </p:spPr>
        <p:txBody>
          <a:bodyPr>
            <a:noAutofit/>
          </a:bodyPr>
          <a:lstStyle>
            <a:lvl1pPr marL="0" indent="0">
              <a:lnSpc>
                <a:spcPct val="150000"/>
              </a:lnSpc>
              <a:spcBef>
                <a:spcPts val="1000"/>
              </a:spcBef>
              <a:buNone/>
              <a:defRPr sz="1800">
                <a:solidFill>
                  <a:schemeClr val="tx2"/>
                </a:solidFill>
              </a:defRPr>
            </a:lvl1pPr>
          </a:lstStyle>
          <a:p>
            <a:pPr lvl="0"/>
            <a:r>
              <a:rPr lang="en-US" dirty="0"/>
              <a:t>Click to edit Master text styles </a:t>
            </a:r>
          </a:p>
        </p:txBody>
      </p:sp>
      <p:sp>
        <p:nvSpPr>
          <p:cNvPr id="10" name="Chart Placeholder 9">
            <a:extLst>
              <a:ext uri="{FF2B5EF4-FFF2-40B4-BE49-F238E27FC236}">
                <a16:creationId xmlns:a16="http://schemas.microsoft.com/office/drawing/2014/main" id="{35B21C07-FCD7-D99E-7C87-47D0C1FC7C39}"/>
              </a:ext>
            </a:extLst>
          </p:cNvPr>
          <p:cNvSpPr>
            <a:spLocks noGrp="1"/>
          </p:cNvSpPr>
          <p:nvPr>
            <p:ph type="chart" sz="quarter" idx="12"/>
          </p:nvPr>
        </p:nvSpPr>
        <p:spPr>
          <a:xfrm>
            <a:off x="9593705" y="723900"/>
            <a:ext cx="7970395" cy="8534400"/>
          </a:xfrm>
        </p:spPr>
        <p:txBody>
          <a:bodyPr/>
          <a:lstStyle/>
          <a:p>
            <a:endParaRPr lang="en-US"/>
          </a:p>
        </p:txBody>
      </p:sp>
      <p:cxnSp>
        <p:nvCxnSpPr>
          <p:cNvPr id="5" name="Straight Connector 4">
            <a:extLst>
              <a:ext uri="{FF2B5EF4-FFF2-40B4-BE49-F238E27FC236}">
                <a16:creationId xmlns:a16="http://schemas.microsoft.com/office/drawing/2014/main" id="{ADBA8CCF-882C-1BF1-AC84-B74554AC838B}"/>
              </a:ext>
            </a:extLst>
          </p:cNvPr>
          <p:cNvCxnSpPr/>
          <p:nvPr userDrawn="1"/>
        </p:nvCxnSpPr>
        <p:spPr>
          <a:xfrm>
            <a:off x="793683" y="2119302"/>
            <a:ext cx="807260" cy="0"/>
          </a:xfrm>
          <a:prstGeom prst="line">
            <a:avLst/>
          </a:prstGeom>
          <a:ln w="47625">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769099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12_1_Map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517938-0E52-4AF9-E00D-DF359CE6A612}"/>
              </a:ext>
            </a:extLst>
          </p:cNvPr>
          <p:cNvSpPr>
            <a:spLocks noGrp="1"/>
          </p:cNvSpPr>
          <p:nvPr>
            <p:ph type="title"/>
          </p:nvPr>
        </p:nvSpPr>
        <p:spPr/>
        <p:txBody>
          <a:bodyPr/>
          <a:lstStyle>
            <a:lvl1pPr algn="ctr">
              <a:defRPr/>
            </a:lvl1pPr>
          </a:lstStyle>
          <a:p>
            <a:r>
              <a:rPr lang="en-US" dirty="0"/>
              <a:t>Click to edit Master title style</a:t>
            </a:r>
          </a:p>
        </p:txBody>
      </p:sp>
      <p:sp>
        <p:nvSpPr>
          <p:cNvPr id="3" name="Slide Number Placeholder 2">
            <a:extLst>
              <a:ext uri="{FF2B5EF4-FFF2-40B4-BE49-F238E27FC236}">
                <a16:creationId xmlns:a16="http://schemas.microsoft.com/office/drawing/2014/main" id="{C9311964-A950-2615-8288-F582EF58DB34}"/>
              </a:ext>
            </a:extLst>
          </p:cNvPr>
          <p:cNvSpPr>
            <a:spLocks noGrp="1"/>
          </p:cNvSpPr>
          <p:nvPr>
            <p:ph type="sldNum" sz="quarter" idx="10"/>
          </p:nvPr>
        </p:nvSpPr>
        <p:spPr/>
        <p:txBody>
          <a:bodyPr/>
          <a:lstStyle/>
          <a:p>
            <a:fld id="{8CC5BBF2-D04D-C048-9F75-C3CD7CC10D78}" type="slidenum">
              <a:rPr lang="en-US" smtClean="0"/>
              <a:pPr/>
              <a:t>‹#›</a:t>
            </a:fld>
            <a:endParaRPr lang="en-US" dirty="0"/>
          </a:p>
        </p:txBody>
      </p:sp>
      <p:sp>
        <p:nvSpPr>
          <p:cNvPr id="374" name="Picture Placeholder 373">
            <a:extLst>
              <a:ext uri="{FF2B5EF4-FFF2-40B4-BE49-F238E27FC236}">
                <a16:creationId xmlns:a16="http://schemas.microsoft.com/office/drawing/2014/main" id="{CFD4C931-81A3-489E-29EA-33E9582EE4B7}"/>
              </a:ext>
            </a:extLst>
          </p:cNvPr>
          <p:cNvSpPr>
            <a:spLocks noGrp="1"/>
          </p:cNvSpPr>
          <p:nvPr>
            <p:ph type="pic" sz="quarter" idx="11"/>
          </p:nvPr>
        </p:nvSpPr>
        <p:spPr>
          <a:xfrm>
            <a:off x="666235" y="2422525"/>
            <a:ext cx="16878815" cy="6843713"/>
          </a:xfrm>
        </p:spPr>
        <p:txBody>
          <a:bodyPr/>
          <a:lstStyle/>
          <a:p>
            <a:endParaRPr lang="en-US"/>
          </a:p>
        </p:txBody>
      </p:sp>
      <p:cxnSp>
        <p:nvCxnSpPr>
          <p:cNvPr id="5" name="Straight Connector 4">
            <a:extLst>
              <a:ext uri="{FF2B5EF4-FFF2-40B4-BE49-F238E27FC236}">
                <a16:creationId xmlns:a16="http://schemas.microsoft.com/office/drawing/2014/main" id="{B55F9CE4-52B5-CEE8-6F46-A5E589498374}"/>
              </a:ext>
            </a:extLst>
          </p:cNvPr>
          <p:cNvCxnSpPr/>
          <p:nvPr userDrawn="1"/>
        </p:nvCxnSpPr>
        <p:spPr>
          <a:xfrm>
            <a:off x="8740370" y="2119302"/>
            <a:ext cx="807260" cy="0"/>
          </a:xfrm>
          <a:prstGeom prst="line">
            <a:avLst/>
          </a:prstGeom>
          <a:ln w="47625">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668610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12_2_Copy &amp; Map">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B26F7-F0B1-5CFE-581F-50777438E9D6}"/>
              </a:ext>
            </a:extLst>
          </p:cNvPr>
          <p:cNvSpPr>
            <a:spLocks noGrp="1"/>
          </p:cNvSpPr>
          <p:nvPr>
            <p:ph type="title"/>
          </p:nvPr>
        </p:nvSpPr>
        <p:spPr/>
        <p:txBody>
          <a:bodyPr/>
          <a:lstStyle/>
          <a:p>
            <a:r>
              <a:rPr lang="en-US"/>
              <a:t>Click to edit Master title style</a:t>
            </a:r>
          </a:p>
        </p:txBody>
      </p:sp>
      <p:sp>
        <p:nvSpPr>
          <p:cNvPr id="3" name="Slide Number Placeholder 2">
            <a:extLst>
              <a:ext uri="{FF2B5EF4-FFF2-40B4-BE49-F238E27FC236}">
                <a16:creationId xmlns:a16="http://schemas.microsoft.com/office/drawing/2014/main" id="{0B89C6A7-3E9C-92D8-B049-9581D7F0C613}"/>
              </a:ext>
            </a:extLst>
          </p:cNvPr>
          <p:cNvSpPr>
            <a:spLocks noGrp="1"/>
          </p:cNvSpPr>
          <p:nvPr>
            <p:ph type="sldNum" sz="quarter" idx="10"/>
          </p:nvPr>
        </p:nvSpPr>
        <p:spPr/>
        <p:txBody>
          <a:bodyPr/>
          <a:lstStyle/>
          <a:p>
            <a:fld id="{8CC5BBF2-D04D-C048-9F75-C3CD7CC10D78}" type="slidenum">
              <a:rPr lang="en-US" smtClean="0"/>
              <a:pPr/>
              <a:t>‹#›</a:t>
            </a:fld>
            <a:endParaRPr lang="en-US" dirty="0"/>
          </a:p>
        </p:txBody>
      </p:sp>
      <p:sp>
        <p:nvSpPr>
          <p:cNvPr id="189" name="Text Placeholder 188">
            <a:extLst>
              <a:ext uri="{FF2B5EF4-FFF2-40B4-BE49-F238E27FC236}">
                <a16:creationId xmlns:a16="http://schemas.microsoft.com/office/drawing/2014/main" id="{B183A1BA-9E22-EA90-DF06-89DCFCBB6220}"/>
              </a:ext>
            </a:extLst>
          </p:cNvPr>
          <p:cNvSpPr>
            <a:spLocks noGrp="1"/>
          </p:cNvSpPr>
          <p:nvPr>
            <p:ph type="body" sz="quarter" idx="11" hasCustomPrompt="1"/>
          </p:nvPr>
        </p:nvSpPr>
        <p:spPr>
          <a:xfrm>
            <a:off x="731838" y="2407382"/>
            <a:ext cx="4956175" cy="741362"/>
          </a:xfrm>
        </p:spPr>
        <p:txBody>
          <a:bodyPr anchor="b"/>
          <a:lstStyle>
            <a:lvl1pPr marL="0" indent="0">
              <a:buNone/>
              <a:defRPr sz="3200" b="1">
                <a:solidFill>
                  <a:schemeClr val="tx2"/>
                </a:solidFill>
              </a:defRPr>
            </a:lvl1pPr>
          </a:lstStyle>
          <a:p>
            <a:r>
              <a:rPr lang="en-US" dirty="0" err="1"/>
              <a:t>Subheader</a:t>
            </a:r>
            <a:r>
              <a:rPr lang="en-US" dirty="0"/>
              <a:t> goes here</a:t>
            </a:r>
          </a:p>
        </p:txBody>
      </p:sp>
      <p:sp>
        <p:nvSpPr>
          <p:cNvPr id="191" name="Text Placeholder 190">
            <a:extLst>
              <a:ext uri="{FF2B5EF4-FFF2-40B4-BE49-F238E27FC236}">
                <a16:creationId xmlns:a16="http://schemas.microsoft.com/office/drawing/2014/main" id="{F288404F-AA09-8736-2EFB-910606DA2A62}"/>
              </a:ext>
            </a:extLst>
          </p:cNvPr>
          <p:cNvSpPr>
            <a:spLocks noGrp="1"/>
          </p:cNvSpPr>
          <p:nvPr>
            <p:ph type="body" sz="quarter" idx="12" hasCustomPrompt="1"/>
          </p:nvPr>
        </p:nvSpPr>
        <p:spPr>
          <a:xfrm>
            <a:off x="685800" y="3340100"/>
            <a:ext cx="5002213" cy="5918200"/>
          </a:xfrm>
        </p:spPr>
        <p:txBody>
          <a:bodyPr/>
          <a:lstStyle>
            <a:lvl1pPr marL="0" indent="0">
              <a:lnSpc>
                <a:spcPct val="150000"/>
              </a:lnSpc>
              <a:spcBef>
                <a:spcPts val="1000"/>
              </a:spcBef>
              <a:buNone/>
              <a:defRPr sz="1800">
                <a:solidFill>
                  <a:schemeClr val="tx2"/>
                </a:solidFill>
              </a:defRPr>
            </a:lvl1pPr>
          </a:lstStyle>
          <a:p>
            <a:pPr lvl="0"/>
            <a:r>
              <a:rPr lang="en-US" dirty="0"/>
              <a:t>Click to edit Master text styles </a:t>
            </a:r>
          </a:p>
        </p:txBody>
      </p:sp>
      <p:sp>
        <p:nvSpPr>
          <p:cNvPr id="193" name="Picture Placeholder 192">
            <a:extLst>
              <a:ext uri="{FF2B5EF4-FFF2-40B4-BE49-F238E27FC236}">
                <a16:creationId xmlns:a16="http://schemas.microsoft.com/office/drawing/2014/main" id="{247936B3-5E4D-8C57-598E-80A01CE70322}"/>
              </a:ext>
            </a:extLst>
          </p:cNvPr>
          <p:cNvSpPr>
            <a:spLocks noGrp="1"/>
          </p:cNvSpPr>
          <p:nvPr>
            <p:ph type="pic" sz="quarter" idx="13"/>
          </p:nvPr>
        </p:nvSpPr>
        <p:spPr>
          <a:xfrm>
            <a:off x="6065838" y="2406650"/>
            <a:ext cx="11498262" cy="6851650"/>
          </a:xfrm>
        </p:spPr>
        <p:txBody>
          <a:bodyPr/>
          <a:lstStyle/>
          <a:p>
            <a:endParaRPr lang="en-US"/>
          </a:p>
        </p:txBody>
      </p:sp>
      <p:cxnSp>
        <p:nvCxnSpPr>
          <p:cNvPr id="4" name="Straight Connector 3">
            <a:extLst>
              <a:ext uri="{FF2B5EF4-FFF2-40B4-BE49-F238E27FC236}">
                <a16:creationId xmlns:a16="http://schemas.microsoft.com/office/drawing/2014/main" id="{DFEB4E1B-517E-0569-97A4-19C33297ED77}"/>
              </a:ext>
            </a:extLst>
          </p:cNvPr>
          <p:cNvCxnSpPr/>
          <p:nvPr userDrawn="1"/>
        </p:nvCxnSpPr>
        <p:spPr>
          <a:xfrm>
            <a:off x="793683" y="2119302"/>
            <a:ext cx="807260" cy="0"/>
          </a:xfrm>
          <a:prstGeom prst="line">
            <a:avLst/>
          </a:prstGeom>
          <a:ln w="47625">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5463156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Organizational Multiple Name Chart ">
    <p:spTree>
      <p:nvGrpSpPr>
        <p:cNvPr id="1" name=""/>
        <p:cNvGrpSpPr/>
        <p:nvPr/>
      </p:nvGrpSpPr>
      <p:grpSpPr>
        <a:xfrm>
          <a:off x="0" y="0"/>
          <a:ext cx="0" cy="0"/>
          <a:chOff x="0" y="0"/>
          <a:chExt cx="0" cy="0"/>
        </a:xfrm>
      </p:grpSpPr>
      <p:cxnSp>
        <p:nvCxnSpPr>
          <p:cNvPr id="88" name="Straight Connector 87">
            <a:extLst>
              <a:ext uri="{FF2B5EF4-FFF2-40B4-BE49-F238E27FC236}">
                <a16:creationId xmlns:a16="http://schemas.microsoft.com/office/drawing/2014/main" id="{C393E077-9A74-8728-E573-A3BD961F8BDB}"/>
              </a:ext>
            </a:extLst>
          </p:cNvPr>
          <p:cNvCxnSpPr>
            <a:cxnSpLocks/>
          </p:cNvCxnSpPr>
          <p:nvPr userDrawn="1"/>
        </p:nvCxnSpPr>
        <p:spPr>
          <a:xfrm>
            <a:off x="9144000" y="3365327"/>
            <a:ext cx="0" cy="288117"/>
          </a:xfrm>
          <a:prstGeom prst="line">
            <a:avLst/>
          </a:prstGeom>
          <a:ln>
            <a:solidFill>
              <a:srgbClr val="474C55"/>
            </a:solidFill>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D08572E3-6304-1EF1-1CE6-E0EC64BD5E41}"/>
              </a:ext>
            </a:extLst>
          </p:cNvPr>
          <p:cNvCxnSpPr>
            <a:cxnSpLocks/>
          </p:cNvCxnSpPr>
          <p:nvPr userDrawn="1"/>
        </p:nvCxnSpPr>
        <p:spPr>
          <a:xfrm>
            <a:off x="2206322" y="4311742"/>
            <a:ext cx="0" cy="4414094"/>
          </a:xfrm>
          <a:prstGeom prst="line">
            <a:avLst/>
          </a:prstGeom>
          <a:ln>
            <a:solidFill>
              <a:srgbClr val="474C55"/>
            </a:solidFill>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7DF5A8A6-9908-00B1-1892-4D435CABF4DC}"/>
              </a:ext>
            </a:extLst>
          </p:cNvPr>
          <p:cNvCxnSpPr>
            <a:cxnSpLocks/>
          </p:cNvCxnSpPr>
          <p:nvPr userDrawn="1"/>
        </p:nvCxnSpPr>
        <p:spPr>
          <a:xfrm>
            <a:off x="4949526" y="3649200"/>
            <a:ext cx="0" cy="5076636"/>
          </a:xfrm>
          <a:prstGeom prst="line">
            <a:avLst/>
          </a:prstGeom>
          <a:ln>
            <a:solidFill>
              <a:srgbClr val="474C55"/>
            </a:solidFill>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337A85C6-4AA0-4482-AF8B-83CEA4905E66}"/>
              </a:ext>
            </a:extLst>
          </p:cNvPr>
          <p:cNvCxnSpPr>
            <a:cxnSpLocks/>
          </p:cNvCxnSpPr>
          <p:nvPr userDrawn="1"/>
        </p:nvCxnSpPr>
        <p:spPr>
          <a:xfrm>
            <a:off x="7750568" y="3649200"/>
            <a:ext cx="0" cy="5076636"/>
          </a:xfrm>
          <a:prstGeom prst="line">
            <a:avLst/>
          </a:prstGeom>
          <a:ln>
            <a:solidFill>
              <a:srgbClr val="474C55"/>
            </a:solidFill>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DCB3BE1F-AD46-8D7D-FC5F-D5A1EF7DB157}"/>
              </a:ext>
            </a:extLst>
          </p:cNvPr>
          <p:cNvCxnSpPr>
            <a:cxnSpLocks/>
          </p:cNvCxnSpPr>
          <p:nvPr userDrawn="1"/>
        </p:nvCxnSpPr>
        <p:spPr>
          <a:xfrm>
            <a:off x="10516285" y="3649200"/>
            <a:ext cx="0" cy="5076636"/>
          </a:xfrm>
          <a:prstGeom prst="line">
            <a:avLst/>
          </a:prstGeom>
          <a:ln>
            <a:solidFill>
              <a:srgbClr val="474C55"/>
            </a:solidFill>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5B20D068-BD18-4C4D-389B-4EBADC21EEB0}"/>
              </a:ext>
            </a:extLst>
          </p:cNvPr>
          <p:cNvCxnSpPr>
            <a:cxnSpLocks/>
          </p:cNvCxnSpPr>
          <p:nvPr userDrawn="1"/>
        </p:nvCxnSpPr>
        <p:spPr>
          <a:xfrm>
            <a:off x="13312521" y="3649200"/>
            <a:ext cx="0" cy="5076636"/>
          </a:xfrm>
          <a:prstGeom prst="line">
            <a:avLst/>
          </a:prstGeom>
          <a:ln>
            <a:solidFill>
              <a:srgbClr val="474C55"/>
            </a:solidFill>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DBA788B3-C7F4-4A3D-F3D2-58AC0D009EB5}"/>
              </a:ext>
            </a:extLst>
          </p:cNvPr>
          <p:cNvCxnSpPr>
            <a:cxnSpLocks/>
          </p:cNvCxnSpPr>
          <p:nvPr userDrawn="1"/>
        </p:nvCxnSpPr>
        <p:spPr>
          <a:xfrm>
            <a:off x="16047720" y="4311742"/>
            <a:ext cx="0" cy="4414094"/>
          </a:xfrm>
          <a:prstGeom prst="line">
            <a:avLst/>
          </a:prstGeom>
          <a:ln>
            <a:solidFill>
              <a:srgbClr val="474C55"/>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D1A55825-416C-CE2D-D0ED-8EEF29B493CF}"/>
              </a:ext>
            </a:extLst>
          </p:cNvPr>
          <p:cNvSpPr>
            <a:spLocks noGrp="1"/>
          </p:cNvSpPr>
          <p:nvPr>
            <p:ph type="title"/>
          </p:nvPr>
        </p:nvSpPr>
        <p:spPr/>
        <p:txBody>
          <a:bodyPr/>
          <a:lstStyle>
            <a:lvl1pPr algn="ctr">
              <a:defRPr/>
            </a:lvl1pPr>
          </a:lstStyle>
          <a:p>
            <a:r>
              <a:rPr lang="en-US" dirty="0"/>
              <a:t>Click to edit Master title style</a:t>
            </a:r>
          </a:p>
        </p:txBody>
      </p:sp>
      <p:sp>
        <p:nvSpPr>
          <p:cNvPr id="3" name="Slide Number Placeholder 2">
            <a:extLst>
              <a:ext uri="{FF2B5EF4-FFF2-40B4-BE49-F238E27FC236}">
                <a16:creationId xmlns:a16="http://schemas.microsoft.com/office/drawing/2014/main" id="{50C44DC6-E9D2-4A2D-3115-FAA0163E2622}"/>
              </a:ext>
            </a:extLst>
          </p:cNvPr>
          <p:cNvSpPr>
            <a:spLocks noGrp="1"/>
          </p:cNvSpPr>
          <p:nvPr>
            <p:ph type="sldNum" sz="quarter" idx="10"/>
          </p:nvPr>
        </p:nvSpPr>
        <p:spPr/>
        <p:txBody>
          <a:bodyPr/>
          <a:lstStyle/>
          <a:p>
            <a:fld id="{8CC5BBF2-D04D-C048-9F75-C3CD7CC10D78}" type="slidenum">
              <a:rPr lang="en-US" smtClean="0"/>
              <a:pPr/>
              <a:t>‹#›</a:t>
            </a:fld>
            <a:endParaRPr lang="en-US" dirty="0"/>
          </a:p>
        </p:txBody>
      </p:sp>
      <p:sp>
        <p:nvSpPr>
          <p:cNvPr id="6" name="Text Placeholder 5">
            <a:extLst>
              <a:ext uri="{FF2B5EF4-FFF2-40B4-BE49-F238E27FC236}">
                <a16:creationId xmlns:a16="http://schemas.microsoft.com/office/drawing/2014/main" id="{D050921B-E8CA-ED04-D256-3B551544DA88}"/>
              </a:ext>
            </a:extLst>
          </p:cNvPr>
          <p:cNvSpPr>
            <a:spLocks noGrp="1"/>
          </p:cNvSpPr>
          <p:nvPr>
            <p:ph type="body" sz="quarter" idx="11" hasCustomPrompt="1"/>
          </p:nvPr>
        </p:nvSpPr>
        <p:spPr>
          <a:xfrm>
            <a:off x="7543800" y="2643972"/>
            <a:ext cx="3200400" cy="804672"/>
          </a:xfrm>
          <a:solidFill>
            <a:schemeClr val="accent1"/>
          </a:solidFill>
        </p:spPr>
        <p:txBody>
          <a:bodyPr anchor="ctr"/>
          <a:lstStyle>
            <a:lvl1pPr marL="0" indent="0" algn="ctr">
              <a:buFontTx/>
              <a:buNone/>
              <a:defRPr sz="1600" b="1">
                <a:solidFill>
                  <a:schemeClr val="bg1"/>
                </a:solidFill>
              </a:defRPr>
            </a:lvl1pPr>
          </a:lstStyle>
          <a:p>
            <a:pPr lvl="0"/>
            <a:r>
              <a:rPr lang="en-US" dirty="0"/>
              <a:t>Name goes here</a:t>
            </a:r>
          </a:p>
        </p:txBody>
      </p:sp>
      <p:sp>
        <p:nvSpPr>
          <p:cNvPr id="8" name="Text Placeholder 7">
            <a:extLst>
              <a:ext uri="{FF2B5EF4-FFF2-40B4-BE49-F238E27FC236}">
                <a16:creationId xmlns:a16="http://schemas.microsoft.com/office/drawing/2014/main" id="{9C851A7C-CB46-D926-C4B4-5CA80CA5DB52}"/>
              </a:ext>
            </a:extLst>
          </p:cNvPr>
          <p:cNvSpPr>
            <a:spLocks noGrp="1"/>
          </p:cNvSpPr>
          <p:nvPr>
            <p:ph type="body" sz="quarter" idx="12" hasCustomPrompt="1"/>
          </p:nvPr>
        </p:nvSpPr>
        <p:spPr>
          <a:xfrm>
            <a:off x="1008459" y="3837432"/>
            <a:ext cx="2395728" cy="640080"/>
          </a:xfrm>
          <a:solidFill>
            <a:srgbClr val="00437B"/>
          </a:solidFill>
          <a:ln w="12700">
            <a:solidFill>
              <a:srgbClr val="00437B"/>
            </a:solidFill>
          </a:ln>
        </p:spPr>
        <p:txBody>
          <a:bodyPr anchor="ctr"/>
          <a:lstStyle>
            <a:lvl1pPr marL="0" indent="0" algn="ctr">
              <a:buFontTx/>
              <a:buNone/>
              <a:defRPr sz="1600" b="1">
                <a:solidFill>
                  <a:schemeClr val="bg1"/>
                </a:solidFill>
              </a:defRPr>
            </a:lvl1pPr>
          </a:lstStyle>
          <a:p>
            <a:pPr lvl="0"/>
            <a:r>
              <a:rPr lang="en-US" dirty="0"/>
              <a:t>Name goes here</a:t>
            </a:r>
          </a:p>
        </p:txBody>
      </p:sp>
      <p:sp>
        <p:nvSpPr>
          <p:cNvPr id="10" name="Text Placeholder 9">
            <a:extLst>
              <a:ext uri="{FF2B5EF4-FFF2-40B4-BE49-F238E27FC236}">
                <a16:creationId xmlns:a16="http://schemas.microsoft.com/office/drawing/2014/main" id="{80252B1C-F215-C532-F06C-12CD71E47D73}"/>
              </a:ext>
            </a:extLst>
          </p:cNvPr>
          <p:cNvSpPr>
            <a:spLocks noGrp="1"/>
          </p:cNvSpPr>
          <p:nvPr>
            <p:ph type="body" sz="quarter" idx="13" hasCustomPrompt="1"/>
          </p:nvPr>
        </p:nvSpPr>
        <p:spPr>
          <a:xfrm>
            <a:off x="1008459" y="4757992"/>
            <a:ext cx="2395728" cy="640080"/>
          </a:xfrm>
          <a:solidFill>
            <a:schemeClr val="bg1"/>
          </a:solidFill>
          <a:ln w="12700">
            <a:solidFill>
              <a:srgbClr val="474C55"/>
            </a:solidFill>
          </a:ln>
        </p:spPr>
        <p:txBody>
          <a:bodyPr anchor="ctr"/>
          <a:lstStyle>
            <a:lvl1pPr marL="0" indent="0" algn="ctr">
              <a:buFontTx/>
              <a:buNone/>
              <a:defRPr sz="1600" b="1">
                <a:solidFill>
                  <a:schemeClr val="tx2"/>
                </a:solidFill>
              </a:defRPr>
            </a:lvl1pPr>
          </a:lstStyle>
          <a:p>
            <a:pPr lvl="0"/>
            <a:r>
              <a:rPr lang="en-US" dirty="0"/>
              <a:t>Name goes here</a:t>
            </a:r>
          </a:p>
        </p:txBody>
      </p:sp>
      <p:sp>
        <p:nvSpPr>
          <p:cNvPr id="12" name="Text Placeholder 11">
            <a:extLst>
              <a:ext uri="{FF2B5EF4-FFF2-40B4-BE49-F238E27FC236}">
                <a16:creationId xmlns:a16="http://schemas.microsoft.com/office/drawing/2014/main" id="{7F394221-AC71-3EB9-79DD-9E6F625B9AB2}"/>
              </a:ext>
            </a:extLst>
          </p:cNvPr>
          <p:cNvSpPr>
            <a:spLocks noGrp="1"/>
          </p:cNvSpPr>
          <p:nvPr>
            <p:ph type="body" sz="quarter" idx="14" hasCustomPrompt="1"/>
          </p:nvPr>
        </p:nvSpPr>
        <p:spPr>
          <a:xfrm>
            <a:off x="1008459" y="5678552"/>
            <a:ext cx="2395728" cy="640080"/>
          </a:xfrm>
          <a:solidFill>
            <a:schemeClr val="bg1"/>
          </a:solidFill>
          <a:ln w="12700">
            <a:solidFill>
              <a:srgbClr val="474C55"/>
            </a:solidFill>
          </a:ln>
        </p:spPr>
        <p:txBody>
          <a:bodyPr anchor="ctr"/>
          <a:lstStyle>
            <a:lvl1pPr marL="0" indent="0" algn="ctr">
              <a:buFontTx/>
              <a:buNone/>
              <a:defRPr sz="1600" b="1">
                <a:solidFill>
                  <a:schemeClr val="tx2"/>
                </a:solidFill>
              </a:defRPr>
            </a:lvl1pPr>
          </a:lstStyle>
          <a:p>
            <a:pPr lvl="0"/>
            <a:r>
              <a:rPr lang="en-US" dirty="0"/>
              <a:t>Name goes here</a:t>
            </a:r>
          </a:p>
        </p:txBody>
      </p:sp>
      <p:sp>
        <p:nvSpPr>
          <p:cNvPr id="14" name="Text Placeholder 13">
            <a:extLst>
              <a:ext uri="{FF2B5EF4-FFF2-40B4-BE49-F238E27FC236}">
                <a16:creationId xmlns:a16="http://schemas.microsoft.com/office/drawing/2014/main" id="{A66A9A5E-A7F3-89BB-F7C4-F1A1F9E3E8B4}"/>
              </a:ext>
            </a:extLst>
          </p:cNvPr>
          <p:cNvSpPr>
            <a:spLocks noGrp="1"/>
          </p:cNvSpPr>
          <p:nvPr>
            <p:ph type="body" sz="quarter" idx="15" hasCustomPrompt="1"/>
          </p:nvPr>
        </p:nvSpPr>
        <p:spPr>
          <a:xfrm>
            <a:off x="1008459" y="6599112"/>
            <a:ext cx="2395728" cy="640080"/>
          </a:xfrm>
          <a:solidFill>
            <a:schemeClr val="bg1"/>
          </a:solidFill>
          <a:ln w="12700">
            <a:solidFill>
              <a:srgbClr val="474C55"/>
            </a:solidFill>
          </a:ln>
        </p:spPr>
        <p:txBody>
          <a:bodyPr anchor="ctr"/>
          <a:lstStyle>
            <a:lvl1pPr marL="0" indent="0" algn="ctr">
              <a:buNone/>
              <a:defRPr sz="1600" b="1">
                <a:solidFill>
                  <a:schemeClr val="tx2"/>
                </a:solidFill>
              </a:defRPr>
            </a:lvl1pPr>
          </a:lstStyle>
          <a:p>
            <a:pPr lvl="0"/>
            <a:r>
              <a:rPr lang="en-US" dirty="0"/>
              <a:t>Name goes here</a:t>
            </a:r>
          </a:p>
        </p:txBody>
      </p:sp>
      <p:sp>
        <p:nvSpPr>
          <p:cNvPr id="16" name="Text Placeholder 15">
            <a:extLst>
              <a:ext uri="{FF2B5EF4-FFF2-40B4-BE49-F238E27FC236}">
                <a16:creationId xmlns:a16="http://schemas.microsoft.com/office/drawing/2014/main" id="{70733B54-1BC2-DBEB-C8EC-656BEDE17399}"/>
              </a:ext>
            </a:extLst>
          </p:cNvPr>
          <p:cNvSpPr>
            <a:spLocks noGrp="1"/>
          </p:cNvSpPr>
          <p:nvPr>
            <p:ph type="body" sz="quarter" idx="16" hasCustomPrompt="1"/>
          </p:nvPr>
        </p:nvSpPr>
        <p:spPr>
          <a:xfrm>
            <a:off x="1008459" y="7519672"/>
            <a:ext cx="2395728" cy="658368"/>
          </a:xfrm>
          <a:solidFill>
            <a:schemeClr val="bg1"/>
          </a:solidFill>
          <a:ln w="12700">
            <a:solidFill>
              <a:srgbClr val="474C55"/>
            </a:solidFill>
          </a:ln>
        </p:spPr>
        <p:txBody>
          <a:bodyPr anchor="ctr"/>
          <a:lstStyle>
            <a:lvl1pPr marL="0" indent="0" algn="ctr">
              <a:buNone/>
              <a:defRPr sz="1600" b="1">
                <a:solidFill>
                  <a:schemeClr val="tx2"/>
                </a:solidFill>
              </a:defRPr>
            </a:lvl1pPr>
          </a:lstStyle>
          <a:p>
            <a:pPr lvl="0"/>
            <a:r>
              <a:rPr lang="en-US" dirty="0"/>
              <a:t>Name goes here</a:t>
            </a:r>
          </a:p>
        </p:txBody>
      </p:sp>
      <p:sp>
        <p:nvSpPr>
          <p:cNvPr id="18" name="Text Placeholder 17">
            <a:extLst>
              <a:ext uri="{FF2B5EF4-FFF2-40B4-BE49-F238E27FC236}">
                <a16:creationId xmlns:a16="http://schemas.microsoft.com/office/drawing/2014/main" id="{7D9AB78D-6839-9702-D27F-5EFC31B66154}"/>
              </a:ext>
            </a:extLst>
          </p:cNvPr>
          <p:cNvSpPr>
            <a:spLocks noGrp="1"/>
          </p:cNvSpPr>
          <p:nvPr>
            <p:ph type="body" sz="quarter" idx="17" hasCustomPrompt="1"/>
          </p:nvPr>
        </p:nvSpPr>
        <p:spPr>
          <a:xfrm>
            <a:off x="1008554" y="8458518"/>
            <a:ext cx="2395538" cy="658368"/>
          </a:xfrm>
          <a:solidFill>
            <a:schemeClr val="bg1"/>
          </a:solidFill>
          <a:ln w="12700">
            <a:solidFill>
              <a:srgbClr val="474C55"/>
            </a:solidFill>
          </a:ln>
        </p:spPr>
        <p:txBody>
          <a:bodyPr anchor="ctr"/>
          <a:lstStyle>
            <a:lvl1pPr marL="0" indent="0" algn="ctr">
              <a:buFontTx/>
              <a:buNone/>
              <a:defRPr sz="1600" b="1">
                <a:solidFill>
                  <a:schemeClr val="tx2"/>
                </a:solidFill>
              </a:defRPr>
            </a:lvl1pPr>
          </a:lstStyle>
          <a:p>
            <a:pPr lvl="0"/>
            <a:r>
              <a:rPr lang="en-US" dirty="0"/>
              <a:t>Name goes here</a:t>
            </a:r>
          </a:p>
        </p:txBody>
      </p:sp>
      <p:sp>
        <p:nvSpPr>
          <p:cNvPr id="20" name="Text Placeholder 19">
            <a:extLst>
              <a:ext uri="{FF2B5EF4-FFF2-40B4-BE49-F238E27FC236}">
                <a16:creationId xmlns:a16="http://schemas.microsoft.com/office/drawing/2014/main" id="{1551E77C-AC62-AD31-299E-3EEFC68DF407}"/>
              </a:ext>
            </a:extLst>
          </p:cNvPr>
          <p:cNvSpPr>
            <a:spLocks noGrp="1"/>
          </p:cNvSpPr>
          <p:nvPr>
            <p:ph type="body" sz="quarter" idx="18" hasCustomPrompt="1"/>
          </p:nvPr>
        </p:nvSpPr>
        <p:spPr>
          <a:xfrm>
            <a:off x="3751662" y="3837305"/>
            <a:ext cx="2395728" cy="639763"/>
          </a:xfrm>
          <a:solidFill>
            <a:srgbClr val="00437B"/>
          </a:solidFill>
          <a:ln w="12700">
            <a:solidFill>
              <a:srgbClr val="00437B"/>
            </a:solidFill>
          </a:ln>
        </p:spPr>
        <p:txBody>
          <a:bodyPr anchor="ctr"/>
          <a:lstStyle>
            <a:lvl1pPr marL="0" indent="0" algn="ctr">
              <a:buNone/>
              <a:defRPr sz="1600" b="1">
                <a:solidFill>
                  <a:schemeClr val="bg1"/>
                </a:solidFill>
              </a:defRPr>
            </a:lvl1pPr>
          </a:lstStyle>
          <a:p>
            <a:pPr lvl="0"/>
            <a:r>
              <a:rPr lang="en-US" dirty="0"/>
              <a:t>Name goes here</a:t>
            </a:r>
          </a:p>
        </p:txBody>
      </p:sp>
      <p:sp>
        <p:nvSpPr>
          <p:cNvPr id="22" name="Text Placeholder 21">
            <a:extLst>
              <a:ext uri="{FF2B5EF4-FFF2-40B4-BE49-F238E27FC236}">
                <a16:creationId xmlns:a16="http://schemas.microsoft.com/office/drawing/2014/main" id="{F1E954C7-E982-00FF-D54A-9B0CE7C5AE08}"/>
              </a:ext>
            </a:extLst>
          </p:cNvPr>
          <p:cNvSpPr>
            <a:spLocks noGrp="1"/>
          </p:cNvSpPr>
          <p:nvPr>
            <p:ph type="body" sz="quarter" idx="19" hasCustomPrompt="1"/>
          </p:nvPr>
        </p:nvSpPr>
        <p:spPr>
          <a:xfrm>
            <a:off x="3751757" y="4758055"/>
            <a:ext cx="2395538" cy="639763"/>
          </a:xfrm>
          <a:solidFill>
            <a:schemeClr val="bg1"/>
          </a:solidFill>
          <a:ln w="12700">
            <a:solidFill>
              <a:srgbClr val="474C55"/>
            </a:solidFill>
          </a:ln>
        </p:spPr>
        <p:txBody>
          <a:bodyPr anchor="ctr"/>
          <a:lstStyle>
            <a:lvl1pPr marL="0" indent="0" algn="ctr">
              <a:buFontTx/>
              <a:buNone/>
              <a:defRPr sz="1600" b="1">
                <a:solidFill>
                  <a:schemeClr val="tx2"/>
                </a:solidFill>
              </a:defRPr>
            </a:lvl1pPr>
          </a:lstStyle>
          <a:p>
            <a:pPr lvl="0"/>
            <a:r>
              <a:rPr lang="en-US" dirty="0"/>
              <a:t>Name goes here</a:t>
            </a:r>
          </a:p>
        </p:txBody>
      </p:sp>
      <p:sp>
        <p:nvSpPr>
          <p:cNvPr id="24" name="Text Placeholder 23">
            <a:extLst>
              <a:ext uri="{FF2B5EF4-FFF2-40B4-BE49-F238E27FC236}">
                <a16:creationId xmlns:a16="http://schemas.microsoft.com/office/drawing/2014/main" id="{123DD18C-9131-F43D-624E-D9A9FF790411}"/>
              </a:ext>
            </a:extLst>
          </p:cNvPr>
          <p:cNvSpPr>
            <a:spLocks noGrp="1"/>
          </p:cNvSpPr>
          <p:nvPr>
            <p:ph type="body" sz="quarter" idx="20" hasCustomPrompt="1"/>
          </p:nvPr>
        </p:nvSpPr>
        <p:spPr>
          <a:xfrm>
            <a:off x="3751757" y="5678805"/>
            <a:ext cx="2395538" cy="639763"/>
          </a:xfrm>
          <a:solidFill>
            <a:schemeClr val="bg1"/>
          </a:solidFill>
          <a:ln w="12700">
            <a:solidFill>
              <a:srgbClr val="474C55"/>
            </a:solidFill>
          </a:ln>
        </p:spPr>
        <p:txBody>
          <a:bodyPr anchor="ctr"/>
          <a:lstStyle>
            <a:lvl1pPr marL="0" indent="0" algn="ctr">
              <a:buNone/>
              <a:defRPr sz="1600" b="1">
                <a:solidFill>
                  <a:schemeClr val="tx2"/>
                </a:solidFill>
              </a:defRPr>
            </a:lvl1pPr>
          </a:lstStyle>
          <a:p>
            <a:pPr lvl="0"/>
            <a:r>
              <a:rPr lang="en-US" dirty="0"/>
              <a:t>Name goes here</a:t>
            </a:r>
          </a:p>
        </p:txBody>
      </p:sp>
      <p:sp>
        <p:nvSpPr>
          <p:cNvPr id="26" name="Text Placeholder 25">
            <a:extLst>
              <a:ext uri="{FF2B5EF4-FFF2-40B4-BE49-F238E27FC236}">
                <a16:creationId xmlns:a16="http://schemas.microsoft.com/office/drawing/2014/main" id="{A340F46E-814E-705C-1BBD-86C412A3EFDC}"/>
              </a:ext>
            </a:extLst>
          </p:cNvPr>
          <p:cNvSpPr>
            <a:spLocks noGrp="1"/>
          </p:cNvSpPr>
          <p:nvPr>
            <p:ph type="body" sz="quarter" idx="21" hasCustomPrompt="1"/>
          </p:nvPr>
        </p:nvSpPr>
        <p:spPr>
          <a:xfrm>
            <a:off x="3751757" y="6599555"/>
            <a:ext cx="2395538" cy="639763"/>
          </a:xfrm>
          <a:solidFill>
            <a:schemeClr val="bg1"/>
          </a:solidFill>
          <a:ln w="12700">
            <a:solidFill>
              <a:srgbClr val="474C55"/>
            </a:solidFill>
          </a:ln>
        </p:spPr>
        <p:txBody>
          <a:bodyPr anchor="ctr"/>
          <a:lstStyle>
            <a:lvl1pPr marL="0" indent="0" algn="ctr">
              <a:buFontTx/>
              <a:buNone/>
              <a:defRPr sz="1600" b="1">
                <a:solidFill>
                  <a:schemeClr val="tx2"/>
                </a:solidFill>
              </a:defRPr>
            </a:lvl1pPr>
          </a:lstStyle>
          <a:p>
            <a:pPr lvl="0"/>
            <a:r>
              <a:rPr lang="en-US" dirty="0"/>
              <a:t>Name goes here</a:t>
            </a:r>
          </a:p>
        </p:txBody>
      </p:sp>
      <p:sp>
        <p:nvSpPr>
          <p:cNvPr id="28" name="Text Placeholder 27">
            <a:extLst>
              <a:ext uri="{FF2B5EF4-FFF2-40B4-BE49-F238E27FC236}">
                <a16:creationId xmlns:a16="http://schemas.microsoft.com/office/drawing/2014/main" id="{07BDD1BA-B5C9-7CA6-2260-101295264435}"/>
              </a:ext>
            </a:extLst>
          </p:cNvPr>
          <p:cNvSpPr>
            <a:spLocks noGrp="1"/>
          </p:cNvSpPr>
          <p:nvPr>
            <p:ph type="body" sz="quarter" idx="22" hasCustomPrompt="1"/>
          </p:nvPr>
        </p:nvSpPr>
        <p:spPr>
          <a:xfrm>
            <a:off x="3751757" y="7520305"/>
            <a:ext cx="2395538" cy="657225"/>
          </a:xfrm>
          <a:solidFill>
            <a:schemeClr val="bg1"/>
          </a:solidFill>
          <a:ln w="12700">
            <a:solidFill>
              <a:srgbClr val="474C55"/>
            </a:solidFill>
          </a:ln>
        </p:spPr>
        <p:txBody>
          <a:bodyPr anchor="ctr"/>
          <a:lstStyle>
            <a:lvl1pPr marL="0" indent="0" algn="ctr">
              <a:buFontTx/>
              <a:buNone/>
              <a:defRPr sz="1600" b="1">
                <a:solidFill>
                  <a:schemeClr val="tx2"/>
                </a:solidFill>
              </a:defRPr>
            </a:lvl1pPr>
          </a:lstStyle>
          <a:p>
            <a:pPr lvl="0"/>
            <a:r>
              <a:rPr lang="en-US" dirty="0"/>
              <a:t>Name goes here</a:t>
            </a:r>
          </a:p>
        </p:txBody>
      </p:sp>
      <p:sp>
        <p:nvSpPr>
          <p:cNvPr id="30" name="Text Placeholder 29">
            <a:extLst>
              <a:ext uri="{FF2B5EF4-FFF2-40B4-BE49-F238E27FC236}">
                <a16:creationId xmlns:a16="http://schemas.microsoft.com/office/drawing/2014/main" id="{BCB7A278-A6E7-ECDC-7A93-08BFD6AA4FB3}"/>
              </a:ext>
            </a:extLst>
          </p:cNvPr>
          <p:cNvSpPr>
            <a:spLocks noGrp="1"/>
          </p:cNvSpPr>
          <p:nvPr>
            <p:ph type="body" sz="quarter" idx="23" hasCustomPrompt="1"/>
          </p:nvPr>
        </p:nvSpPr>
        <p:spPr>
          <a:xfrm>
            <a:off x="3751757" y="8458518"/>
            <a:ext cx="2395538" cy="658812"/>
          </a:xfrm>
          <a:solidFill>
            <a:schemeClr val="bg1"/>
          </a:solidFill>
          <a:ln w="12700">
            <a:solidFill>
              <a:srgbClr val="474C55"/>
            </a:solidFill>
          </a:ln>
        </p:spPr>
        <p:txBody>
          <a:bodyPr anchor="ctr"/>
          <a:lstStyle>
            <a:lvl1pPr marL="0" indent="0" algn="ctr">
              <a:buFontTx/>
              <a:buNone/>
              <a:defRPr sz="1600" b="1">
                <a:solidFill>
                  <a:schemeClr val="tx2"/>
                </a:solidFill>
              </a:defRPr>
            </a:lvl1pPr>
          </a:lstStyle>
          <a:p>
            <a:pPr lvl="0"/>
            <a:r>
              <a:rPr lang="en-US" dirty="0"/>
              <a:t>Name goes here</a:t>
            </a:r>
          </a:p>
        </p:txBody>
      </p:sp>
      <p:sp>
        <p:nvSpPr>
          <p:cNvPr id="32" name="Text Placeholder 31">
            <a:extLst>
              <a:ext uri="{FF2B5EF4-FFF2-40B4-BE49-F238E27FC236}">
                <a16:creationId xmlns:a16="http://schemas.microsoft.com/office/drawing/2014/main" id="{2CB4B519-986A-B93D-8A47-3D00F2F9D8F9}"/>
              </a:ext>
            </a:extLst>
          </p:cNvPr>
          <p:cNvSpPr>
            <a:spLocks noGrp="1"/>
          </p:cNvSpPr>
          <p:nvPr>
            <p:ph type="body" sz="quarter" idx="24" hasCustomPrompt="1"/>
          </p:nvPr>
        </p:nvSpPr>
        <p:spPr>
          <a:xfrm>
            <a:off x="6552704" y="3837305"/>
            <a:ext cx="2395728" cy="639763"/>
          </a:xfrm>
          <a:solidFill>
            <a:srgbClr val="00437B"/>
          </a:solidFill>
          <a:ln w="12700">
            <a:solidFill>
              <a:srgbClr val="00437B"/>
            </a:solidFill>
          </a:ln>
        </p:spPr>
        <p:txBody>
          <a:bodyPr anchor="ctr"/>
          <a:lstStyle>
            <a:lvl1pPr marL="0" indent="0" algn="ctr">
              <a:buFontTx/>
              <a:buNone/>
              <a:defRPr sz="1600" b="1">
                <a:solidFill>
                  <a:schemeClr val="bg1"/>
                </a:solidFill>
              </a:defRPr>
            </a:lvl1pPr>
          </a:lstStyle>
          <a:p>
            <a:pPr lvl="0"/>
            <a:r>
              <a:rPr lang="en-US" dirty="0"/>
              <a:t>Name goes here</a:t>
            </a:r>
          </a:p>
        </p:txBody>
      </p:sp>
      <p:sp>
        <p:nvSpPr>
          <p:cNvPr id="35" name="Text Placeholder 34">
            <a:extLst>
              <a:ext uri="{FF2B5EF4-FFF2-40B4-BE49-F238E27FC236}">
                <a16:creationId xmlns:a16="http://schemas.microsoft.com/office/drawing/2014/main" id="{BF63FA3F-A547-84AE-5838-C9BE1D3396D4}"/>
              </a:ext>
            </a:extLst>
          </p:cNvPr>
          <p:cNvSpPr>
            <a:spLocks noGrp="1"/>
          </p:cNvSpPr>
          <p:nvPr>
            <p:ph type="body" sz="quarter" idx="25" hasCustomPrompt="1"/>
          </p:nvPr>
        </p:nvSpPr>
        <p:spPr>
          <a:xfrm>
            <a:off x="6552800" y="4758055"/>
            <a:ext cx="2395537" cy="639763"/>
          </a:xfrm>
          <a:solidFill>
            <a:schemeClr val="bg1"/>
          </a:solidFill>
          <a:ln w="12700">
            <a:solidFill>
              <a:srgbClr val="474C55"/>
            </a:solidFill>
          </a:ln>
        </p:spPr>
        <p:txBody>
          <a:bodyPr anchor="ctr"/>
          <a:lstStyle>
            <a:lvl1pPr marL="0" indent="0" algn="ctr">
              <a:buFontTx/>
              <a:buNone/>
              <a:defRPr sz="1600" b="1">
                <a:solidFill>
                  <a:schemeClr val="tx2"/>
                </a:solidFill>
              </a:defRPr>
            </a:lvl1pPr>
          </a:lstStyle>
          <a:p>
            <a:pPr lvl="0"/>
            <a:r>
              <a:rPr lang="en-US" dirty="0"/>
              <a:t>Name goes here</a:t>
            </a:r>
          </a:p>
        </p:txBody>
      </p:sp>
      <p:sp>
        <p:nvSpPr>
          <p:cNvPr id="37" name="Text Placeholder 36">
            <a:extLst>
              <a:ext uri="{FF2B5EF4-FFF2-40B4-BE49-F238E27FC236}">
                <a16:creationId xmlns:a16="http://schemas.microsoft.com/office/drawing/2014/main" id="{F8BB69A6-B45A-B9AD-04E6-2768F7038A1E}"/>
              </a:ext>
            </a:extLst>
          </p:cNvPr>
          <p:cNvSpPr>
            <a:spLocks noGrp="1"/>
          </p:cNvSpPr>
          <p:nvPr>
            <p:ph type="body" sz="quarter" idx="26" hasCustomPrompt="1"/>
          </p:nvPr>
        </p:nvSpPr>
        <p:spPr>
          <a:xfrm>
            <a:off x="6552800" y="5678805"/>
            <a:ext cx="2395537" cy="639763"/>
          </a:xfrm>
          <a:solidFill>
            <a:schemeClr val="bg1"/>
          </a:solidFill>
          <a:ln w="12700">
            <a:solidFill>
              <a:srgbClr val="474C55"/>
            </a:solidFill>
          </a:ln>
        </p:spPr>
        <p:txBody>
          <a:bodyPr anchor="ctr"/>
          <a:lstStyle>
            <a:lvl1pPr marL="0" indent="0" algn="ctr">
              <a:buFontTx/>
              <a:buNone/>
              <a:defRPr sz="1600" b="1">
                <a:solidFill>
                  <a:schemeClr val="tx2"/>
                </a:solidFill>
              </a:defRPr>
            </a:lvl1pPr>
          </a:lstStyle>
          <a:p>
            <a:pPr lvl="0"/>
            <a:r>
              <a:rPr lang="en-US" dirty="0"/>
              <a:t>Name goes here</a:t>
            </a:r>
          </a:p>
        </p:txBody>
      </p:sp>
      <p:sp>
        <p:nvSpPr>
          <p:cNvPr id="39" name="Text Placeholder 38">
            <a:extLst>
              <a:ext uri="{FF2B5EF4-FFF2-40B4-BE49-F238E27FC236}">
                <a16:creationId xmlns:a16="http://schemas.microsoft.com/office/drawing/2014/main" id="{1A7F70D2-8E76-2605-CB73-44BA8B1C2FA4}"/>
              </a:ext>
            </a:extLst>
          </p:cNvPr>
          <p:cNvSpPr>
            <a:spLocks noGrp="1"/>
          </p:cNvSpPr>
          <p:nvPr>
            <p:ph type="body" sz="quarter" idx="27" hasCustomPrompt="1"/>
          </p:nvPr>
        </p:nvSpPr>
        <p:spPr>
          <a:xfrm>
            <a:off x="6552800" y="6599555"/>
            <a:ext cx="2395537" cy="639763"/>
          </a:xfrm>
          <a:solidFill>
            <a:schemeClr val="bg1"/>
          </a:solidFill>
          <a:ln w="12700">
            <a:solidFill>
              <a:srgbClr val="474C55"/>
            </a:solidFill>
          </a:ln>
        </p:spPr>
        <p:txBody>
          <a:bodyPr anchor="ctr"/>
          <a:lstStyle>
            <a:lvl1pPr marL="0" indent="0" algn="ctr">
              <a:buFontTx/>
              <a:buNone/>
              <a:defRPr sz="1600" b="1">
                <a:solidFill>
                  <a:schemeClr val="tx2"/>
                </a:solidFill>
              </a:defRPr>
            </a:lvl1pPr>
          </a:lstStyle>
          <a:p>
            <a:pPr lvl="0"/>
            <a:r>
              <a:rPr lang="en-US" dirty="0"/>
              <a:t>Name goes here</a:t>
            </a:r>
          </a:p>
        </p:txBody>
      </p:sp>
      <p:sp>
        <p:nvSpPr>
          <p:cNvPr id="41" name="Text Placeholder 40">
            <a:extLst>
              <a:ext uri="{FF2B5EF4-FFF2-40B4-BE49-F238E27FC236}">
                <a16:creationId xmlns:a16="http://schemas.microsoft.com/office/drawing/2014/main" id="{6F0C9A88-D543-F7E2-D45F-F352FCAF8F9A}"/>
              </a:ext>
            </a:extLst>
          </p:cNvPr>
          <p:cNvSpPr>
            <a:spLocks noGrp="1"/>
          </p:cNvSpPr>
          <p:nvPr>
            <p:ph type="body" sz="quarter" idx="28" hasCustomPrompt="1"/>
          </p:nvPr>
        </p:nvSpPr>
        <p:spPr>
          <a:xfrm>
            <a:off x="6552800" y="7520305"/>
            <a:ext cx="2395537" cy="657225"/>
          </a:xfrm>
          <a:solidFill>
            <a:schemeClr val="bg1"/>
          </a:solidFill>
          <a:ln w="12700">
            <a:solidFill>
              <a:srgbClr val="474C55"/>
            </a:solidFill>
          </a:ln>
        </p:spPr>
        <p:txBody>
          <a:bodyPr anchor="ctr"/>
          <a:lstStyle>
            <a:lvl1pPr marL="0" indent="0" algn="ctr">
              <a:buFontTx/>
              <a:buNone/>
              <a:defRPr sz="1600" b="1">
                <a:solidFill>
                  <a:schemeClr val="tx2"/>
                </a:solidFill>
              </a:defRPr>
            </a:lvl1pPr>
          </a:lstStyle>
          <a:p>
            <a:pPr lvl="0"/>
            <a:r>
              <a:rPr lang="en-US" dirty="0"/>
              <a:t>Name goes here</a:t>
            </a:r>
          </a:p>
        </p:txBody>
      </p:sp>
      <p:sp>
        <p:nvSpPr>
          <p:cNvPr id="43" name="Text Placeholder 42">
            <a:extLst>
              <a:ext uri="{FF2B5EF4-FFF2-40B4-BE49-F238E27FC236}">
                <a16:creationId xmlns:a16="http://schemas.microsoft.com/office/drawing/2014/main" id="{55DFB8B2-25DB-DE34-AD71-4FFC8DF0A68B}"/>
              </a:ext>
            </a:extLst>
          </p:cNvPr>
          <p:cNvSpPr>
            <a:spLocks noGrp="1"/>
          </p:cNvSpPr>
          <p:nvPr>
            <p:ph type="body" sz="quarter" idx="29" hasCustomPrompt="1"/>
          </p:nvPr>
        </p:nvSpPr>
        <p:spPr>
          <a:xfrm>
            <a:off x="6552800" y="8458518"/>
            <a:ext cx="2395537" cy="658812"/>
          </a:xfrm>
          <a:solidFill>
            <a:schemeClr val="bg1"/>
          </a:solidFill>
          <a:ln w="12700">
            <a:solidFill>
              <a:srgbClr val="474C55"/>
            </a:solidFill>
          </a:ln>
        </p:spPr>
        <p:txBody>
          <a:bodyPr anchor="ctr"/>
          <a:lstStyle>
            <a:lvl1pPr marL="0" indent="0" algn="ctr">
              <a:buFontTx/>
              <a:buNone/>
              <a:defRPr sz="1600" b="1">
                <a:solidFill>
                  <a:schemeClr val="tx2"/>
                </a:solidFill>
              </a:defRPr>
            </a:lvl1pPr>
          </a:lstStyle>
          <a:p>
            <a:pPr lvl="0"/>
            <a:r>
              <a:rPr lang="en-US" dirty="0"/>
              <a:t>Name goes here</a:t>
            </a:r>
          </a:p>
        </p:txBody>
      </p:sp>
      <p:sp>
        <p:nvSpPr>
          <p:cNvPr id="45" name="Text Placeholder 44">
            <a:extLst>
              <a:ext uri="{FF2B5EF4-FFF2-40B4-BE49-F238E27FC236}">
                <a16:creationId xmlns:a16="http://schemas.microsoft.com/office/drawing/2014/main" id="{905EFFDC-2D16-CC80-7D8A-87A126FA00AF}"/>
              </a:ext>
            </a:extLst>
          </p:cNvPr>
          <p:cNvSpPr>
            <a:spLocks noGrp="1"/>
          </p:cNvSpPr>
          <p:nvPr>
            <p:ph type="body" sz="quarter" idx="30" hasCustomPrompt="1"/>
          </p:nvPr>
        </p:nvSpPr>
        <p:spPr>
          <a:xfrm>
            <a:off x="9318421" y="3837305"/>
            <a:ext cx="2395728" cy="639763"/>
          </a:xfrm>
          <a:solidFill>
            <a:srgbClr val="00437B"/>
          </a:solidFill>
          <a:ln w="12700">
            <a:solidFill>
              <a:srgbClr val="00437B"/>
            </a:solidFill>
          </a:ln>
        </p:spPr>
        <p:txBody>
          <a:bodyPr anchor="ctr"/>
          <a:lstStyle>
            <a:lvl1pPr marL="0" indent="0" algn="ctr">
              <a:buFontTx/>
              <a:buNone/>
              <a:defRPr sz="1600" b="1">
                <a:solidFill>
                  <a:schemeClr val="bg1"/>
                </a:solidFill>
              </a:defRPr>
            </a:lvl1pPr>
          </a:lstStyle>
          <a:p>
            <a:pPr lvl="0"/>
            <a:r>
              <a:rPr lang="en-US" dirty="0"/>
              <a:t>Name goes here</a:t>
            </a:r>
          </a:p>
        </p:txBody>
      </p:sp>
      <p:sp>
        <p:nvSpPr>
          <p:cNvPr id="47" name="Text Placeholder 46">
            <a:extLst>
              <a:ext uri="{FF2B5EF4-FFF2-40B4-BE49-F238E27FC236}">
                <a16:creationId xmlns:a16="http://schemas.microsoft.com/office/drawing/2014/main" id="{B88CEB40-6918-C746-80D5-D4410D47F9E2}"/>
              </a:ext>
            </a:extLst>
          </p:cNvPr>
          <p:cNvSpPr>
            <a:spLocks noGrp="1"/>
          </p:cNvSpPr>
          <p:nvPr>
            <p:ph type="body" sz="quarter" idx="31" hasCustomPrompt="1"/>
          </p:nvPr>
        </p:nvSpPr>
        <p:spPr>
          <a:xfrm>
            <a:off x="9318517" y="4758055"/>
            <a:ext cx="2395537" cy="639763"/>
          </a:xfrm>
          <a:solidFill>
            <a:schemeClr val="bg1"/>
          </a:solidFill>
          <a:ln w="12700">
            <a:solidFill>
              <a:srgbClr val="474C55"/>
            </a:solidFill>
          </a:ln>
        </p:spPr>
        <p:txBody>
          <a:bodyPr anchor="ctr"/>
          <a:lstStyle>
            <a:lvl1pPr marL="0" indent="0" algn="ctr">
              <a:buFontTx/>
              <a:buNone/>
              <a:defRPr sz="1600" b="1">
                <a:solidFill>
                  <a:schemeClr val="tx2"/>
                </a:solidFill>
              </a:defRPr>
            </a:lvl1pPr>
          </a:lstStyle>
          <a:p>
            <a:pPr lvl="0"/>
            <a:r>
              <a:rPr lang="en-US" dirty="0"/>
              <a:t>Name goes here</a:t>
            </a:r>
          </a:p>
        </p:txBody>
      </p:sp>
      <p:sp>
        <p:nvSpPr>
          <p:cNvPr id="49" name="Text Placeholder 48">
            <a:extLst>
              <a:ext uri="{FF2B5EF4-FFF2-40B4-BE49-F238E27FC236}">
                <a16:creationId xmlns:a16="http://schemas.microsoft.com/office/drawing/2014/main" id="{3B1DB54B-E761-18F3-6DB4-F8E5319300F3}"/>
              </a:ext>
            </a:extLst>
          </p:cNvPr>
          <p:cNvSpPr>
            <a:spLocks noGrp="1"/>
          </p:cNvSpPr>
          <p:nvPr>
            <p:ph type="body" sz="quarter" idx="32" hasCustomPrompt="1"/>
          </p:nvPr>
        </p:nvSpPr>
        <p:spPr>
          <a:xfrm>
            <a:off x="9318517" y="5678805"/>
            <a:ext cx="2395537" cy="639763"/>
          </a:xfrm>
          <a:solidFill>
            <a:schemeClr val="bg1"/>
          </a:solidFill>
          <a:ln w="12700">
            <a:solidFill>
              <a:srgbClr val="474C55"/>
            </a:solidFill>
          </a:ln>
        </p:spPr>
        <p:txBody>
          <a:bodyPr anchor="ctr"/>
          <a:lstStyle>
            <a:lvl1pPr marL="0" indent="0" algn="ctr">
              <a:buNone/>
              <a:defRPr sz="1600" b="1">
                <a:solidFill>
                  <a:schemeClr val="tx2"/>
                </a:solidFill>
              </a:defRPr>
            </a:lvl1pPr>
          </a:lstStyle>
          <a:p>
            <a:pPr lvl="0"/>
            <a:r>
              <a:rPr lang="en-US" dirty="0"/>
              <a:t>Name goes here</a:t>
            </a:r>
          </a:p>
        </p:txBody>
      </p:sp>
      <p:sp>
        <p:nvSpPr>
          <p:cNvPr id="51" name="Text Placeholder 50">
            <a:extLst>
              <a:ext uri="{FF2B5EF4-FFF2-40B4-BE49-F238E27FC236}">
                <a16:creationId xmlns:a16="http://schemas.microsoft.com/office/drawing/2014/main" id="{ED19DA50-6A19-4870-A6D5-86D2B8E2069C}"/>
              </a:ext>
            </a:extLst>
          </p:cNvPr>
          <p:cNvSpPr>
            <a:spLocks noGrp="1"/>
          </p:cNvSpPr>
          <p:nvPr>
            <p:ph type="body" sz="quarter" idx="33" hasCustomPrompt="1"/>
          </p:nvPr>
        </p:nvSpPr>
        <p:spPr>
          <a:xfrm>
            <a:off x="9318517" y="6599555"/>
            <a:ext cx="2395537" cy="639763"/>
          </a:xfrm>
          <a:solidFill>
            <a:schemeClr val="bg1"/>
          </a:solidFill>
          <a:ln w="12700">
            <a:solidFill>
              <a:srgbClr val="474C55"/>
            </a:solidFill>
          </a:ln>
        </p:spPr>
        <p:txBody>
          <a:bodyPr anchor="ctr"/>
          <a:lstStyle>
            <a:lvl1pPr marL="0" indent="0" algn="ctr">
              <a:buFontTx/>
              <a:buNone/>
              <a:defRPr sz="1600" b="1">
                <a:solidFill>
                  <a:schemeClr val="tx2"/>
                </a:solidFill>
              </a:defRPr>
            </a:lvl1pPr>
          </a:lstStyle>
          <a:p>
            <a:pPr lvl="0"/>
            <a:r>
              <a:rPr lang="en-US" dirty="0"/>
              <a:t>Name goes here</a:t>
            </a:r>
          </a:p>
        </p:txBody>
      </p:sp>
      <p:sp>
        <p:nvSpPr>
          <p:cNvPr id="53" name="Text Placeholder 52">
            <a:extLst>
              <a:ext uri="{FF2B5EF4-FFF2-40B4-BE49-F238E27FC236}">
                <a16:creationId xmlns:a16="http://schemas.microsoft.com/office/drawing/2014/main" id="{E1B28CB9-5567-2E74-2A58-9B79A8301456}"/>
              </a:ext>
            </a:extLst>
          </p:cNvPr>
          <p:cNvSpPr>
            <a:spLocks noGrp="1"/>
          </p:cNvSpPr>
          <p:nvPr>
            <p:ph type="body" sz="quarter" idx="34" hasCustomPrompt="1"/>
          </p:nvPr>
        </p:nvSpPr>
        <p:spPr>
          <a:xfrm>
            <a:off x="9318517" y="7520305"/>
            <a:ext cx="2395537" cy="657225"/>
          </a:xfrm>
          <a:solidFill>
            <a:schemeClr val="bg1"/>
          </a:solidFill>
          <a:ln w="12700">
            <a:solidFill>
              <a:srgbClr val="474C55"/>
            </a:solidFill>
          </a:ln>
        </p:spPr>
        <p:txBody>
          <a:bodyPr anchor="ctr"/>
          <a:lstStyle>
            <a:lvl1pPr marL="0" indent="0" algn="ctr">
              <a:buFontTx/>
              <a:buNone/>
              <a:defRPr sz="1600" b="1">
                <a:solidFill>
                  <a:schemeClr val="tx2"/>
                </a:solidFill>
              </a:defRPr>
            </a:lvl1pPr>
          </a:lstStyle>
          <a:p>
            <a:pPr lvl="0"/>
            <a:r>
              <a:rPr lang="en-US" dirty="0"/>
              <a:t>Name goes here</a:t>
            </a:r>
          </a:p>
        </p:txBody>
      </p:sp>
      <p:sp>
        <p:nvSpPr>
          <p:cNvPr id="55" name="Text Placeholder 54">
            <a:extLst>
              <a:ext uri="{FF2B5EF4-FFF2-40B4-BE49-F238E27FC236}">
                <a16:creationId xmlns:a16="http://schemas.microsoft.com/office/drawing/2014/main" id="{6D6D98EE-71EE-7B31-E570-6FB3B6D82F1F}"/>
              </a:ext>
            </a:extLst>
          </p:cNvPr>
          <p:cNvSpPr>
            <a:spLocks noGrp="1"/>
          </p:cNvSpPr>
          <p:nvPr>
            <p:ph type="body" sz="quarter" idx="35" hasCustomPrompt="1"/>
          </p:nvPr>
        </p:nvSpPr>
        <p:spPr>
          <a:xfrm>
            <a:off x="9318517" y="8458518"/>
            <a:ext cx="2395537" cy="658812"/>
          </a:xfrm>
          <a:solidFill>
            <a:schemeClr val="bg1"/>
          </a:solidFill>
          <a:ln w="12700">
            <a:solidFill>
              <a:srgbClr val="474C55"/>
            </a:solidFill>
          </a:ln>
        </p:spPr>
        <p:txBody>
          <a:bodyPr anchor="ctr"/>
          <a:lstStyle>
            <a:lvl1pPr marL="0" indent="0" algn="ctr">
              <a:buNone/>
              <a:defRPr sz="1600" b="1">
                <a:solidFill>
                  <a:schemeClr val="tx2"/>
                </a:solidFill>
              </a:defRPr>
            </a:lvl1pPr>
          </a:lstStyle>
          <a:p>
            <a:pPr lvl="0"/>
            <a:r>
              <a:rPr lang="en-US" dirty="0"/>
              <a:t>Name goes here</a:t>
            </a:r>
          </a:p>
        </p:txBody>
      </p:sp>
      <p:sp>
        <p:nvSpPr>
          <p:cNvPr id="57" name="Text Placeholder 56">
            <a:extLst>
              <a:ext uri="{FF2B5EF4-FFF2-40B4-BE49-F238E27FC236}">
                <a16:creationId xmlns:a16="http://schemas.microsoft.com/office/drawing/2014/main" id="{E54E57D9-99A7-AFAB-6489-1E18279422B9}"/>
              </a:ext>
            </a:extLst>
          </p:cNvPr>
          <p:cNvSpPr>
            <a:spLocks noGrp="1"/>
          </p:cNvSpPr>
          <p:nvPr>
            <p:ph type="body" sz="quarter" idx="36" hasCustomPrompt="1"/>
          </p:nvPr>
        </p:nvSpPr>
        <p:spPr>
          <a:xfrm>
            <a:off x="12084138" y="3837305"/>
            <a:ext cx="2395728" cy="639763"/>
          </a:xfrm>
          <a:solidFill>
            <a:srgbClr val="00437B"/>
          </a:solidFill>
          <a:ln w="12700">
            <a:solidFill>
              <a:srgbClr val="00437B"/>
            </a:solidFill>
          </a:ln>
        </p:spPr>
        <p:txBody>
          <a:bodyPr anchor="ctr"/>
          <a:lstStyle>
            <a:lvl1pPr marL="0" indent="0" algn="ctr">
              <a:buFontTx/>
              <a:buNone/>
              <a:defRPr sz="1600" b="1">
                <a:solidFill>
                  <a:schemeClr val="bg1"/>
                </a:solidFill>
              </a:defRPr>
            </a:lvl1pPr>
          </a:lstStyle>
          <a:p>
            <a:pPr lvl="0"/>
            <a:r>
              <a:rPr lang="en-US" dirty="0"/>
              <a:t>Name goes here</a:t>
            </a:r>
          </a:p>
        </p:txBody>
      </p:sp>
      <p:sp>
        <p:nvSpPr>
          <p:cNvPr id="59" name="Text Placeholder 58">
            <a:extLst>
              <a:ext uri="{FF2B5EF4-FFF2-40B4-BE49-F238E27FC236}">
                <a16:creationId xmlns:a16="http://schemas.microsoft.com/office/drawing/2014/main" id="{606842E7-C3F6-EF38-27D9-D5326F8426D2}"/>
              </a:ext>
            </a:extLst>
          </p:cNvPr>
          <p:cNvSpPr>
            <a:spLocks noGrp="1"/>
          </p:cNvSpPr>
          <p:nvPr>
            <p:ph type="body" sz="quarter" idx="37" hasCustomPrompt="1"/>
          </p:nvPr>
        </p:nvSpPr>
        <p:spPr>
          <a:xfrm>
            <a:off x="12083392" y="4758055"/>
            <a:ext cx="2395538" cy="639763"/>
          </a:xfrm>
          <a:solidFill>
            <a:schemeClr val="bg1"/>
          </a:solidFill>
          <a:ln w="12700">
            <a:solidFill>
              <a:srgbClr val="474C55"/>
            </a:solidFill>
          </a:ln>
        </p:spPr>
        <p:txBody>
          <a:bodyPr anchor="ctr"/>
          <a:lstStyle>
            <a:lvl1pPr marL="0" indent="0" algn="ctr">
              <a:buNone/>
              <a:defRPr sz="1600" b="1">
                <a:solidFill>
                  <a:schemeClr val="tx2"/>
                </a:solidFill>
              </a:defRPr>
            </a:lvl1pPr>
          </a:lstStyle>
          <a:p>
            <a:pPr lvl="0"/>
            <a:r>
              <a:rPr lang="en-US" dirty="0"/>
              <a:t>Name goes here</a:t>
            </a:r>
          </a:p>
        </p:txBody>
      </p:sp>
      <p:sp>
        <p:nvSpPr>
          <p:cNvPr id="61" name="Text Placeholder 60">
            <a:extLst>
              <a:ext uri="{FF2B5EF4-FFF2-40B4-BE49-F238E27FC236}">
                <a16:creationId xmlns:a16="http://schemas.microsoft.com/office/drawing/2014/main" id="{D8FCEBE1-9288-B195-2CDF-2DC555199237}"/>
              </a:ext>
            </a:extLst>
          </p:cNvPr>
          <p:cNvSpPr>
            <a:spLocks noGrp="1"/>
          </p:cNvSpPr>
          <p:nvPr>
            <p:ph type="body" sz="quarter" idx="38" hasCustomPrompt="1"/>
          </p:nvPr>
        </p:nvSpPr>
        <p:spPr>
          <a:xfrm>
            <a:off x="12083392" y="5678805"/>
            <a:ext cx="2395538" cy="639763"/>
          </a:xfrm>
          <a:solidFill>
            <a:schemeClr val="bg1"/>
          </a:solidFill>
          <a:ln w="12700">
            <a:solidFill>
              <a:srgbClr val="474C55"/>
            </a:solidFill>
          </a:ln>
        </p:spPr>
        <p:txBody>
          <a:bodyPr anchor="ctr"/>
          <a:lstStyle>
            <a:lvl1pPr marL="0" indent="0" algn="ctr">
              <a:buNone/>
              <a:defRPr sz="1600" b="1">
                <a:solidFill>
                  <a:schemeClr val="tx2"/>
                </a:solidFill>
              </a:defRPr>
            </a:lvl1pPr>
          </a:lstStyle>
          <a:p>
            <a:pPr lvl="0"/>
            <a:r>
              <a:rPr lang="en-US" dirty="0"/>
              <a:t>Name goes here</a:t>
            </a:r>
          </a:p>
        </p:txBody>
      </p:sp>
      <p:sp>
        <p:nvSpPr>
          <p:cNvPr id="63" name="Text Placeholder 62">
            <a:extLst>
              <a:ext uri="{FF2B5EF4-FFF2-40B4-BE49-F238E27FC236}">
                <a16:creationId xmlns:a16="http://schemas.microsoft.com/office/drawing/2014/main" id="{64665173-CB12-5281-FD55-4A80DBE8E759}"/>
              </a:ext>
            </a:extLst>
          </p:cNvPr>
          <p:cNvSpPr>
            <a:spLocks noGrp="1"/>
          </p:cNvSpPr>
          <p:nvPr>
            <p:ph type="body" sz="quarter" idx="39" hasCustomPrompt="1"/>
          </p:nvPr>
        </p:nvSpPr>
        <p:spPr>
          <a:xfrm>
            <a:off x="12083392" y="6599555"/>
            <a:ext cx="2395538" cy="639763"/>
          </a:xfrm>
          <a:solidFill>
            <a:schemeClr val="bg1"/>
          </a:solidFill>
          <a:ln w="12700">
            <a:solidFill>
              <a:srgbClr val="474C55"/>
            </a:solidFill>
          </a:ln>
        </p:spPr>
        <p:txBody>
          <a:bodyPr anchor="ctr"/>
          <a:lstStyle>
            <a:lvl1pPr marL="0" indent="0" algn="ctr">
              <a:buFontTx/>
              <a:buNone/>
              <a:defRPr sz="1600" b="1">
                <a:solidFill>
                  <a:schemeClr val="tx2"/>
                </a:solidFill>
              </a:defRPr>
            </a:lvl1pPr>
          </a:lstStyle>
          <a:p>
            <a:pPr lvl="0"/>
            <a:r>
              <a:rPr lang="en-US" dirty="0"/>
              <a:t>Name goes here</a:t>
            </a:r>
          </a:p>
        </p:txBody>
      </p:sp>
      <p:sp>
        <p:nvSpPr>
          <p:cNvPr id="65" name="Text Placeholder 64">
            <a:extLst>
              <a:ext uri="{FF2B5EF4-FFF2-40B4-BE49-F238E27FC236}">
                <a16:creationId xmlns:a16="http://schemas.microsoft.com/office/drawing/2014/main" id="{234ADF10-35B8-EA41-8301-E4C7905530C2}"/>
              </a:ext>
            </a:extLst>
          </p:cNvPr>
          <p:cNvSpPr>
            <a:spLocks noGrp="1"/>
          </p:cNvSpPr>
          <p:nvPr>
            <p:ph type="body" sz="quarter" idx="40" hasCustomPrompt="1"/>
          </p:nvPr>
        </p:nvSpPr>
        <p:spPr>
          <a:xfrm>
            <a:off x="12083392" y="7520305"/>
            <a:ext cx="2395538" cy="657225"/>
          </a:xfrm>
          <a:solidFill>
            <a:schemeClr val="bg1"/>
          </a:solidFill>
          <a:ln w="12700">
            <a:solidFill>
              <a:srgbClr val="474C55"/>
            </a:solidFill>
          </a:ln>
        </p:spPr>
        <p:txBody>
          <a:bodyPr anchor="ctr"/>
          <a:lstStyle>
            <a:lvl1pPr marL="0" indent="0" algn="ctr">
              <a:buFontTx/>
              <a:buNone/>
              <a:defRPr sz="1600" b="1">
                <a:solidFill>
                  <a:schemeClr val="tx2"/>
                </a:solidFill>
              </a:defRPr>
            </a:lvl1pPr>
          </a:lstStyle>
          <a:p>
            <a:pPr lvl="0"/>
            <a:r>
              <a:rPr lang="en-US" dirty="0"/>
              <a:t>Name goes here</a:t>
            </a:r>
          </a:p>
        </p:txBody>
      </p:sp>
      <p:sp>
        <p:nvSpPr>
          <p:cNvPr id="67" name="Text Placeholder 66">
            <a:extLst>
              <a:ext uri="{FF2B5EF4-FFF2-40B4-BE49-F238E27FC236}">
                <a16:creationId xmlns:a16="http://schemas.microsoft.com/office/drawing/2014/main" id="{B2BC2733-7F26-8A48-1F91-B5FF3C9A87AE}"/>
              </a:ext>
            </a:extLst>
          </p:cNvPr>
          <p:cNvSpPr>
            <a:spLocks noGrp="1"/>
          </p:cNvSpPr>
          <p:nvPr>
            <p:ph type="body" sz="quarter" idx="41" hasCustomPrompt="1"/>
          </p:nvPr>
        </p:nvSpPr>
        <p:spPr>
          <a:xfrm>
            <a:off x="12083392" y="8458518"/>
            <a:ext cx="2395538" cy="658812"/>
          </a:xfrm>
          <a:solidFill>
            <a:schemeClr val="bg1"/>
          </a:solidFill>
          <a:ln w="12700">
            <a:solidFill>
              <a:srgbClr val="474C55"/>
            </a:solidFill>
          </a:ln>
        </p:spPr>
        <p:txBody>
          <a:bodyPr anchor="ctr"/>
          <a:lstStyle>
            <a:lvl1pPr marL="0" indent="0" algn="ctr">
              <a:buFontTx/>
              <a:buNone/>
              <a:defRPr sz="1600" b="1">
                <a:solidFill>
                  <a:schemeClr val="tx2"/>
                </a:solidFill>
              </a:defRPr>
            </a:lvl1pPr>
          </a:lstStyle>
          <a:p>
            <a:pPr lvl="0"/>
            <a:r>
              <a:rPr lang="en-US" dirty="0"/>
              <a:t>Name goes here</a:t>
            </a:r>
          </a:p>
        </p:txBody>
      </p:sp>
      <p:sp>
        <p:nvSpPr>
          <p:cNvPr id="69" name="Text Placeholder 68">
            <a:extLst>
              <a:ext uri="{FF2B5EF4-FFF2-40B4-BE49-F238E27FC236}">
                <a16:creationId xmlns:a16="http://schemas.microsoft.com/office/drawing/2014/main" id="{ACAFF950-5455-D4D5-9A4C-1AD587D61BE4}"/>
              </a:ext>
            </a:extLst>
          </p:cNvPr>
          <p:cNvSpPr>
            <a:spLocks noGrp="1"/>
          </p:cNvSpPr>
          <p:nvPr>
            <p:ph type="body" sz="quarter" idx="42" hasCustomPrompt="1"/>
          </p:nvPr>
        </p:nvSpPr>
        <p:spPr>
          <a:xfrm>
            <a:off x="14849856" y="3837305"/>
            <a:ext cx="2395728" cy="639763"/>
          </a:xfrm>
          <a:solidFill>
            <a:srgbClr val="00437B"/>
          </a:solidFill>
          <a:ln w="12700">
            <a:solidFill>
              <a:srgbClr val="474C55"/>
            </a:solidFill>
          </a:ln>
        </p:spPr>
        <p:txBody>
          <a:bodyPr anchor="ctr"/>
          <a:lstStyle>
            <a:lvl1pPr marL="0" indent="0" algn="ctr">
              <a:buFontTx/>
              <a:buNone/>
              <a:defRPr sz="1600" b="1">
                <a:solidFill>
                  <a:schemeClr val="bg1"/>
                </a:solidFill>
              </a:defRPr>
            </a:lvl1pPr>
          </a:lstStyle>
          <a:p>
            <a:pPr lvl="0"/>
            <a:r>
              <a:rPr lang="en-US" dirty="0"/>
              <a:t>Name goes here</a:t>
            </a:r>
          </a:p>
        </p:txBody>
      </p:sp>
      <p:sp>
        <p:nvSpPr>
          <p:cNvPr id="71" name="Text Placeholder 70">
            <a:extLst>
              <a:ext uri="{FF2B5EF4-FFF2-40B4-BE49-F238E27FC236}">
                <a16:creationId xmlns:a16="http://schemas.microsoft.com/office/drawing/2014/main" id="{C6381DD5-7753-1A1B-09D8-2BE79F7EB5C9}"/>
              </a:ext>
            </a:extLst>
          </p:cNvPr>
          <p:cNvSpPr>
            <a:spLocks noGrp="1"/>
          </p:cNvSpPr>
          <p:nvPr>
            <p:ph type="body" sz="quarter" idx="43" hasCustomPrompt="1"/>
          </p:nvPr>
        </p:nvSpPr>
        <p:spPr>
          <a:xfrm>
            <a:off x="14849856" y="4775963"/>
            <a:ext cx="2395728" cy="639763"/>
          </a:xfrm>
          <a:solidFill>
            <a:schemeClr val="bg1"/>
          </a:solidFill>
          <a:ln w="12700">
            <a:solidFill>
              <a:srgbClr val="474C55"/>
            </a:solidFill>
          </a:ln>
        </p:spPr>
        <p:txBody>
          <a:bodyPr anchor="ctr"/>
          <a:lstStyle>
            <a:lvl1pPr marL="0" indent="0" algn="ctr">
              <a:buFontTx/>
              <a:buNone/>
              <a:defRPr sz="1600" b="1">
                <a:solidFill>
                  <a:schemeClr val="tx2"/>
                </a:solidFill>
              </a:defRPr>
            </a:lvl1pPr>
          </a:lstStyle>
          <a:p>
            <a:pPr lvl="0"/>
            <a:r>
              <a:rPr lang="en-US" dirty="0"/>
              <a:t>Name goes here</a:t>
            </a:r>
          </a:p>
        </p:txBody>
      </p:sp>
      <p:sp>
        <p:nvSpPr>
          <p:cNvPr id="73" name="Text Placeholder 72">
            <a:extLst>
              <a:ext uri="{FF2B5EF4-FFF2-40B4-BE49-F238E27FC236}">
                <a16:creationId xmlns:a16="http://schemas.microsoft.com/office/drawing/2014/main" id="{0AF2C057-E37F-DF31-845D-87501490EAB6}"/>
              </a:ext>
            </a:extLst>
          </p:cNvPr>
          <p:cNvSpPr>
            <a:spLocks noGrp="1"/>
          </p:cNvSpPr>
          <p:nvPr>
            <p:ph type="body" sz="quarter" idx="44" hasCustomPrompt="1"/>
          </p:nvPr>
        </p:nvSpPr>
        <p:spPr>
          <a:xfrm>
            <a:off x="14849158" y="5696713"/>
            <a:ext cx="2397125" cy="639763"/>
          </a:xfrm>
          <a:solidFill>
            <a:schemeClr val="bg1"/>
          </a:solidFill>
          <a:ln w="12700">
            <a:solidFill>
              <a:srgbClr val="474C55"/>
            </a:solidFill>
          </a:ln>
        </p:spPr>
        <p:txBody>
          <a:bodyPr anchor="ctr"/>
          <a:lstStyle>
            <a:lvl1pPr marL="0" indent="0" algn="ctr">
              <a:buFontTx/>
              <a:buNone/>
              <a:defRPr sz="1600" b="1">
                <a:solidFill>
                  <a:schemeClr val="tx2"/>
                </a:solidFill>
              </a:defRPr>
            </a:lvl1pPr>
          </a:lstStyle>
          <a:p>
            <a:pPr lvl="0"/>
            <a:r>
              <a:rPr lang="en-US" dirty="0"/>
              <a:t>Name goes here</a:t>
            </a:r>
          </a:p>
        </p:txBody>
      </p:sp>
      <p:sp>
        <p:nvSpPr>
          <p:cNvPr id="75" name="Text Placeholder 74">
            <a:extLst>
              <a:ext uri="{FF2B5EF4-FFF2-40B4-BE49-F238E27FC236}">
                <a16:creationId xmlns:a16="http://schemas.microsoft.com/office/drawing/2014/main" id="{FF5DD8BF-15A8-D952-AA99-39753D755AD4}"/>
              </a:ext>
            </a:extLst>
          </p:cNvPr>
          <p:cNvSpPr>
            <a:spLocks noGrp="1"/>
          </p:cNvSpPr>
          <p:nvPr>
            <p:ph type="body" sz="quarter" idx="45" hasCustomPrompt="1"/>
          </p:nvPr>
        </p:nvSpPr>
        <p:spPr>
          <a:xfrm>
            <a:off x="14849856" y="6617463"/>
            <a:ext cx="2395728" cy="639763"/>
          </a:xfrm>
          <a:solidFill>
            <a:schemeClr val="bg1"/>
          </a:solidFill>
          <a:ln w="12700">
            <a:solidFill>
              <a:srgbClr val="474C55"/>
            </a:solidFill>
          </a:ln>
        </p:spPr>
        <p:txBody>
          <a:bodyPr anchor="ctr"/>
          <a:lstStyle>
            <a:lvl1pPr marL="0" indent="0" algn="ctr">
              <a:buFontTx/>
              <a:buNone/>
              <a:defRPr sz="1600" b="1">
                <a:solidFill>
                  <a:schemeClr val="tx2"/>
                </a:solidFill>
              </a:defRPr>
            </a:lvl1pPr>
          </a:lstStyle>
          <a:p>
            <a:pPr lvl="0"/>
            <a:r>
              <a:rPr lang="en-US" dirty="0"/>
              <a:t>Name goes here</a:t>
            </a:r>
          </a:p>
        </p:txBody>
      </p:sp>
      <p:sp>
        <p:nvSpPr>
          <p:cNvPr id="77" name="Text Placeholder 76">
            <a:extLst>
              <a:ext uri="{FF2B5EF4-FFF2-40B4-BE49-F238E27FC236}">
                <a16:creationId xmlns:a16="http://schemas.microsoft.com/office/drawing/2014/main" id="{5C7EE7B5-3E84-2148-EFD2-915E54123AF8}"/>
              </a:ext>
            </a:extLst>
          </p:cNvPr>
          <p:cNvSpPr>
            <a:spLocks noGrp="1"/>
          </p:cNvSpPr>
          <p:nvPr>
            <p:ph type="body" sz="quarter" idx="46" hasCustomPrompt="1"/>
          </p:nvPr>
        </p:nvSpPr>
        <p:spPr>
          <a:xfrm>
            <a:off x="14849952" y="7538213"/>
            <a:ext cx="2395537" cy="657225"/>
          </a:xfrm>
          <a:solidFill>
            <a:schemeClr val="bg1"/>
          </a:solidFill>
          <a:ln w="12700">
            <a:solidFill>
              <a:srgbClr val="474C55"/>
            </a:solidFill>
          </a:ln>
        </p:spPr>
        <p:txBody>
          <a:bodyPr anchor="ctr"/>
          <a:lstStyle>
            <a:lvl1pPr marL="0" indent="0" algn="ctr">
              <a:buNone/>
              <a:defRPr sz="1600" b="1">
                <a:solidFill>
                  <a:schemeClr val="tx2"/>
                </a:solidFill>
              </a:defRPr>
            </a:lvl1pPr>
          </a:lstStyle>
          <a:p>
            <a:pPr lvl="0"/>
            <a:r>
              <a:rPr lang="en-US" dirty="0"/>
              <a:t>Name goes here</a:t>
            </a:r>
          </a:p>
        </p:txBody>
      </p:sp>
      <p:sp>
        <p:nvSpPr>
          <p:cNvPr id="79" name="Text Placeholder 78">
            <a:extLst>
              <a:ext uri="{FF2B5EF4-FFF2-40B4-BE49-F238E27FC236}">
                <a16:creationId xmlns:a16="http://schemas.microsoft.com/office/drawing/2014/main" id="{23A21023-1E4B-6093-FA96-4480988999C2}"/>
              </a:ext>
            </a:extLst>
          </p:cNvPr>
          <p:cNvSpPr>
            <a:spLocks noGrp="1"/>
          </p:cNvSpPr>
          <p:nvPr>
            <p:ph type="body" sz="quarter" idx="47" hasCustomPrompt="1"/>
          </p:nvPr>
        </p:nvSpPr>
        <p:spPr>
          <a:xfrm>
            <a:off x="14849952" y="8476426"/>
            <a:ext cx="2395537" cy="658812"/>
          </a:xfrm>
          <a:solidFill>
            <a:schemeClr val="bg1"/>
          </a:solidFill>
          <a:ln w="12700">
            <a:solidFill>
              <a:srgbClr val="474C55"/>
            </a:solidFill>
          </a:ln>
        </p:spPr>
        <p:txBody>
          <a:bodyPr anchor="ctr"/>
          <a:lstStyle>
            <a:lvl1pPr marL="0" indent="0" algn="ctr">
              <a:buFontTx/>
              <a:buNone/>
              <a:defRPr sz="1600" b="1">
                <a:solidFill>
                  <a:schemeClr val="tx2"/>
                </a:solidFill>
              </a:defRPr>
            </a:lvl1pPr>
          </a:lstStyle>
          <a:p>
            <a:pPr lvl="0"/>
            <a:r>
              <a:rPr lang="en-US" dirty="0"/>
              <a:t>Name goes here</a:t>
            </a:r>
          </a:p>
        </p:txBody>
      </p:sp>
      <p:cxnSp>
        <p:nvCxnSpPr>
          <p:cNvPr id="89" name="Elbow Connector 88">
            <a:extLst>
              <a:ext uri="{FF2B5EF4-FFF2-40B4-BE49-F238E27FC236}">
                <a16:creationId xmlns:a16="http://schemas.microsoft.com/office/drawing/2014/main" id="{AD8B0CF7-F2BB-5006-8A1E-859195777D0C}"/>
              </a:ext>
            </a:extLst>
          </p:cNvPr>
          <p:cNvCxnSpPr>
            <a:cxnSpLocks/>
          </p:cNvCxnSpPr>
          <p:nvPr userDrawn="1"/>
        </p:nvCxnSpPr>
        <p:spPr>
          <a:xfrm flipV="1">
            <a:off x="2206321" y="3872780"/>
            <a:ext cx="13841399" cy="140067"/>
          </a:xfrm>
          <a:prstGeom prst="bentConnector4">
            <a:avLst>
              <a:gd name="adj1" fmla="val -20"/>
              <a:gd name="adj2" fmla="val 263208"/>
            </a:avLst>
          </a:prstGeom>
          <a:ln>
            <a:solidFill>
              <a:srgbClr val="474C55"/>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500C45DE-1D34-D207-F461-88F29DDA18D4}"/>
              </a:ext>
            </a:extLst>
          </p:cNvPr>
          <p:cNvCxnSpPr/>
          <p:nvPr userDrawn="1"/>
        </p:nvCxnSpPr>
        <p:spPr>
          <a:xfrm>
            <a:off x="8740370" y="2119302"/>
            <a:ext cx="807260" cy="0"/>
          </a:xfrm>
          <a:prstGeom prst="line">
            <a:avLst/>
          </a:prstGeom>
          <a:ln w="47625">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9370670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14_2_Organizational Name Pics Char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5893E5-20EC-21EE-B811-7886E383F654}"/>
              </a:ext>
            </a:extLst>
          </p:cNvPr>
          <p:cNvSpPr>
            <a:spLocks noGrp="1"/>
          </p:cNvSpPr>
          <p:nvPr>
            <p:ph type="title"/>
          </p:nvPr>
        </p:nvSpPr>
        <p:spPr/>
        <p:txBody>
          <a:bodyPr/>
          <a:lstStyle>
            <a:lvl1pPr algn="ctr">
              <a:defRPr/>
            </a:lvl1pPr>
          </a:lstStyle>
          <a:p>
            <a:r>
              <a:rPr lang="en-US" dirty="0"/>
              <a:t>Click to edit Master title style</a:t>
            </a:r>
          </a:p>
        </p:txBody>
      </p:sp>
      <p:sp>
        <p:nvSpPr>
          <p:cNvPr id="3" name="Slide Number Placeholder 2">
            <a:extLst>
              <a:ext uri="{FF2B5EF4-FFF2-40B4-BE49-F238E27FC236}">
                <a16:creationId xmlns:a16="http://schemas.microsoft.com/office/drawing/2014/main" id="{2445C668-DEE6-34CE-D215-E14C63B86B7E}"/>
              </a:ext>
            </a:extLst>
          </p:cNvPr>
          <p:cNvSpPr>
            <a:spLocks noGrp="1"/>
          </p:cNvSpPr>
          <p:nvPr>
            <p:ph type="sldNum" sz="quarter" idx="10"/>
          </p:nvPr>
        </p:nvSpPr>
        <p:spPr/>
        <p:txBody>
          <a:bodyPr/>
          <a:lstStyle/>
          <a:p>
            <a:fld id="{8CC5BBF2-D04D-C048-9F75-C3CD7CC10D78}" type="slidenum">
              <a:rPr lang="en-US" smtClean="0"/>
              <a:pPr/>
              <a:t>‹#›</a:t>
            </a:fld>
            <a:endParaRPr lang="en-US" dirty="0"/>
          </a:p>
        </p:txBody>
      </p:sp>
      <p:sp>
        <p:nvSpPr>
          <p:cNvPr id="6" name="Text Placeholder 5">
            <a:extLst>
              <a:ext uri="{FF2B5EF4-FFF2-40B4-BE49-F238E27FC236}">
                <a16:creationId xmlns:a16="http://schemas.microsoft.com/office/drawing/2014/main" id="{8D315A33-ACFE-8848-7096-224AEC22CDB4}"/>
              </a:ext>
            </a:extLst>
          </p:cNvPr>
          <p:cNvSpPr>
            <a:spLocks noGrp="1"/>
          </p:cNvSpPr>
          <p:nvPr>
            <p:ph type="body" sz="quarter" idx="11" hasCustomPrompt="1"/>
          </p:nvPr>
        </p:nvSpPr>
        <p:spPr>
          <a:xfrm>
            <a:off x="9213783" y="3380588"/>
            <a:ext cx="2395728" cy="640080"/>
          </a:xfrm>
          <a:solidFill>
            <a:srgbClr val="00437B"/>
          </a:solidFill>
          <a:ln w="12700">
            <a:solidFill>
              <a:srgbClr val="474C55"/>
            </a:solidFill>
          </a:ln>
        </p:spPr>
        <p:txBody>
          <a:bodyPr lIns="137160" rIns="137160" anchor="ctr"/>
          <a:lstStyle>
            <a:lvl1pPr marL="0" indent="0" algn="l">
              <a:lnSpc>
                <a:spcPts val="1920"/>
              </a:lnSpc>
              <a:spcBef>
                <a:spcPts val="0"/>
              </a:spcBef>
              <a:buFontTx/>
              <a:buNone/>
              <a:defRPr sz="1600" b="1">
                <a:solidFill>
                  <a:schemeClr val="bg1"/>
                </a:solidFill>
              </a:defRPr>
            </a:lvl1pPr>
          </a:lstStyle>
          <a:p>
            <a:pPr lvl="0"/>
            <a:r>
              <a:rPr lang="en-US" dirty="0"/>
              <a:t>Name goes here</a:t>
            </a:r>
          </a:p>
        </p:txBody>
      </p:sp>
      <p:sp>
        <p:nvSpPr>
          <p:cNvPr id="8" name="Picture Placeholder 7">
            <a:extLst>
              <a:ext uri="{FF2B5EF4-FFF2-40B4-BE49-F238E27FC236}">
                <a16:creationId xmlns:a16="http://schemas.microsoft.com/office/drawing/2014/main" id="{56BE1B34-EC8A-AA0A-0178-3457F5DAF0B5}"/>
              </a:ext>
            </a:extLst>
          </p:cNvPr>
          <p:cNvSpPr>
            <a:spLocks noGrp="1"/>
          </p:cNvSpPr>
          <p:nvPr>
            <p:ph type="pic" sz="quarter" idx="12"/>
          </p:nvPr>
        </p:nvSpPr>
        <p:spPr>
          <a:xfrm>
            <a:off x="8068379" y="3179606"/>
            <a:ext cx="1005840" cy="1005840"/>
          </a:xfrm>
          <a:solidFill>
            <a:schemeClr val="bg1"/>
          </a:solidFill>
        </p:spPr>
        <p:txBody>
          <a:bodyPr/>
          <a:lstStyle>
            <a:lvl1pPr marL="0" indent="0">
              <a:buNone/>
              <a:defRPr sz="1800"/>
            </a:lvl1pPr>
          </a:lstStyle>
          <a:p>
            <a:endParaRPr lang="en-US" dirty="0"/>
          </a:p>
        </p:txBody>
      </p:sp>
      <p:cxnSp>
        <p:nvCxnSpPr>
          <p:cNvPr id="9" name="Elbow Connector 8">
            <a:extLst>
              <a:ext uri="{FF2B5EF4-FFF2-40B4-BE49-F238E27FC236}">
                <a16:creationId xmlns:a16="http://schemas.microsoft.com/office/drawing/2014/main" id="{BA794327-30F5-0E6A-A96A-AD7ED71BE037}"/>
              </a:ext>
            </a:extLst>
          </p:cNvPr>
          <p:cNvCxnSpPr>
            <a:cxnSpLocks/>
            <a:stCxn id="22" idx="0"/>
            <a:endCxn id="37" idx="0"/>
          </p:cNvCxnSpPr>
          <p:nvPr userDrawn="1"/>
        </p:nvCxnSpPr>
        <p:spPr>
          <a:xfrm rot="16200000" flipH="1">
            <a:off x="10126608" y="1555119"/>
            <a:ext cx="159" cy="6485422"/>
          </a:xfrm>
          <a:prstGeom prst="bentConnector3">
            <a:avLst>
              <a:gd name="adj1" fmla="val -231635220"/>
            </a:avLst>
          </a:prstGeom>
          <a:ln cmpd="sng">
            <a:solidFill>
              <a:srgbClr val="474C55"/>
            </a:solidFill>
          </a:ln>
        </p:spPr>
        <p:style>
          <a:lnRef idx="1">
            <a:schemeClr val="accent1"/>
          </a:lnRef>
          <a:fillRef idx="0">
            <a:schemeClr val="accent1"/>
          </a:fillRef>
          <a:effectRef idx="0">
            <a:schemeClr val="accent1"/>
          </a:effectRef>
          <a:fontRef idx="minor">
            <a:schemeClr val="tx1"/>
          </a:fontRef>
        </p:style>
      </p:cxnSp>
      <p:cxnSp>
        <p:nvCxnSpPr>
          <p:cNvPr id="10" name="Elbow Connector 9">
            <a:extLst>
              <a:ext uri="{FF2B5EF4-FFF2-40B4-BE49-F238E27FC236}">
                <a16:creationId xmlns:a16="http://schemas.microsoft.com/office/drawing/2014/main" id="{8E2D4758-7FB2-766A-99C5-71AF714BD5CB}"/>
              </a:ext>
            </a:extLst>
          </p:cNvPr>
          <p:cNvCxnSpPr>
            <a:cxnSpLocks/>
          </p:cNvCxnSpPr>
          <p:nvPr userDrawn="1"/>
        </p:nvCxnSpPr>
        <p:spPr>
          <a:xfrm rot="5400000" flipH="1" flipV="1">
            <a:off x="6381419" y="4411180"/>
            <a:ext cx="18288" cy="4480560"/>
          </a:xfrm>
          <a:prstGeom prst="bentConnector3">
            <a:avLst>
              <a:gd name="adj1" fmla="val 3499344"/>
            </a:avLst>
          </a:prstGeom>
          <a:ln>
            <a:solidFill>
              <a:srgbClr val="474C55"/>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8AD8472B-99DD-EB71-CCFD-50F634DE9A3B}"/>
              </a:ext>
            </a:extLst>
          </p:cNvPr>
          <p:cNvCxnSpPr>
            <a:cxnSpLocks/>
            <a:endCxn id="6" idx="2"/>
          </p:cNvCxnSpPr>
          <p:nvPr userDrawn="1"/>
        </p:nvCxnSpPr>
        <p:spPr>
          <a:xfrm flipV="1">
            <a:off x="10411647" y="4020668"/>
            <a:ext cx="0" cy="406953"/>
          </a:xfrm>
          <a:prstGeom prst="line">
            <a:avLst/>
          </a:prstGeom>
          <a:ln>
            <a:solidFill>
              <a:srgbClr val="474C55"/>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80BAB329-CA18-4BAC-86EF-A4F133C08386}"/>
              </a:ext>
            </a:extLst>
          </p:cNvPr>
          <p:cNvCxnSpPr>
            <a:cxnSpLocks/>
          </p:cNvCxnSpPr>
          <p:nvPr userDrawn="1"/>
        </p:nvCxnSpPr>
        <p:spPr>
          <a:xfrm>
            <a:off x="6877158" y="5306821"/>
            <a:ext cx="0" cy="705508"/>
          </a:xfrm>
          <a:prstGeom prst="line">
            <a:avLst/>
          </a:prstGeom>
          <a:ln>
            <a:solidFill>
              <a:srgbClr val="474C55"/>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5E264CEC-32B7-0A10-2294-7723FFFF30B3}"/>
              </a:ext>
            </a:extLst>
          </p:cNvPr>
          <p:cNvCxnSpPr>
            <a:cxnSpLocks/>
            <a:stCxn id="37" idx="2"/>
            <a:endCxn id="41" idx="0"/>
          </p:cNvCxnSpPr>
          <p:nvPr userDrawn="1"/>
        </p:nvCxnSpPr>
        <p:spPr>
          <a:xfrm>
            <a:off x="13369399" y="5437672"/>
            <a:ext cx="22693" cy="1223567"/>
          </a:xfrm>
          <a:prstGeom prst="line">
            <a:avLst/>
          </a:prstGeom>
          <a:ln>
            <a:solidFill>
              <a:srgbClr val="474C55"/>
            </a:solidFill>
          </a:ln>
        </p:spPr>
        <p:style>
          <a:lnRef idx="1">
            <a:schemeClr val="accent1"/>
          </a:lnRef>
          <a:fillRef idx="0">
            <a:schemeClr val="accent1"/>
          </a:fillRef>
          <a:effectRef idx="0">
            <a:schemeClr val="accent1"/>
          </a:effectRef>
          <a:fontRef idx="minor">
            <a:schemeClr val="tx1"/>
          </a:fontRef>
        </p:style>
      </p:cxnSp>
      <p:sp>
        <p:nvSpPr>
          <p:cNvPr id="22" name="Text Placeholder 21">
            <a:extLst>
              <a:ext uri="{FF2B5EF4-FFF2-40B4-BE49-F238E27FC236}">
                <a16:creationId xmlns:a16="http://schemas.microsoft.com/office/drawing/2014/main" id="{1C9103F2-56C7-042F-1934-54C4490152D1}"/>
              </a:ext>
            </a:extLst>
          </p:cNvPr>
          <p:cNvSpPr>
            <a:spLocks noGrp="1"/>
          </p:cNvSpPr>
          <p:nvPr>
            <p:ph type="body" sz="quarter" idx="13" hasCustomPrompt="1"/>
          </p:nvPr>
        </p:nvSpPr>
        <p:spPr>
          <a:xfrm>
            <a:off x="5686113" y="4797751"/>
            <a:ext cx="2395728" cy="640080"/>
          </a:xfrm>
          <a:solidFill>
            <a:srgbClr val="00437B"/>
          </a:solidFill>
          <a:ln>
            <a:solidFill>
              <a:srgbClr val="474C55"/>
            </a:solidFill>
          </a:ln>
        </p:spPr>
        <p:txBody>
          <a:bodyPr lIns="137160" anchor="ctr"/>
          <a:lstStyle>
            <a:lvl1pPr marL="0" indent="0">
              <a:lnSpc>
                <a:spcPts val="1920"/>
              </a:lnSpc>
              <a:spcBef>
                <a:spcPts val="0"/>
              </a:spcBef>
              <a:buFontTx/>
              <a:buNone/>
              <a:defRPr sz="1600" b="1">
                <a:solidFill>
                  <a:schemeClr val="bg1"/>
                </a:solidFill>
              </a:defRPr>
            </a:lvl1pPr>
          </a:lstStyle>
          <a:p>
            <a:pPr lvl="0"/>
            <a:r>
              <a:rPr lang="en-US" dirty="0"/>
              <a:t>Name goes here</a:t>
            </a:r>
          </a:p>
        </p:txBody>
      </p:sp>
      <p:sp>
        <p:nvSpPr>
          <p:cNvPr id="24" name="Picture Placeholder 23">
            <a:extLst>
              <a:ext uri="{FF2B5EF4-FFF2-40B4-BE49-F238E27FC236}">
                <a16:creationId xmlns:a16="http://schemas.microsoft.com/office/drawing/2014/main" id="{FEA4E2D4-FB31-013A-A8ED-C3CF44EB7E78}"/>
              </a:ext>
            </a:extLst>
          </p:cNvPr>
          <p:cNvSpPr>
            <a:spLocks noGrp="1"/>
          </p:cNvSpPr>
          <p:nvPr>
            <p:ph type="pic" sz="quarter" idx="14"/>
          </p:nvPr>
        </p:nvSpPr>
        <p:spPr>
          <a:xfrm>
            <a:off x="4509947" y="4606298"/>
            <a:ext cx="1005840" cy="1005840"/>
          </a:xfrm>
        </p:spPr>
        <p:txBody>
          <a:bodyPr/>
          <a:lstStyle>
            <a:lvl1pPr marL="0" indent="0">
              <a:buFontTx/>
              <a:buNone/>
              <a:defRPr sz="1800"/>
            </a:lvl1pPr>
          </a:lstStyle>
          <a:p>
            <a:endParaRPr lang="en-US" dirty="0"/>
          </a:p>
        </p:txBody>
      </p:sp>
      <p:sp>
        <p:nvSpPr>
          <p:cNvPr id="26" name="Text Placeholder 25">
            <a:extLst>
              <a:ext uri="{FF2B5EF4-FFF2-40B4-BE49-F238E27FC236}">
                <a16:creationId xmlns:a16="http://schemas.microsoft.com/office/drawing/2014/main" id="{A8EB774C-227A-D22E-EA2D-C55B64336962}"/>
              </a:ext>
            </a:extLst>
          </p:cNvPr>
          <p:cNvSpPr>
            <a:spLocks noGrp="1"/>
          </p:cNvSpPr>
          <p:nvPr>
            <p:ph type="body" sz="quarter" idx="15" hasCustomPrompt="1"/>
          </p:nvPr>
        </p:nvSpPr>
        <p:spPr>
          <a:xfrm>
            <a:off x="2952419" y="6661239"/>
            <a:ext cx="2395728" cy="640080"/>
          </a:xfrm>
          <a:solidFill>
            <a:srgbClr val="00437B"/>
          </a:solidFill>
          <a:ln w="12700">
            <a:solidFill>
              <a:srgbClr val="474C55"/>
            </a:solidFill>
          </a:ln>
        </p:spPr>
        <p:txBody>
          <a:bodyPr lIns="137160" anchor="ctr"/>
          <a:lstStyle>
            <a:lvl1pPr marL="0" indent="0" algn="l">
              <a:lnSpc>
                <a:spcPts val="1920"/>
              </a:lnSpc>
              <a:spcBef>
                <a:spcPts val="0"/>
              </a:spcBef>
              <a:buFontTx/>
              <a:buNone/>
              <a:defRPr sz="1600" b="1">
                <a:solidFill>
                  <a:schemeClr val="bg1"/>
                </a:solidFill>
              </a:defRPr>
            </a:lvl1pPr>
          </a:lstStyle>
          <a:p>
            <a:pPr lvl="0"/>
            <a:r>
              <a:rPr lang="en-US" dirty="0"/>
              <a:t>Name goes here</a:t>
            </a:r>
          </a:p>
        </p:txBody>
      </p:sp>
      <p:sp>
        <p:nvSpPr>
          <p:cNvPr id="28" name="Picture Placeholder 27">
            <a:extLst>
              <a:ext uri="{FF2B5EF4-FFF2-40B4-BE49-F238E27FC236}">
                <a16:creationId xmlns:a16="http://schemas.microsoft.com/office/drawing/2014/main" id="{AB2A1C28-8A01-10AF-7E7E-BDF26545234C}"/>
              </a:ext>
            </a:extLst>
          </p:cNvPr>
          <p:cNvSpPr>
            <a:spLocks noGrp="1"/>
          </p:cNvSpPr>
          <p:nvPr>
            <p:ph type="pic" sz="quarter" idx="16"/>
          </p:nvPr>
        </p:nvSpPr>
        <p:spPr>
          <a:xfrm>
            <a:off x="1779817" y="6490785"/>
            <a:ext cx="1005840" cy="1005840"/>
          </a:xfrm>
        </p:spPr>
        <p:txBody>
          <a:bodyPr/>
          <a:lstStyle>
            <a:lvl1pPr marL="0" indent="0">
              <a:buNone/>
              <a:defRPr sz="1800"/>
            </a:lvl1pPr>
          </a:lstStyle>
          <a:p>
            <a:endParaRPr lang="en-US" dirty="0"/>
          </a:p>
        </p:txBody>
      </p:sp>
      <p:sp>
        <p:nvSpPr>
          <p:cNvPr id="30" name="Text Placeholder 29">
            <a:extLst>
              <a:ext uri="{FF2B5EF4-FFF2-40B4-BE49-F238E27FC236}">
                <a16:creationId xmlns:a16="http://schemas.microsoft.com/office/drawing/2014/main" id="{BC37BD2F-2BAF-3B4A-06D3-1442F4B661A8}"/>
              </a:ext>
            </a:extLst>
          </p:cNvPr>
          <p:cNvSpPr>
            <a:spLocks noGrp="1"/>
          </p:cNvSpPr>
          <p:nvPr>
            <p:ph type="body" sz="quarter" idx="17" hasCustomPrompt="1"/>
          </p:nvPr>
        </p:nvSpPr>
        <p:spPr>
          <a:xfrm>
            <a:off x="7432979" y="6660604"/>
            <a:ext cx="2395728" cy="641350"/>
          </a:xfrm>
          <a:solidFill>
            <a:srgbClr val="00437B"/>
          </a:solidFill>
          <a:ln w="12700">
            <a:solidFill>
              <a:srgbClr val="00437B"/>
            </a:solidFill>
          </a:ln>
        </p:spPr>
        <p:txBody>
          <a:bodyPr anchor="ctr"/>
          <a:lstStyle>
            <a:lvl1pPr marL="0" indent="0" algn="l">
              <a:lnSpc>
                <a:spcPts val="1920"/>
              </a:lnSpc>
              <a:spcBef>
                <a:spcPts val="0"/>
              </a:spcBef>
              <a:buFontTx/>
              <a:buNone/>
              <a:defRPr sz="1600" b="1">
                <a:solidFill>
                  <a:schemeClr val="bg1"/>
                </a:solidFill>
              </a:defRPr>
            </a:lvl1pPr>
          </a:lstStyle>
          <a:p>
            <a:pPr lvl="0"/>
            <a:r>
              <a:rPr lang="en-US" dirty="0"/>
              <a:t>Name goes here</a:t>
            </a:r>
          </a:p>
        </p:txBody>
      </p:sp>
      <p:sp>
        <p:nvSpPr>
          <p:cNvPr id="32" name="Picture Placeholder 31">
            <a:extLst>
              <a:ext uri="{FF2B5EF4-FFF2-40B4-BE49-F238E27FC236}">
                <a16:creationId xmlns:a16="http://schemas.microsoft.com/office/drawing/2014/main" id="{A36ACE5C-DADC-8ED7-C0F3-09EC2F8439A7}"/>
              </a:ext>
            </a:extLst>
          </p:cNvPr>
          <p:cNvSpPr>
            <a:spLocks noGrp="1"/>
          </p:cNvSpPr>
          <p:nvPr>
            <p:ph type="pic" sz="quarter" idx="18"/>
          </p:nvPr>
        </p:nvSpPr>
        <p:spPr>
          <a:xfrm>
            <a:off x="6248196" y="6490785"/>
            <a:ext cx="1005840" cy="1005840"/>
          </a:xfrm>
        </p:spPr>
        <p:txBody>
          <a:bodyPr/>
          <a:lstStyle>
            <a:lvl1pPr marL="0" indent="0">
              <a:buFontTx/>
              <a:buNone/>
              <a:defRPr sz="1800"/>
            </a:lvl1pPr>
          </a:lstStyle>
          <a:p>
            <a:endParaRPr lang="en-US"/>
          </a:p>
        </p:txBody>
      </p:sp>
      <p:sp>
        <p:nvSpPr>
          <p:cNvPr id="37" name="Text Placeholder 36">
            <a:extLst>
              <a:ext uri="{FF2B5EF4-FFF2-40B4-BE49-F238E27FC236}">
                <a16:creationId xmlns:a16="http://schemas.microsoft.com/office/drawing/2014/main" id="{3C6EED37-FEB3-03E2-FE8B-362D665194F8}"/>
              </a:ext>
            </a:extLst>
          </p:cNvPr>
          <p:cNvSpPr>
            <a:spLocks noGrp="1"/>
          </p:cNvSpPr>
          <p:nvPr>
            <p:ph type="body" sz="quarter" idx="19" hasCustomPrompt="1"/>
          </p:nvPr>
        </p:nvSpPr>
        <p:spPr>
          <a:xfrm>
            <a:off x="12171535" y="4797910"/>
            <a:ext cx="2395728" cy="639762"/>
          </a:xfrm>
          <a:solidFill>
            <a:srgbClr val="00437B"/>
          </a:solidFill>
          <a:ln w="12700">
            <a:solidFill>
              <a:srgbClr val="00437B"/>
            </a:solidFill>
          </a:ln>
        </p:spPr>
        <p:txBody>
          <a:bodyPr lIns="137160" rIns="137160" anchor="ctr"/>
          <a:lstStyle>
            <a:lvl1pPr marL="0" indent="0" algn="l">
              <a:lnSpc>
                <a:spcPts val="1920"/>
              </a:lnSpc>
              <a:spcBef>
                <a:spcPts val="0"/>
              </a:spcBef>
              <a:buFontTx/>
              <a:buNone/>
              <a:defRPr sz="1600" b="1">
                <a:solidFill>
                  <a:schemeClr val="bg1"/>
                </a:solidFill>
              </a:defRPr>
            </a:lvl1pPr>
          </a:lstStyle>
          <a:p>
            <a:pPr lvl="0"/>
            <a:r>
              <a:rPr lang="en-US" dirty="0"/>
              <a:t>Name goes here</a:t>
            </a:r>
          </a:p>
        </p:txBody>
      </p:sp>
      <p:sp>
        <p:nvSpPr>
          <p:cNvPr id="39" name="Picture Placeholder 38">
            <a:extLst>
              <a:ext uri="{FF2B5EF4-FFF2-40B4-BE49-F238E27FC236}">
                <a16:creationId xmlns:a16="http://schemas.microsoft.com/office/drawing/2014/main" id="{102CBB90-C91A-DEAE-42B9-7004D06158AA}"/>
              </a:ext>
            </a:extLst>
          </p:cNvPr>
          <p:cNvSpPr>
            <a:spLocks noGrp="1"/>
          </p:cNvSpPr>
          <p:nvPr>
            <p:ph type="pic" sz="quarter" idx="20"/>
          </p:nvPr>
        </p:nvSpPr>
        <p:spPr>
          <a:xfrm>
            <a:off x="11007282" y="4615543"/>
            <a:ext cx="1005840" cy="1006475"/>
          </a:xfrm>
        </p:spPr>
        <p:txBody>
          <a:bodyPr/>
          <a:lstStyle>
            <a:lvl1pPr marL="0" indent="0">
              <a:buFontTx/>
              <a:buNone/>
              <a:defRPr sz="1800"/>
            </a:lvl1pPr>
          </a:lstStyle>
          <a:p>
            <a:endParaRPr lang="en-US"/>
          </a:p>
        </p:txBody>
      </p:sp>
      <p:sp>
        <p:nvSpPr>
          <p:cNvPr id="41" name="Text Placeholder 40">
            <a:extLst>
              <a:ext uri="{FF2B5EF4-FFF2-40B4-BE49-F238E27FC236}">
                <a16:creationId xmlns:a16="http://schemas.microsoft.com/office/drawing/2014/main" id="{7E0F685C-49D8-5234-FD63-2162A92B826B}"/>
              </a:ext>
            </a:extLst>
          </p:cNvPr>
          <p:cNvSpPr>
            <a:spLocks noGrp="1"/>
          </p:cNvSpPr>
          <p:nvPr>
            <p:ph type="body" sz="quarter" idx="21" hasCustomPrompt="1"/>
          </p:nvPr>
        </p:nvSpPr>
        <p:spPr>
          <a:xfrm>
            <a:off x="12194228" y="6661239"/>
            <a:ext cx="2395728" cy="640080"/>
          </a:xfrm>
          <a:solidFill>
            <a:srgbClr val="00437B"/>
          </a:solidFill>
        </p:spPr>
        <p:txBody>
          <a:bodyPr lIns="137160" rIns="137160" anchor="ctr"/>
          <a:lstStyle>
            <a:lvl1pPr marL="0" indent="0">
              <a:lnSpc>
                <a:spcPts val="1920"/>
              </a:lnSpc>
              <a:spcBef>
                <a:spcPts val="0"/>
              </a:spcBef>
              <a:buNone/>
              <a:defRPr sz="1600" b="1">
                <a:solidFill>
                  <a:schemeClr val="bg1"/>
                </a:solidFill>
              </a:defRPr>
            </a:lvl1pPr>
          </a:lstStyle>
          <a:p>
            <a:pPr lvl="0"/>
            <a:r>
              <a:rPr lang="en-US" dirty="0"/>
              <a:t>Name goes here</a:t>
            </a:r>
          </a:p>
        </p:txBody>
      </p:sp>
      <p:sp>
        <p:nvSpPr>
          <p:cNvPr id="43" name="Picture Placeholder 42">
            <a:extLst>
              <a:ext uri="{FF2B5EF4-FFF2-40B4-BE49-F238E27FC236}">
                <a16:creationId xmlns:a16="http://schemas.microsoft.com/office/drawing/2014/main" id="{A1F8EECA-3817-8C83-FF4E-5BDD45FD19D2}"/>
              </a:ext>
            </a:extLst>
          </p:cNvPr>
          <p:cNvSpPr>
            <a:spLocks noGrp="1"/>
          </p:cNvSpPr>
          <p:nvPr>
            <p:ph type="pic" sz="quarter" idx="22"/>
          </p:nvPr>
        </p:nvSpPr>
        <p:spPr>
          <a:xfrm>
            <a:off x="11007282" y="6490785"/>
            <a:ext cx="1005840" cy="1005840"/>
          </a:xfrm>
        </p:spPr>
        <p:txBody>
          <a:bodyPr/>
          <a:lstStyle>
            <a:lvl1pPr marL="0" indent="0">
              <a:buNone/>
              <a:defRPr sz="1800"/>
            </a:lvl1pPr>
          </a:lstStyle>
          <a:p>
            <a:endParaRPr lang="en-US"/>
          </a:p>
        </p:txBody>
      </p:sp>
      <p:cxnSp>
        <p:nvCxnSpPr>
          <p:cNvPr id="5" name="Straight Connector 4">
            <a:extLst>
              <a:ext uri="{FF2B5EF4-FFF2-40B4-BE49-F238E27FC236}">
                <a16:creationId xmlns:a16="http://schemas.microsoft.com/office/drawing/2014/main" id="{3318EBF6-B70D-B053-5E41-8FE5343E6769}"/>
              </a:ext>
            </a:extLst>
          </p:cNvPr>
          <p:cNvCxnSpPr/>
          <p:nvPr userDrawn="1"/>
        </p:nvCxnSpPr>
        <p:spPr>
          <a:xfrm>
            <a:off x="8740370" y="2119302"/>
            <a:ext cx="807260" cy="0"/>
          </a:xfrm>
          <a:prstGeom prst="line">
            <a:avLst/>
          </a:prstGeom>
          <a:ln w="47625">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03357532"/>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14_3_ Organizational Name Char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5893E5-20EC-21EE-B811-7886E383F654}"/>
              </a:ext>
            </a:extLst>
          </p:cNvPr>
          <p:cNvSpPr>
            <a:spLocks noGrp="1"/>
          </p:cNvSpPr>
          <p:nvPr>
            <p:ph type="title"/>
          </p:nvPr>
        </p:nvSpPr>
        <p:spPr/>
        <p:txBody>
          <a:bodyPr/>
          <a:lstStyle>
            <a:lvl1pPr algn="ctr">
              <a:defRPr/>
            </a:lvl1pPr>
          </a:lstStyle>
          <a:p>
            <a:r>
              <a:rPr lang="en-US" dirty="0"/>
              <a:t>Click to edit Master title style</a:t>
            </a:r>
          </a:p>
        </p:txBody>
      </p:sp>
      <p:sp>
        <p:nvSpPr>
          <p:cNvPr id="3" name="Slide Number Placeholder 2">
            <a:extLst>
              <a:ext uri="{FF2B5EF4-FFF2-40B4-BE49-F238E27FC236}">
                <a16:creationId xmlns:a16="http://schemas.microsoft.com/office/drawing/2014/main" id="{2445C668-DEE6-34CE-D215-E14C63B86B7E}"/>
              </a:ext>
            </a:extLst>
          </p:cNvPr>
          <p:cNvSpPr>
            <a:spLocks noGrp="1"/>
          </p:cNvSpPr>
          <p:nvPr>
            <p:ph type="sldNum" sz="quarter" idx="10"/>
          </p:nvPr>
        </p:nvSpPr>
        <p:spPr/>
        <p:txBody>
          <a:bodyPr/>
          <a:lstStyle/>
          <a:p>
            <a:fld id="{8CC5BBF2-D04D-C048-9F75-C3CD7CC10D78}" type="slidenum">
              <a:rPr lang="en-US" smtClean="0"/>
              <a:pPr/>
              <a:t>‹#›</a:t>
            </a:fld>
            <a:endParaRPr lang="en-US" dirty="0"/>
          </a:p>
        </p:txBody>
      </p:sp>
      <p:sp>
        <p:nvSpPr>
          <p:cNvPr id="6" name="Text Placeholder 5">
            <a:extLst>
              <a:ext uri="{FF2B5EF4-FFF2-40B4-BE49-F238E27FC236}">
                <a16:creationId xmlns:a16="http://schemas.microsoft.com/office/drawing/2014/main" id="{8D315A33-ACFE-8848-7096-224AEC22CDB4}"/>
              </a:ext>
            </a:extLst>
          </p:cNvPr>
          <p:cNvSpPr>
            <a:spLocks noGrp="1"/>
          </p:cNvSpPr>
          <p:nvPr>
            <p:ph type="body" sz="quarter" idx="11" hasCustomPrompt="1"/>
          </p:nvPr>
        </p:nvSpPr>
        <p:spPr>
          <a:xfrm>
            <a:off x="7946136" y="3380588"/>
            <a:ext cx="2395728" cy="640080"/>
          </a:xfrm>
          <a:solidFill>
            <a:srgbClr val="00437B"/>
          </a:solidFill>
          <a:ln w="12700">
            <a:solidFill>
              <a:srgbClr val="474C55"/>
            </a:solidFill>
          </a:ln>
        </p:spPr>
        <p:txBody>
          <a:bodyPr lIns="137160" rIns="137160" anchor="ctr"/>
          <a:lstStyle>
            <a:lvl1pPr marL="0" indent="0" algn="ctr">
              <a:lnSpc>
                <a:spcPts val="1920"/>
              </a:lnSpc>
              <a:spcBef>
                <a:spcPts val="0"/>
              </a:spcBef>
              <a:buFontTx/>
              <a:buNone/>
              <a:defRPr sz="1600" b="1">
                <a:solidFill>
                  <a:schemeClr val="bg1"/>
                </a:solidFill>
              </a:defRPr>
            </a:lvl1pPr>
          </a:lstStyle>
          <a:p>
            <a:pPr lvl="0"/>
            <a:r>
              <a:rPr lang="en-US" dirty="0"/>
              <a:t>Name goes here</a:t>
            </a:r>
          </a:p>
        </p:txBody>
      </p:sp>
      <p:cxnSp>
        <p:nvCxnSpPr>
          <p:cNvPr id="9" name="Elbow Connector 8">
            <a:extLst>
              <a:ext uri="{FF2B5EF4-FFF2-40B4-BE49-F238E27FC236}">
                <a16:creationId xmlns:a16="http://schemas.microsoft.com/office/drawing/2014/main" id="{BA794327-30F5-0E6A-A96A-AD7ED71BE037}"/>
              </a:ext>
            </a:extLst>
          </p:cNvPr>
          <p:cNvCxnSpPr>
            <a:cxnSpLocks/>
            <a:stCxn id="22" idx="0"/>
            <a:endCxn id="37" idx="0"/>
          </p:cNvCxnSpPr>
          <p:nvPr userDrawn="1"/>
        </p:nvCxnSpPr>
        <p:spPr>
          <a:xfrm rot="16200000" flipH="1">
            <a:off x="9143918" y="1270162"/>
            <a:ext cx="159" cy="7055337"/>
          </a:xfrm>
          <a:prstGeom prst="bentConnector3">
            <a:avLst>
              <a:gd name="adj1" fmla="val -229898742"/>
            </a:avLst>
          </a:prstGeom>
          <a:ln cmpd="sng">
            <a:solidFill>
              <a:srgbClr val="474C55"/>
            </a:solidFill>
          </a:ln>
        </p:spPr>
        <p:style>
          <a:lnRef idx="1">
            <a:schemeClr val="accent1"/>
          </a:lnRef>
          <a:fillRef idx="0">
            <a:schemeClr val="accent1"/>
          </a:fillRef>
          <a:effectRef idx="0">
            <a:schemeClr val="accent1"/>
          </a:effectRef>
          <a:fontRef idx="minor">
            <a:schemeClr val="tx1"/>
          </a:fontRef>
        </p:style>
      </p:cxnSp>
      <p:cxnSp>
        <p:nvCxnSpPr>
          <p:cNvPr id="10" name="Elbow Connector 9">
            <a:extLst>
              <a:ext uri="{FF2B5EF4-FFF2-40B4-BE49-F238E27FC236}">
                <a16:creationId xmlns:a16="http://schemas.microsoft.com/office/drawing/2014/main" id="{8E2D4758-7FB2-766A-99C5-71AF714BD5CB}"/>
              </a:ext>
            </a:extLst>
          </p:cNvPr>
          <p:cNvCxnSpPr>
            <a:cxnSpLocks/>
            <a:stCxn id="26" idx="0"/>
            <a:endCxn id="30" idx="0"/>
          </p:cNvCxnSpPr>
          <p:nvPr userDrawn="1"/>
        </p:nvCxnSpPr>
        <p:spPr>
          <a:xfrm rot="5400000" flipH="1" flipV="1">
            <a:off x="5583052" y="3858003"/>
            <a:ext cx="635" cy="4725534"/>
          </a:xfrm>
          <a:prstGeom prst="bentConnector3">
            <a:avLst>
              <a:gd name="adj1" fmla="val 62340000"/>
            </a:avLst>
          </a:prstGeom>
          <a:ln>
            <a:solidFill>
              <a:srgbClr val="474C55"/>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8AD8472B-99DD-EB71-CCFD-50F634DE9A3B}"/>
              </a:ext>
            </a:extLst>
          </p:cNvPr>
          <p:cNvCxnSpPr>
            <a:cxnSpLocks/>
            <a:endCxn id="6" idx="2"/>
          </p:cNvCxnSpPr>
          <p:nvPr userDrawn="1"/>
        </p:nvCxnSpPr>
        <p:spPr>
          <a:xfrm flipV="1">
            <a:off x="9144000" y="4020668"/>
            <a:ext cx="0" cy="406953"/>
          </a:xfrm>
          <a:prstGeom prst="line">
            <a:avLst/>
          </a:prstGeom>
          <a:ln>
            <a:solidFill>
              <a:srgbClr val="474C55"/>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80BAB329-CA18-4BAC-86EF-A4F133C08386}"/>
              </a:ext>
            </a:extLst>
          </p:cNvPr>
          <p:cNvCxnSpPr>
            <a:cxnSpLocks/>
          </p:cNvCxnSpPr>
          <p:nvPr userDrawn="1"/>
        </p:nvCxnSpPr>
        <p:spPr>
          <a:xfrm>
            <a:off x="5609511" y="5229522"/>
            <a:ext cx="0" cy="590396"/>
          </a:xfrm>
          <a:prstGeom prst="line">
            <a:avLst/>
          </a:prstGeom>
          <a:ln>
            <a:solidFill>
              <a:srgbClr val="474C55"/>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5E264CEC-32B7-0A10-2294-7723FFFF30B3}"/>
              </a:ext>
            </a:extLst>
          </p:cNvPr>
          <p:cNvCxnSpPr>
            <a:cxnSpLocks/>
            <a:stCxn id="37" idx="2"/>
            <a:endCxn id="41" idx="0"/>
          </p:cNvCxnSpPr>
          <p:nvPr userDrawn="1"/>
        </p:nvCxnSpPr>
        <p:spPr>
          <a:xfrm>
            <a:off x="12671667" y="5437672"/>
            <a:ext cx="0" cy="764492"/>
          </a:xfrm>
          <a:prstGeom prst="line">
            <a:avLst/>
          </a:prstGeom>
          <a:ln>
            <a:solidFill>
              <a:srgbClr val="474C55"/>
            </a:solidFill>
          </a:ln>
        </p:spPr>
        <p:style>
          <a:lnRef idx="1">
            <a:schemeClr val="accent1"/>
          </a:lnRef>
          <a:fillRef idx="0">
            <a:schemeClr val="accent1"/>
          </a:fillRef>
          <a:effectRef idx="0">
            <a:schemeClr val="accent1"/>
          </a:effectRef>
          <a:fontRef idx="minor">
            <a:schemeClr val="tx1"/>
          </a:fontRef>
        </p:style>
      </p:cxnSp>
      <p:sp>
        <p:nvSpPr>
          <p:cNvPr id="22" name="Text Placeholder 21">
            <a:extLst>
              <a:ext uri="{FF2B5EF4-FFF2-40B4-BE49-F238E27FC236}">
                <a16:creationId xmlns:a16="http://schemas.microsoft.com/office/drawing/2014/main" id="{1C9103F2-56C7-042F-1934-54C4490152D1}"/>
              </a:ext>
            </a:extLst>
          </p:cNvPr>
          <p:cNvSpPr>
            <a:spLocks noGrp="1"/>
          </p:cNvSpPr>
          <p:nvPr>
            <p:ph type="body" sz="quarter" idx="13" hasCustomPrompt="1"/>
          </p:nvPr>
        </p:nvSpPr>
        <p:spPr>
          <a:xfrm>
            <a:off x="4418466" y="4797751"/>
            <a:ext cx="2395728" cy="640080"/>
          </a:xfrm>
          <a:solidFill>
            <a:srgbClr val="00437B"/>
          </a:solidFill>
          <a:ln>
            <a:solidFill>
              <a:srgbClr val="474C55"/>
            </a:solidFill>
          </a:ln>
        </p:spPr>
        <p:txBody>
          <a:bodyPr lIns="137160" anchor="ctr"/>
          <a:lstStyle>
            <a:lvl1pPr marL="0" indent="0" algn="ctr">
              <a:lnSpc>
                <a:spcPts val="1920"/>
              </a:lnSpc>
              <a:spcBef>
                <a:spcPts val="0"/>
              </a:spcBef>
              <a:buFontTx/>
              <a:buNone/>
              <a:defRPr sz="1600" b="1">
                <a:solidFill>
                  <a:schemeClr val="bg1"/>
                </a:solidFill>
              </a:defRPr>
            </a:lvl1pPr>
          </a:lstStyle>
          <a:p>
            <a:pPr lvl="0"/>
            <a:r>
              <a:rPr lang="en-US" dirty="0"/>
              <a:t>Name goes here</a:t>
            </a:r>
          </a:p>
        </p:txBody>
      </p:sp>
      <p:sp>
        <p:nvSpPr>
          <p:cNvPr id="26" name="Text Placeholder 25">
            <a:extLst>
              <a:ext uri="{FF2B5EF4-FFF2-40B4-BE49-F238E27FC236}">
                <a16:creationId xmlns:a16="http://schemas.microsoft.com/office/drawing/2014/main" id="{A8EB774C-227A-D22E-EA2D-C55B64336962}"/>
              </a:ext>
            </a:extLst>
          </p:cNvPr>
          <p:cNvSpPr>
            <a:spLocks noGrp="1"/>
          </p:cNvSpPr>
          <p:nvPr>
            <p:ph type="body" sz="quarter" idx="15" hasCustomPrompt="1"/>
          </p:nvPr>
        </p:nvSpPr>
        <p:spPr>
          <a:xfrm>
            <a:off x="2022738" y="6221087"/>
            <a:ext cx="2395728" cy="640080"/>
          </a:xfrm>
          <a:solidFill>
            <a:srgbClr val="00437B"/>
          </a:solidFill>
          <a:ln w="12700">
            <a:solidFill>
              <a:srgbClr val="474C55"/>
            </a:solidFill>
          </a:ln>
        </p:spPr>
        <p:txBody>
          <a:bodyPr lIns="137160" anchor="ctr"/>
          <a:lstStyle>
            <a:lvl1pPr marL="0" indent="0" algn="ctr">
              <a:lnSpc>
                <a:spcPts val="1920"/>
              </a:lnSpc>
              <a:spcBef>
                <a:spcPts val="0"/>
              </a:spcBef>
              <a:buFontTx/>
              <a:buNone/>
              <a:defRPr sz="1600" b="1">
                <a:solidFill>
                  <a:schemeClr val="bg1"/>
                </a:solidFill>
              </a:defRPr>
            </a:lvl1pPr>
          </a:lstStyle>
          <a:p>
            <a:pPr lvl="0"/>
            <a:r>
              <a:rPr lang="en-US" dirty="0"/>
              <a:t>Name goes here</a:t>
            </a:r>
          </a:p>
        </p:txBody>
      </p:sp>
      <p:sp>
        <p:nvSpPr>
          <p:cNvPr id="30" name="Text Placeholder 29">
            <a:extLst>
              <a:ext uri="{FF2B5EF4-FFF2-40B4-BE49-F238E27FC236}">
                <a16:creationId xmlns:a16="http://schemas.microsoft.com/office/drawing/2014/main" id="{BC37BD2F-2BAF-3B4A-06D3-1442F4B661A8}"/>
              </a:ext>
            </a:extLst>
          </p:cNvPr>
          <p:cNvSpPr>
            <a:spLocks noGrp="1"/>
          </p:cNvSpPr>
          <p:nvPr>
            <p:ph type="body" sz="quarter" idx="17" hasCustomPrompt="1"/>
          </p:nvPr>
        </p:nvSpPr>
        <p:spPr>
          <a:xfrm>
            <a:off x="6748272" y="6220452"/>
            <a:ext cx="2395728" cy="641350"/>
          </a:xfrm>
          <a:solidFill>
            <a:srgbClr val="00437B"/>
          </a:solidFill>
          <a:ln w="12700">
            <a:solidFill>
              <a:srgbClr val="00437B"/>
            </a:solidFill>
          </a:ln>
        </p:spPr>
        <p:txBody>
          <a:bodyPr anchor="ctr"/>
          <a:lstStyle>
            <a:lvl1pPr marL="0" indent="0" algn="ctr">
              <a:lnSpc>
                <a:spcPts val="1920"/>
              </a:lnSpc>
              <a:spcBef>
                <a:spcPts val="0"/>
              </a:spcBef>
              <a:buFontTx/>
              <a:buNone/>
              <a:defRPr sz="1600" b="1">
                <a:solidFill>
                  <a:schemeClr val="bg1"/>
                </a:solidFill>
              </a:defRPr>
            </a:lvl1pPr>
          </a:lstStyle>
          <a:p>
            <a:pPr lvl="0"/>
            <a:r>
              <a:rPr lang="en-US" dirty="0"/>
              <a:t>Name goes here</a:t>
            </a:r>
          </a:p>
        </p:txBody>
      </p:sp>
      <p:sp>
        <p:nvSpPr>
          <p:cNvPr id="37" name="Text Placeholder 36">
            <a:extLst>
              <a:ext uri="{FF2B5EF4-FFF2-40B4-BE49-F238E27FC236}">
                <a16:creationId xmlns:a16="http://schemas.microsoft.com/office/drawing/2014/main" id="{3C6EED37-FEB3-03E2-FE8B-362D665194F8}"/>
              </a:ext>
            </a:extLst>
          </p:cNvPr>
          <p:cNvSpPr>
            <a:spLocks noGrp="1"/>
          </p:cNvSpPr>
          <p:nvPr>
            <p:ph type="body" sz="quarter" idx="19" hasCustomPrompt="1"/>
          </p:nvPr>
        </p:nvSpPr>
        <p:spPr>
          <a:xfrm>
            <a:off x="11473803" y="4797910"/>
            <a:ext cx="2395728" cy="639762"/>
          </a:xfrm>
          <a:solidFill>
            <a:srgbClr val="00437B"/>
          </a:solidFill>
          <a:ln w="12700">
            <a:solidFill>
              <a:srgbClr val="00437B"/>
            </a:solidFill>
          </a:ln>
        </p:spPr>
        <p:txBody>
          <a:bodyPr lIns="137160" rIns="137160" anchor="ctr"/>
          <a:lstStyle>
            <a:lvl1pPr marL="0" indent="0" algn="ctr">
              <a:lnSpc>
                <a:spcPts val="1920"/>
              </a:lnSpc>
              <a:spcBef>
                <a:spcPts val="0"/>
              </a:spcBef>
              <a:buFontTx/>
              <a:buNone/>
              <a:defRPr sz="1600" b="1">
                <a:solidFill>
                  <a:schemeClr val="bg1"/>
                </a:solidFill>
              </a:defRPr>
            </a:lvl1pPr>
          </a:lstStyle>
          <a:p>
            <a:pPr lvl="0"/>
            <a:r>
              <a:rPr lang="en-US" dirty="0"/>
              <a:t>Name goes here</a:t>
            </a:r>
          </a:p>
        </p:txBody>
      </p:sp>
      <p:sp>
        <p:nvSpPr>
          <p:cNvPr id="41" name="Text Placeholder 40">
            <a:extLst>
              <a:ext uri="{FF2B5EF4-FFF2-40B4-BE49-F238E27FC236}">
                <a16:creationId xmlns:a16="http://schemas.microsoft.com/office/drawing/2014/main" id="{7E0F685C-49D8-5234-FD63-2162A92B826B}"/>
              </a:ext>
            </a:extLst>
          </p:cNvPr>
          <p:cNvSpPr>
            <a:spLocks noGrp="1"/>
          </p:cNvSpPr>
          <p:nvPr>
            <p:ph type="body" sz="quarter" idx="21" hasCustomPrompt="1"/>
          </p:nvPr>
        </p:nvSpPr>
        <p:spPr>
          <a:xfrm>
            <a:off x="11473803" y="6202164"/>
            <a:ext cx="2395728" cy="640080"/>
          </a:xfrm>
          <a:solidFill>
            <a:srgbClr val="00437B"/>
          </a:solidFill>
        </p:spPr>
        <p:txBody>
          <a:bodyPr lIns="137160" rIns="137160" anchor="ctr"/>
          <a:lstStyle>
            <a:lvl1pPr marL="0" indent="0" algn="ctr">
              <a:lnSpc>
                <a:spcPts val="1920"/>
              </a:lnSpc>
              <a:spcBef>
                <a:spcPts val="0"/>
              </a:spcBef>
              <a:buNone/>
              <a:defRPr sz="1600" b="1">
                <a:solidFill>
                  <a:schemeClr val="bg1"/>
                </a:solidFill>
              </a:defRPr>
            </a:lvl1pPr>
          </a:lstStyle>
          <a:p>
            <a:pPr lvl="0"/>
            <a:r>
              <a:rPr lang="en-US" dirty="0"/>
              <a:t>Name goes here</a:t>
            </a:r>
          </a:p>
        </p:txBody>
      </p:sp>
      <p:cxnSp>
        <p:nvCxnSpPr>
          <p:cNvPr id="5" name="Straight Connector 4">
            <a:extLst>
              <a:ext uri="{FF2B5EF4-FFF2-40B4-BE49-F238E27FC236}">
                <a16:creationId xmlns:a16="http://schemas.microsoft.com/office/drawing/2014/main" id="{3318EBF6-B70D-B053-5E41-8FE5343E6769}"/>
              </a:ext>
            </a:extLst>
          </p:cNvPr>
          <p:cNvCxnSpPr/>
          <p:nvPr userDrawn="1"/>
        </p:nvCxnSpPr>
        <p:spPr>
          <a:xfrm>
            <a:off x="8740370" y="2119302"/>
            <a:ext cx="807260" cy="0"/>
          </a:xfrm>
          <a:prstGeom prst="line">
            <a:avLst/>
          </a:prstGeom>
          <a:ln w="47625">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4386581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15_1_One Phone and Cop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2ECC4A-7F70-4E68-8E06-9786F3169030}"/>
              </a:ext>
            </a:extLst>
          </p:cNvPr>
          <p:cNvSpPr>
            <a:spLocks noGrp="1"/>
          </p:cNvSpPr>
          <p:nvPr>
            <p:ph type="title"/>
          </p:nvPr>
        </p:nvSpPr>
        <p:spPr>
          <a:xfrm>
            <a:off x="5892799" y="271849"/>
            <a:ext cx="11651735" cy="1663307"/>
          </a:xfrm>
        </p:spPr>
        <p:txBody>
          <a:bodyPr/>
          <a:lstStyle/>
          <a:p>
            <a:r>
              <a:rPr lang="en-US" dirty="0"/>
              <a:t>Click to edit Master title style</a:t>
            </a:r>
          </a:p>
        </p:txBody>
      </p:sp>
      <p:sp>
        <p:nvSpPr>
          <p:cNvPr id="3" name="Slide Number Placeholder 2">
            <a:extLst>
              <a:ext uri="{FF2B5EF4-FFF2-40B4-BE49-F238E27FC236}">
                <a16:creationId xmlns:a16="http://schemas.microsoft.com/office/drawing/2014/main" id="{9C2E2410-4E1A-E96C-1B65-658D9703752A}"/>
              </a:ext>
            </a:extLst>
          </p:cNvPr>
          <p:cNvSpPr>
            <a:spLocks noGrp="1"/>
          </p:cNvSpPr>
          <p:nvPr>
            <p:ph type="sldNum" sz="quarter" idx="10"/>
          </p:nvPr>
        </p:nvSpPr>
        <p:spPr/>
        <p:txBody>
          <a:bodyPr/>
          <a:lstStyle/>
          <a:p>
            <a:fld id="{8CC5BBF2-D04D-C048-9F75-C3CD7CC10D78}" type="slidenum">
              <a:rPr lang="en-US" smtClean="0"/>
              <a:pPr/>
              <a:t>‹#›</a:t>
            </a:fld>
            <a:endParaRPr lang="en-US" dirty="0"/>
          </a:p>
        </p:txBody>
      </p:sp>
      <p:pic>
        <p:nvPicPr>
          <p:cNvPr id="12" name="Picture 11" descr="A black screen with silver frame&#10;&#10;Description automatically generated">
            <a:extLst>
              <a:ext uri="{FF2B5EF4-FFF2-40B4-BE49-F238E27FC236}">
                <a16:creationId xmlns:a16="http://schemas.microsoft.com/office/drawing/2014/main" id="{8E0FFE31-56AE-2786-A01C-0E6DA7BDC7EA}"/>
              </a:ext>
            </a:extLst>
          </p:cNvPr>
          <p:cNvPicPr>
            <a:picLocks noChangeAspect="1"/>
          </p:cNvPicPr>
          <p:nvPr userDrawn="1"/>
        </p:nvPicPr>
        <p:blipFill>
          <a:blip r:embed="rId2"/>
          <a:stretch>
            <a:fillRect/>
          </a:stretch>
        </p:blipFill>
        <p:spPr>
          <a:xfrm>
            <a:off x="685800" y="722481"/>
            <a:ext cx="4279900" cy="8559800"/>
          </a:xfrm>
          <a:prstGeom prst="rect">
            <a:avLst/>
          </a:prstGeom>
        </p:spPr>
      </p:pic>
      <p:sp>
        <p:nvSpPr>
          <p:cNvPr id="13" name="Picture Placeholder 10">
            <a:extLst>
              <a:ext uri="{FF2B5EF4-FFF2-40B4-BE49-F238E27FC236}">
                <a16:creationId xmlns:a16="http://schemas.microsoft.com/office/drawing/2014/main" id="{EEE4E9D4-53C4-1857-2519-5947A501E3C2}"/>
              </a:ext>
            </a:extLst>
          </p:cNvPr>
          <p:cNvSpPr>
            <a:spLocks noGrp="1"/>
          </p:cNvSpPr>
          <p:nvPr>
            <p:ph type="pic" sz="quarter" idx="11"/>
          </p:nvPr>
        </p:nvSpPr>
        <p:spPr>
          <a:xfrm>
            <a:off x="949841" y="953631"/>
            <a:ext cx="3720030" cy="8053844"/>
          </a:xfrm>
          <a:custGeom>
            <a:avLst/>
            <a:gdLst>
              <a:gd name="connsiteX0" fmla="*/ 0 w 2828925"/>
              <a:gd name="connsiteY0" fmla="*/ 471497 h 6162675"/>
              <a:gd name="connsiteX1" fmla="*/ 471497 w 2828925"/>
              <a:gd name="connsiteY1" fmla="*/ 0 h 6162675"/>
              <a:gd name="connsiteX2" fmla="*/ 2357428 w 2828925"/>
              <a:gd name="connsiteY2" fmla="*/ 0 h 6162675"/>
              <a:gd name="connsiteX3" fmla="*/ 2828925 w 2828925"/>
              <a:gd name="connsiteY3" fmla="*/ 471497 h 6162675"/>
              <a:gd name="connsiteX4" fmla="*/ 2828925 w 2828925"/>
              <a:gd name="connsiteY4" fmla="*/ 5691178 h 6162675"/>
              <a:gd name="connsiteX5" fmla="*/ 2357428 w 2828925"/>
              <a:gd name="connsiteY5" fmla="*/ 6162675 h 6162675"/>
              <a:gd name="connsiteX6" fmla="*/ 471497 w 2828925"/>
              <a:gd name="connsiteY6" fmla="*/ 6162675 h 6162675"/>
              <a:gd name="connsiteX7" fmla="*/ 0 w 2828925"/>
              <a:gd name="connsiteY7" fmla="*/ 5691178 h 6162675"/>
              <a:gd name="connsiteX8" fmla="*/ 0 w 2828925"/>
              <a:gd name="connsiteY8" fmla="*/ 471497 h 6162675"/>
              <a:gd name="connsiteX0" fmla="*/ 0 w 2828925"/>
              <a:gd name="connsiteY0" fmla="*/ 471497 h 6162675"/>
              <a:gd name="connsiteX1" fmla="*/ 280997 w 2828925"/>
              <a:gd name="connsiteY1" fmla="*/ 6350 h 6162675"/>
              <a:gd name="connsiteX2" fmla="*/ 2357428 w 2828925"/>
              <a:gd name="connsiteY2" fmla="*/ 0 h 6162675"/>
              <a:gd name="connsiteX3" fmla="*/ 2828925 w 2828925"/>
              <a:gd name="connsiteY3" fmla="*/ 471497 h 6162675"/>
              <a:gd name="connsiteX4" fmla="*/ 2828925 w 2828925"/>
              <a:gd name="connsiteY4" fmla="*/ 5691178 h 6162675"/>
              <a:gd name="connsiteX5" fmla="*/ 2357428 w 2828925"/>
              <a:gd name="connsiteY5" fmla="*/ 6162675 h 6162675"/>
              <a:gd name="connsiteX6" fmla="*/ 471497 w 2828925"/>
              <a:gd name="connsiteY6" fmla="*/ 6162675 h 6162675"/>
              <a:gd name="connsiteX7" fmla="*/ 0 w 2828925"/>
              <a:gd name="connsiteY7" fmla="*/ 5691178 h 6162675"/>
              <a:gd name="connsiteX8" fmla="*/ 0 w 2828925"/>
              <a:gd name="connsiteY8" fmla="*/ 471497 h 6162675"/>
              <a:gd name="connsiteX0" fmla="*/ 0 w 2835275"/>
              <a:gd name="connsiteY0" fmla="*/ 442922 h 6162675"/>
              <a:gd name="connsiteX1" fmla="*/ 287347 w 2835275"/>
              <a:gd name="connsiteY1" fmla="*/ 6350 h 6162675"/>
              <a:gd name="connsiteX2" fmla="*/ 2363778 w 2835275"/>
              <a:gd name="connsiteY2" fmla="*/ 0 h 6162675"/>
              <a:gd name="connsiteX3" fmla="*/ 2835275 w 2835275"/>
              <a:gd name="connsiteY3" fmla="*/ 471497 h 6162675"/>
              <a:gd name="connsiteX4" fmla="*/ 2835275 w 2835275"/>
              <a:gd name="connsiteY4" fmla="*/ 5691178 h 6162675"/>
              <a:gd name="connsiteX5" fmla="*/ 2363778 w 2835275"/>
              <a:gd name="connsiteY5" fmla="*/ 6162675 h 6162675"/>
              <a:gd name="connsiteX6" fmla="*/ 477847 w 2835275"/>
              <a:gd name="connsiteY6" fmla="*/ 6162675 h 6162675"/>
              <a:gd name="connsiteX7" fmla="*/ 6350 w 2835275"/>
              <a:gd name="connsiteY7" fmla="*/ 5691178 h 6162675"/>
              <a:gd name="connsiteX8" fmla="*/ 0 w 2835275"/>
              <a:gd name="connsiteY8" fmla="*/ 442922 h 6162675"/>
              <a:gd name="connsiteX0" fmla="*/ 0 w 2835275"/>
              <a:gd name="connsiteY0" fmla="*/ 442922 h 6162675"/>
              <a:gd name="connsiteX1" fmla="*/ 331797 w 2835275"/>
              <a:gd name="connsiteY1" fmla="*/ 9525 h 6162675"/>
              <a:gd name="connsiteX2" fmla="*/ 2363778 w 2835275"/>
              <a:gd name="connsiteY2" fmla="*/ 0 h 6162675"/>
              <a:gd name="connsiteX3" fmla="*/ 2835275 w 2835275"/>
              <a:gd name="connsiteY3" fmla="*/ 471497 h 6162675"/>
              <a:gd name="connsiteX4" fmla="*/ 2835275 w 2835275"/>
              <a:gd name="connsiteY4" fmla="*/ 5691178 h 6162675"/>
              <a:gd name="connsiteX5" fmla="*/ 2363778 w 2835275"/>
              <a:gd name="connsiteY5" fmla="*/ 6162675 h 6162675"/>
              <a:gd name="connsiteX6" fmla="*/ 477847 w 2835275"/>
              <a:gd name="connsiteY6" fmla="*/ 6162675 h 6162675"/>
              <a:gd name="connsiteX7" fmla="*/ 6350 w 2835275"/>
              <a:gd name="connsiteY7" fmla="*/ 5691178 h 6162675"/>
              <a:gd name="connsiteX8" fmla="*/ 0 w 2835275"/>
              <a:gd name="connsiteY8" fmla="*/ 442922 h 6162675"/>
              <a:gd name="connsiteX0" fmla="*/ 0 w 2835275"/>
              <a:gd name="connsiteY0" fmla="*/ 442922 h 6162675"/>
              <a:gd name="connsiteX1" fmla="*/ 306397 w 2835275"/>
              <a:gd name="connsiteY1" fmla="*/ 12700 h 6162675"/>
              <a:gd name="connsiteX2" fmla="*/ 2363778 w 2835275"/>
              <a:gd name="connsiteY2" fmla="*/ 0 h 6162675"/>
              <a:gd name="connsiteX3" fmla="*/ 2835275 w 2835275"/>
              <a:gd name="connsiteY3" fmla="*/ 471497 h 6162675"/>
              <a:gd name="connsiteX4" fmla="*/ 2835275 w 2835275"/>
              <a:gd name="connsiteY4" fmla="*/ 5691178 h 6162675"/>
              <a:gd name="connsiteX5" fmla="*/ 2363778 w 2835275"/>
              <a:gd name="connsiteY5" fmla="*/ 6162675 h 6162675"/>
              <a:gd name="connsiteX6" fmla="*/ 477847 w 2835275"/>
              <a:gd name="connsiteY6" fmla="*/ 6162675 h 6162675"/>
              <a:gd name="connsiteX7" fmla="*/ 6350 w 2835275"/>
              <a:gd name="connsiteY7" fmla="*/ 5691178 h 6162675"/>
              <a:gd name="connsiteX8" fmla="*/ 0 w 2835275"/>
              <a:gd name="connsiteY8" fmla="*/ 442922 h 6162675"/>
              <a:gd name="connsiteX0" fmla="*/ 0 w 2835275"/>
              <a:gd name="connsiteY0" fmla="*/ 442922 h 6162675"/>
              <a:gd name="connsiteX1" fmla="*/ 306397 w 2835275"/>
              <a:gd name="connsiteY1" fmla="*/ 12700 h 6162675"/>
              <a:gd name="connsiteX2" fmla="*/ 2503478 w 2835275"/>
              <a:gd name="connsiteY2" fmla="*/ 0 h 6162675"/>
              <a:gd name="connsiteX3" fmla="*/ 2835275 w 2835275"/>
              <a:gd name="connsiteY3" fmla="*/ 471497 h 6162675"/>
              <a:gd name="connsiteX4" fmla="*/ 2835275 w 2835275"/>
              <a:gd name="connsiteY4" fmla="*/ 5691178 h 6162675"/>
              <a:gd name="connsiteX5" fmla="*/ 2363778 w 2835275"/>
              <a:gd name="connsiteY5" fmla="*/ 6162675 h 6162675"/>
              <a:gd name="connsiteX6" fmla="*/ 477847 w 2835275"/>
              <a:gd name="connsiteY6" fmla="*/ 6162675 h 6162675"/>
              <a:gd name="connsiteX7" fmla="*/ 6350 w 2835275"/>
              <a:gd name="connsiteY7" fmla="*/ 5691178 h 6162675"/>
              <a:gd name="connsiteX8" fmla="*/ 0 w 2835275"/>
              <a:gd name="connsiteY8" fmla="*/ 442922 h 6162675"/>
              <a:gd name="connsiteX0" fmla="*/ 0 w 2838450"/>
              <a:gd name="connsiteY0" fmla="*/ 442922 h 6162675"/>
              <a:gd name="connsiteX1" fmla="*/ 306397 w 2838450"/>
              <a:gd name="connsiteY1" fmla="*/ 12700 h 6162675"/>
              <a:gd name="connsiteX2" fmla="*/ 2503478 w 2838450"/>
              <a:gd name="connsiteY2" fmla="*/ 0 h 6162675"/>
              <a:gd name="connsiteX3" fmla="*/ 2838450 w 2838450"/>
              <a:gd name="connsiteY3" fmla="*/ 401647 h 6162675"/>
              <a:gd name="connsiteX4" fmla="*/ 2835275 w 2838450"/>
              <a:gd name="connsiteY4" fmla="*/ 5691178 h 6162675"/>
              <a:gd name="connsiteX5" fmla="*/ 2363778 w 2838450"/>
              <a:gd name="connsiteY5" fmla="*/ 6162675 h 6162675"/>
              <a:gd name="connsiteX6" fmla="*/ 477847 w 2838450"/>
              <a:gd name="connsiteY6" fmla="*/ 6162675 h 6162675"/>
              <a:gd name="connsiteX7" fmla="*/ 6350 w 2838450"/>
              <a:gd name="connsiteY7" fmla="*/ 5691178 h 6162675"/>
              <a:gd name="connsiteX8" fmla="*/ 0 w 2838450"/>
              <a:gd name="connsiteY8" fmla="*/ 442922 h 6162675"/>
              <a:gd name="connsiteX0" fmla="*/ 0 w 2838450"/>
              <a:gd name="connsiteY0" fmla="*/ 439747 h 6159500"/>
              <a:gd name="connsiteX1" fmla="*/ 306397 w 2838450"/>
              <a:gd name="connsiteY1" fmla="*/ 9525 h 6159500"/>
              <a:gd name="connsiteX2" fmla="*/ 2525703 w 2838450"/>
              <a:gd name="connsiteY2" fmla="*/ 0 h 6159500"/>
              <a:gd name="connsiteX3" fmla="*/ 2838450 w 2838450"/>
              <a:gd name="connsiteY3" fmla="*/ 398472 h 6159500"/>
              <a:gd name="connsiteX4" fmla="*/ 2835275 w 2838450"/>
              <a:gd name="connsiteY4" fmla="*/ 5688003 h 6159500"/>
              <a:gd name="connsiteX5" fmla="*/ 2363778 w 2838450"/>
              <a:gd name="connsiteY5" fmla="*/ 6159500 h 6159500"/>
              <a:gd name="connsiteX6" fmla="*/ 477847 w 2838450"/>
              <a:gd name="connsiteY6" fmla="*/ 6159500 h 6159500"/>
              <a:gd name="connsiteX7" fmla="*/ 6350 w 2838450"/>
              <a:gd name="connsiteY7" fmla="*/ 5688003 h 6159500"/>
              <a:gd name="connsiteX8" fmla="*/ 0 w 2838450"/>
              <a:gd name="connsiteY8" fmla="*/ 439747 h 6159500"/>
              <a:gd name="connsiteX0" fmla="*/ 0 w 2838450"/>
              <a:gd name="connsiteY0" fmla="*/ 439747 h 6159500"/>
              <a:gd name="connsiteX1" fmla="*/ 300047 w 2838450"/>
              <a:gd name="connsiteY1" fmla="*/ 3175 h 6159500"/>
              <a:gd name="connsiteX2" fmla="*/ 2525703 w 2838450"/>
              <a:gd name="connsiteY2" fmla="*/ 0 h 6159500"/>
              <a:gd name="connsiteX3" fmla="*/ 2838450 w 2838450"/>
              <a:gd name="connsiteY3" fmla="*/ 398472 h 6159500"/>
              <a:gd name="connsiteX4" fmla="*/ 2835275 w 2838450"/>
              <a:gd name="connsiteY4" fmla="*/ 5688003 h 6159500"/>
              <a:gd name="connsiteX5" fmla="*/ 2363778 w 2838450"/>
              <a:gd name="connsiteY5" fmla="*/ 6159500 h 6159500"/>
              <a:gd name="connsiteX6" fmla="*/ 477847 w 2838450"/>
              <a:gd name="connsiteY6" fmla="*/ 6159500 h 6159500"/>
              <a:gd name="connsiteX7" fmla="*/ 6350 w 2838450"/>
              <a:gd name="connsiteY7" fmla="*/ 5688003 h 6159500"/>
              <a:gd name="connsiteX8" fmla="*/ 0 w 2838450"/>
              <a:gd name="connsiteY8" fmla="*/ 439747 h 6159500"/>
              <a:gd name="connsiteX0" fmla="*/ 0 w 2838450"/>
              <a:gd name="connsiteY0" fmla="*/ 439747 h 6159500"/>
              <a:gd name="connsiteX1" fmla="*/ 300047 w 2838450"/>
              <a:gd name="connsiteY1" fmla="*/ 3175 h 6159500"/>
              <a:gd name="connsiteX2" fmla="*/ 2525703 w 2838450"/>
              <a:gd name="connsiteY2" fmla="*/ 0 h 6159500"/>
              <a:gd name="connsiteX3" fmla="*/ 2838450 w 2838450"/>
              <a:gd name="connsiteY3" fmla="*/ 398472 h 6159500"/>
              <a:gd name="connsiteX4" fmla="*/ 2835275 w 2838450"/>
              <a:gd name="connsiteY4" fmla="*/ 5688003 h 6159500"/>
              <a:gd name="connsiteX5" fmla="*/ 2516178 w 2838450"/>
              <a:gd name="connsiteY5" fmla="*/ 6159500 h 6159500"/>
              <a:gd name="connsiteX6" fmla="*/ 477847 w 2838450"/>
              <a:gd name="connsiteY6" fmla="*/ 6159500 h 6159500"/>
              <a:gd name="connsiteX7" fmla="*/ 6350 w 2838450"/>
              <a:gd name="connsiteY7" fmla="*/ 5688003 h 6159500"/>
              <a:gd name="connsiteX8" fmla="*/ 0 w 2838450"/>
              <a:gd name="connsiteY8" fmla="*/ 439747 h 6159500"/>
              <a:gd name="connsiteX0" fmla="*/ 0 w 2838450"/>
              <a:gd name="connsiteY0" fmla="*/ 439747 h 6165850"/>
              <a:gd name="connsiteX1" fmla="*/ 300047 w 2838450"/>
              <a:gd name="connsiteY1" fmla="*/ 3175 h 6165850"/>
              <a:gd name="connsiteX2" fmla="*/ 2525703 w 2838450"/>
              <a:gd name="connsiteY2" fmla="*/ 0 h 6165850"/>
              <a:gd name="connsiteX3" fmla="*/ 2838450 w 2838450"/>
              <a:gd name="connsiteY3" fmla="*/ 398472 h 6165850"/>
              <a:gd name="connsiteX4" fmla="*/ 2835275 w 2838450"/>
              <a:gd name="connsiteY4" fmla="*/ 5688003 h 6165850"/>
              <a:gd name="connsiteX5" fmla="*/ 2516178 w 2838450"/>
              <a:gd name="connsiteY5" fmla="*/ 6159500 h 6165850"/>
              <a:gd name="connsiteX6" fmla="*/ 338147 w 2838450"/>
              <a:gd name="connsiteY6" fmla="*/ 6165850 h 6165850"/>
              <a:gd name="connsiteX7" fmla="*/ 6350 w 2838450"/>
              <a:gd name="connsiteY7" fmla="*/ 5688003 h 6165850"/>
              <a:gd name="connsiteX8" fmla="*/ 0 w 2838450"/>
              <a:gd name="connsiteY8" fmla="*/ 439747 h 6165850"/>
              <a:gd name="connsiteX0" fmla="*/ 0 w 2838450"/>
              <a:gd name="connsiteY0" fmla="*/ 439747 h 6165850"/>
              <a:gd name="connsiteX1" fmla="*/ 300047 w 2838450"/>
              <a:gd name="connsiteY1" fmla="*/ 3175 h 6165850"/>
              <a:gd name="connsiteX2" fmla="*/ 2525703 w 2838450"/>
              <a:gd name="connsiteY2" fmla="*/ 0 h 6165850"/>
              <a:gd name="connsiteX3" fmla="*/ 2838450 w 2838450"/>
              <a:gd name="connsiteY3" fmla="*/ 398472 h 6165850"/>
              <a:gd name="connsiteX4" fmla="*/ 2835275 w 2838450"/>
              <a:gd name="connsiteY4" fmla="*/ 5688003 h 6165850"/>
              <a:gd name="connsiteX5" fmla="*/ 2516178 w 2838450"/>
              <a:gd name="connsiteY5" fmla="*/ 6159500 h 6165850"/>
              <a:gd name="connsiteX6" fmla="*/ 338147 w 2838450"/>
              <a:gd name="connsiteY6" fmla="*/ 6165850 h 6165850"/>
              <a:gd name="connsiteX7" fmla="*/ 3175 w 2838450"/>
              <a:gd name="connsiteY7" fmla="*/ 5767378 h 6165850"/>
              <a:gd name="connsiteX8" fmla="*/ 0 w 2838450"/>
              <a:gd name="connsiteY8" fmla="*/ 439747 h 6165850"/>
              <a:gd name="connsiteX0" fmla="*/ 0 w 2844891"/>
              <a:gd name="connsiteY0" fmla="*/ 439747 h 6165850"/>
              <a:gd name="connsiteX1" fmla="*/ 300047 w 2844891"/>
              <a:gd name="connsiteY1" fmla="*/ 3175 h 6165850"/>
              <a:gd name="connsiteX2" fmla="*/ 2525703 w 2844891"/>
              <a:gd name="connsiteY2" fmla="*/ 0 h 6165850"/>
              <a:gd name="connsiteX3" fmla="*/ 2838450 w 2844891"/>
              <a:gd name="connsiteY3" fmla="*/ 398472 h 6165850"/>
              <a:gd name="connsiteX4" fmla="*/ 2844800 w 2844891"/>
              <a:gd name="connsiteY4" fmla="*/ 5770553 h 6165850"/>
              <a:gd name="connsiteX5" fmla="*/ 2516178 w 2844891"/>
              <a:gd name="connsiteY5" fmla="*/ 6159500 h 6165850"/>
              <a:gd name="connsiteX6" fmla="*/ 338147 w 2844891"/>
              <a:gd name="connsiteY6" fmla="*/ 6165850 h 6165850"/>
              <a:gd name="connsiteX7" fmla="*/ 3175 w 2844891"/>
              <a:gd name="connsiteY7" fmla="*/ 5767378 h 6165850"/>
              <a:gd name="connsiteX8" fmla="*/ 0 w 2844891"/>
              <a:gd name="connsiteY8" fmla="*/ 439747 h 6165850"/>
              <a:gd name="connsiteX0" fmla="*/ 0 w 2844891"/>
              <a:gd name="connsiteY0" fmla="*/ 439747 h 6165850"/>
              <a:gd name="connsiteX1" fmla="*/ 300047 w 2844891"/>
              <a:gd name="connsiteY1" fmla="*/ 3175 h 6165850"/>
              <a:gd name="connsiteX2" fmla="*/ 507999 w 2844891"/>
              <a:gd name="connsiteY2" fmla="*/ 3174 h 6165850"/>
              <a:gd name="connsiteX3" fmla="*/ 2525703 w 2844891"/>
              <a:gd name="connsiteY3" fmla="*/ 0 h 6165850"/>
              <a:gd name="connsiteX4" fmla="*/ 2838450 w 2844891"/>
              <a:gd name="connsiteY4" fmla="*/ 398472 h 6165850"/>
              <a:gd name="connsiteX5" fmla="*/ 2844800 w 2844891"/>
              <a:gd name="connsiteY5" fmla="*/ 5770553 h 6165850"/>
              <a:gd name="connsiteX6" fmla="*/ 2516178 w 2844891"/>
              <a:gd name="connsiteY6" fmla="*/ 6159500 h 6165850"/>
              <a:gd name="connsiteX7" fmla="*/ 338147 w 2844891"/>
              <a:gd name="connsiteY7" fmla="*/ 6165850 h 6165850"/>
              <a:gd name="connsiteX8" fmla="*/ 3175 w 2844891"/>
              <a:gd name="connsiteY8" fmla="*/ 5767378 h 6165850"/>
              <a:gd name="connsiteX9" fmla="*/ 0 w 2844891"/>
              <a:gd name="connsiteY9" fmla="*/ 439747 h 6165850"/>
              <a:gd name="connsiteX0" fmla="*/ 0 w 2844891"/>
              <a:gd name="connsiteY0" fmla="*/ 439748 h 6165851"/>
              <a:gd name="connsiteX1" fmla="*/ 300047 w 2844891"/>
              <a:gd name="connsiteY1" fmla="*/ 3176 h 6165851"/>
              <a:gd name="connsiteX2" fmla="*/ 507999 w 2844891"/>
              <a:gd name="connsiteY2" fmla="*/ 3175 h 6165851"/>
              <a:gd name="connsiteX3" fmla="*/ 2263774 w 2844891"/>
              <a:gd name="connsiteY3" fmla="*/ 0 h 6165851"/>
              <a:gd name="connsiteX4" fmla="*/ 2525703 w 2844891"/>
              <a:gd name="connsiteY4" fmla="*/ 1 h 6165851"/>
              <a:gd name="connsiteX5" fmla="*/ 2838450 w 2844891"/>
              <a:gd name="connsiteY5" fmla="*/ 398473 h 6165851"/>
              <a:gd name="connsiteX6" fmla="*/ 2844800 w 2844891"/>
              <a:gd name="connsiteY6" fmla="*/ 5770554 h 6165851"/>
              <a:gd name="connsiteX7" fmla="*/ 2516178 w 2844891"/>
              <a:gd name="connsiteY7" fmla="*/ 6159501 h 6165851"/>
              <a:gd name="connsiteX8" fmla="*/ 338147 w 2844891"/>
              <a:gd name="connsiteY8" fmla="*/ 6165851 h 6165851"/>
              <a:gd name="connsiteX9" fmla="*/ 3175 w 2844891"/>
              <a:gd name="connsiteY9" fmla="*/ 5767379 h 6165851"/>
              <a:gd name="connsiteX10" fmla="*/ 0 w 2844891"/>
              <a:gd name="connsiteY10" fmla="*/ 439748 h 6165851"/>
              <a:gd name="connsiteX0" fmla="*/ 0 w 2844891"/>
              <a:gd name="connsiteY0" fmla="*/ 439748 h 6165851"/>
              <a:gd name="connsiteX1" fmla="*/ 300047 w 2844891"/>
              <a:gd name="connsiteY1" fmla="*/ 3176 h 6165851"/>
              <a:gd name="connsiteX2" fmla="*/ 507999 w 2844891"/>
              <a:gd name="connsiteY2" fmla="*/ 3175 h 6165851"/>
              <a:gd name="connsiteX3" fmla="*/ 901699 w 2844891"/>
              <a:gd name="connsiteY3" fmla="*/ 1 h 6165851"/>
              <a:gd name="connsiteX4" fmla="*/ 2263774 w 2844891"/>
              <a:gd name="connsiteY4" fmla="*/ 0 h 6165851"/>
              <a:gd name="connsiteX5" fmla="*/ 2525703 w 2844891"/>
              <a:gd name="connsiteY5" fmla="*/ 1 h 6165851"/>
              <a:gd name="connsiteX6" fmla="*/ 2838450 w 2844891"/>
              <a:gd name="connsiteY6" fmla="*/ 398473 h 6165851"/>
              <a:gd name="connsiteX7" fmla="*/ 2844800 w 2844891"/>
              <a:gd name="connsiteY7" fmla="*/ 5770554 h 6165851"/>
              <a:gd name="connsiteX8" fmla="*/ 2516178 w 2844891"/>
              <a:gd name="connsiteY8" fmla="*/ 6159501 h 6165851"/>
              <a:gd name="connsiteX9" fmla="*/ 338147 w 2844891"/>
              <a:gd name="connsiteY9" fmla="*/ 6165851 h 6165851"/>
              <a:gd name="connsiteX10" fmla="*/ 3175 w 2844891"/>
              <a:gd name="connsiteY10" fmla="*/ 5767379 h 6165851"/>
              <a:gd name="connsiteX11" fmla="*/ 0 w 2844891"/>
              <a:gd name="connsiteY11" fmla="*/ 439748 h 6165851"/>
              <a:gd name="connsiteX0" fmla="*/ 0 w 2844891"/>
              <a:gd name="connsiteY0" fmla="*/ 439748 h 6165851"/>
              <a:gd name="connsiteX1" fmla="*/ 300047 w 2844891"/>
              <a:gd name="connsiteY1" fmla="*/ 3176 h 6165851"/>
              <a:gd name="connsiteX2" fmla="*/ 507999 w 2844891"/>
              <a:gd name="connsiteY2" fmla="*/ 3175 h 6165851"/>
              <a:gd name="connsiteX3" fmla="*/ 901699 w 2844891"/>
              <a:gd name="connsiteY3" fmla="*/ 1 h 6165851"/>
              <a:gd name="connsiteX4" fmla="*/ 1879599 w 2844891"/>
              <a:gd name="connsiteY4" fmla="*/ 1 h 6165851"/>
              <a:gd name="connsiteX5" fmla="*/ 2263774 w 2844891"/>
              <a:gd name="connsiteY5" fmla="*/ 0 h 6165851"/>
              <a:gd name="connsiteX6" fmla="*/ 2525703 w 2844891"/>
              <a:gd name="connsiteY6" fmla="*/ 1 h 6165851"/>
              <a:gd name="connsiteX7" fmla="*/ 2838450 w 2844891"/>
              <a:gd name="connsiteY7" fmla="*/ 398473 h 6165851"/>
              <a:gd name="connsiteX8" fmla="*/ 2844800 w 2844891"/>
              <a:gd name="connsiteY8" fmla="*/ 5770554 h 6165851"/>
              <a:gd name="connsiteX9" fmla="*/ 2516178 w 2844891"/>
              <a:gd name="connsiteY9" fmla="*/ 6159501 h 6165851"/>
              <a:gd name="connsiteX10" fmla="*/ 338147 w 2844891"/>
              <a:gd name="connsiteY10" fmla="*/ 6165851 h 6165851"/>
              <a:gd name="connsiteX11" fmla="*/ 3175 w 2844891"/>
              <a:gd name="connsiteY11" fmla="*/ 5767379 h 6165851"/>
              <a:gd name="connsiteX12" fmla="*/ 0 w 2844891"/>
              <a:gd name="connsiteY12" fmla="*/ 439748 h 6165851"/>
              <a:gd name="connsiteX0" fmla="*/ 0 w 2844891"/>
              <a:gd name="connsiteY0" fmla="*/ 442922 h 6169025"/>
              <a:gd name="connsiteX1" fmla="*/ 300047 w 2844891"/>
              <a:gd name="connsiteY1" fmla="*/ 6350 h 6169025"/>
              <a:gd name="connsiteX2" fmla="*/ 507999 w 2844891"/>
              <a:gd name="connsiteY2" fmla="*/ 6349 h 6169025"/>
              <a:gd name="connsiteX3" fmla="*/ 901699 w 2844891"/>
              <a:gd name="connsiteY3" fmla="*/ 3175 h 6169025"/>
              <a:gd name="connsiteX4" fmla="*/ 1670049 w 2844891"/>
              <a:gd name="connsiteY4" fmla="*/ 0 h 6169025"/>
              <a:gd name="connsiteX5" fmla="*/ 1879599 w 2844891"/>
              <a:gd name="connsiteY5" fmla="*/ 3175 h 6169025"/>
              <a:gd name="connsiteX6" fmla="*/ 2263774 w 2844891"/>
              <a:gd name="connsiteY6" fmla="*/ 3174 h 6169025"/>
              <a:gd name="connsiteX7" fmla="*/ 2525703 w 2844891"/>
              <a:gd name="connsiteY7" fmla="*/ 3175 h 6169025"/>
              <a:gd name="connsiteX8" fmla="*/ 2838450 w 2844891"/>
              <a:gd name="connsiteY8" fmla="*/ 401647 h 6169025"/>
              <a:gd name="connsiteX9" fmla="*/ 2844800 w 2844891"/>
              <a:gd name="connsiteY9" fmla="*/ 5773728 h 6169025"/>
              <a:gd name="connsiteX10" fmla="*/ 2516178 w 2844891"/>
              <a:gd name="connsiteY10" fmla="*/ 6162675 h 6169025"/>
              <a:gd name="connsiteX11" fmla="*/ 338147 w 2844891"/>
              <a:gd name="connsiteY11" fmla="*/ 6169025 h 6169025"/>
              <a:gd name="connsiteX12" fmla="*/ 3175 w 2844891"/>
              <a:gd name="connsiteY12" fmla="*/ 5770553 h 6169025"/>
              <a:gd name="connsiteX13" fmla="*/ 0 w 2844891"/>
              <a:gd name="connsiteY13" fmla="*/ 442922 h 6169025"/>
              <a:gd name="connsiteX0" fmla="*/ 0 w 2844891"/>
              <a:gd name="connsiteY0" fmla="*/ 442922 h 6169025"/>
              <a:gd name="connsiteX1" fmla="*/ 300047 w 2844891"/>
              <a:gd name="connsiteY1" fmla="*/ 6350 h 6169025"/>
              <a:gd name="connsiteX2" fmla="*/ 507999 w 2844891"/>
              <a:gd name="connsiteY2" fmla="*/ 6349 h 6169025"/>
              <a:gd name="connsiteX3" fmla="*/ 901699 w 2844891"/>
              <a:gd name="connsiteY3" fmla="*/ 3175 h 6169025"/>
              <a:gd name="connsiteX4" fmla="*/ 1311274 w 2844891"/>
              <a:gd name="connsiteY4" fmla="*/ 0 h 6169025"/>
              <a:gd name="connsiteX5" fmla="*/ 1670049 w 2844891"/>
              <a:gd name="connsiteY5" fmla="*/ 0 h 6169025"/>
              <a:gd name="connsiteX6" fmla="*/ 1879599 w 2844891"/>
              <a:gd name="connsiteY6" fmla="*/ 3175 h 6169025"/>
              <a:gd name="connsiteX7" fmla="*/ 2263774 w 2844891"/>
              <a:gd name="connsiteY7" fmla="*/ 3174 h 6169025"/>
              <a:gd name="connsiteX8" fmla="*/ 2525703 w 2844891"/>
              <a:gd name="connsiteY8" fmla="*/ 3175 h 6169025"/>
              <a:gd name="connsiteX9" fmla="*/ 2838450 w 2844891"/>
              <a:gd name="connsiteY9" fmla="*/ 401647 h 6169025"/>
              <a:gd name="connsiteX10" fmla="*/ 2844800 w 2844891"/>
              <a:gd name="connsiteY10" fmla="*/ 5773728 h 6169025"/>
              <a:gd name="connsiteX11" fmla="*/ 2516178 w 2844891"/>
              <a:gd name="connsiteY11" fmla="*/ 6162675 h 6169025"/>
              <a:gd name="connsiteX12" fmla="*/ 338147 w 2844891"/>
              <a:gd name="connsiteY12" fmla="*/ 6169025 h 6169025"/>
              <a:gd name="connsiteX13" fmla="*/ 3175 w 2844891"/>
              <a:gd name="connsiteY13" fmla="*/ 5770553 h 6169025"/>
              <a:gd name="connsiteX14" fmla="*/ 0 w 2844891"/>
              <a:gd name="connsiteY14" fmla="*/ 442922 h 6169025"/>
              <a:gd name="connsiteX0" fmla="*/ 0 w 2844891"/>
              <a:gd name="connsiteY0" fmla="*/ 442922 h 6169025"/>
              <a:gd name="connsiteX1" fmla="*/ 300047 w 2844891"/>
              <a:gd name="connsiteY1" fmla="*/ 6350 h 6169025"/>
              <a:gd name="connsiteX2" fmla="*/ 507999 w 2844891"/>
              <a:gd name="connsiteY2" fmla="*/ 6349 h 6169025"/>
              <a:gd name="connsiteX3" fmla="*/ 901699 w 2844891"/>
              <a:gd name="connsiteY3" fmla="*/ 3175 h 6169025"/>
              <a:gd name="connsiteX4" fmla="*/ 1257299 w 2844891"/>
              <a:gd name="connsiteY4" fmla="*/ 285750 h 6169025"/>
              <a:gd name="connsiteX5" fmla="*/ 1670049 w 2844891"/>
              <a:gd name="connsiteY5" fmla="*/ 0 h 6169025"/>
              <a:gd name="connsiteX6" fmla="*/ 1879599 w 2844891"/>
              <a:gd name="connsiteY6" fmla="*/ 3175 h 6169025"/>
              <a:gd name="connsiteX7" fmla="*/ 2263774 w 2844891"/>
              <a:gd name="connsiteY7" fmla="*/ 3174 h 6169025"/>
              <a:gd name="connsiteX8" fmla="*/ 2525703 w 2844891"/>
              <a:gd name="connsiteY8" fmla="*/ 3175 h 6169025"/>
              <a:gd name="connsiteX9" fmla="*/ 2838450 w 2844891"/>
              <a:gd name="connsiteY9" fmla="*/ 401647 h 6169025"/>
              <a:gd name="connsiteX10" fmla="*/ 2844800 w 2844891"/>
              <a:gd name="connsiteY10" fmla="*/ 5773728 h 6169025"/>
              <a:gd name="connsiteX11" fmla="*/ 2516178 w 2844891"/>
              <a:gd name="connsiteY11" fmla="*/ 6162675 h 6169025"/>
              <a:gd name="connsiteX12" fmla="*/ 338147 w 2844891"/>
              <a:gd name="connsiteY12" fmla="*/ 6169025 h 6169025"/>
              <a:gd name="connsiteX13" fmla="*/ 3175 w 2844891"/>
              <a:gd name="connsiteY13" fmla="*/ 5770553 h 6169025"/>
              <a:gd name="connsiteX14" fmla="*/ 0 w 2844891"/>
              <a:gd name="connsiteY14" fmla="*/ 442922 h 6169025"/>
              <a:gd name="connsiteX0" fmla="*/ 0 w 2844891"/>
              <a:gd name="connsiteY0" fmla="*/ 442922 h 6169025"/>
              <a:gd name="connsiteX1" fmla="*/ 300047 w 2844891"/>
              <a:gd name="connsiteY1" fmla="*/ 6350 h 6169025"/>
              <a:gd name="connsiteX2" fmla="*/ 507999 w 2844891"/>
              <a:gd name="connsiteY2" fmla="*/ 6349 h 6169025"/>
              <a:gd name="connsiteX3" fmla="*/ 527049 w 2844891"/>
              <a:gd name="connsiteY3" fmla="*/ 196850 h 6169025"/>
              <a:gd name="connsiteX4" fmla="*/ 1257299 w 2844891"/>
              <a:gd name="connsiteY4" fmla="*/ 285750 h 6169025"/>
              <a:gd name="connsiteX5" fmla="*/ 1670049 w 2844891"/>
              <a:gd name="connsiteY5" fmla="*/ 0 h 6169025"/>
              <a:gd name="connsiteX6" fmla="*/ 1879599 w 2844891"/>
              <a:gd name="connsiteY6" fmla="*/ 3175 h 6169025"/>
              <a:gd name="connsiteX7" fmla="*/ 2263774 w 2844891"/>
              <a:gd name="connsiteY7" fmla="*/ 3174 h 6169025"/>
              <a:gd name="connsiteX8" fmla="*/ 2525703 w 2844891"/>
              <a:gd name="connsiteY8" fmla="*/ 3175 h 6169025"/>
              <a:gd name="connsiteX9" fmla="*/ 2838450 w 2844891"/>
              <a:gd name="connsiteY9" fmla="*/ 401647 h 6169025"/>
              <a:gd name="connsiteX10" fmla="*/ 2844800 w 2844891"/>
              <a:gd name="connsiteY10" fmla="*/ 5773728 h 6169025"/>
              <a:gd name="connsiteX11" fmla="*/ 2516178 w 2844891"/>
              <a:gd name="connsiteY11" fmla="*/ 6162675 h 6169025"/>
              <a:gd name="connsiteX12" fmla="*/ 338147 w 2844891"/>
              <a:gd name="connsiteY12" fmla="*/ 6169025 h 6169025"/>
              <a:gd name="connsiteX13" fmla="*/ 3175 w 2844891"/>
              <a:gd name="connsiteY13" fmla="*/ 5770553 h 6169025"/>
              <a:gd name="connsiteX14" fmla="*/ 0 w 2844891"/>
              <a:gd name="connsiteY14" fmla="*/ 442922 h 6169025"/>
              <a:gd name="connsiteX0" fmla="*/ 0 w 2844891"/>
              <a:gd name="connsiteY0" fmla="*/ 442922 h 6169025"/>
              <a:gd name="connsiteX1" fmla="*/ 300047 w 2844891"/>
              <a:gd name="connsiteY1" fmla="*/ 6350 h 6169025"/>
              <a:gd name="connsiteX2" fmla="*/ 507999 w 2844891"/>
              <a:gd name="connsiteY2" fmla="*/ 6349 h 6169025"/>
              <a:gd name="connsiteX3" fmla="*/ 619124 w 2844891"/>
              <a:gd name="connsiteY3" fmla="*/ 82550 h 6169025"/>
              <a:gd name="connsiteX4" fmla="*/ 1257299 w 2844891"/>
              <a:gd name="connsiteY4" fmla="*/ 285750 h 6169025"/>
              <a:gd name="connsiteX5" fmla="*/ 1670049 w 2844891"/>
              <a:gd name="connsiteY5" fmla="*/ 0 h 6169025"/>
              <a:gd name="connsiteX6" fmla="*/ 1879599 w 2844891"/>
              <a:gd name="connsiteY6" fmla="*/ 3175 h 6169025"/>
              <a:gd name="connsiteX7" fmla="*/ 2263774 w 2844891"/>
              <a:gd name="connsiteY7" fmla="*/ 3174 h 6169025"/>
              <a:gd name="connsiteX8" fmla="*/ 2525703 w 2844891"/>
              <a:gd name="connsiteY8" fmla="*/ 3175 h 6169025"/>
              <a:gd name="connsiteX9" fmla="*/ 2838450 w 2844891"/>
              <a:gd name="connsiteY9" fmla="*/ 401647 h 6169025"/>
              <a:gd name="connsiteX10" fmla="*/ 2844800 w 2844891"/>
              <a:gd name="connsiteY10" fmla="*/ 5773728 h 6169025"/>
              <a:gd name="connsiteX11" fmla="*/ 2516178 w 2844891"/>
              <a:gd name="connsiteY11" fmla="*/ 6162675 h 6169025"/>
              <a:gd name="connsiteX12" fmla="*/ 338147 w 2844891"/>
              <a:gd name="connsiteY12" fmla="*/ 6169025 h 6169025"/>
              <a:gd name="connsiteX13" fmla="*/ 3175 w 2844891"/>
              <a:gd name="connsiteY13" fmla="*/ 5770553 h 6169025"/>
              <a:gd name="connsiteX14" fmla="*/ 0 w 2844891"/>
              <a:gd name="connsiteY14" fmla="*/ 442922 h 6169025"/>
              <a:gd name="connsiteX0" fmla="*/ 0 w 2844891"/>
              <a:gd name="connsiteY0" fmla="*/ 442922 h 6169025"/>
              <a:gd name="connsiteX1" fmla="*/ 300047 w 2844891"/>
              <a:gd name="connsiteY1" fmla="*/ 6350 h 6169025"/>
              <a:gd name="connsiteX2" fmla="*/ 615949 w 2844891"/>
              <a:gd name="connsiteY2" fmla="*/ 9524 h 6169025"/>
              <a:gd name="connsiteX3" fmla="*/ 619124 w 2844891"/>
              <a:gd name="connsiteY3" fmla="*/ 82550 h 6169025"/>
              <a:gd name="connsiteX4" fmla="*/ 1257299 w 2844891"/>
              <a:gd name="connsiteY4" fmla="*/ 285750 h 6169025"/>
              <a:gd name="connsiteX5" fmla="*/ 1670049 w 2844891"/>
              <a:gd name="connsiteY5" fmla="*/ 0 h 6169025"/>
              <a:gd name="connsiteX6" fmla="*/ 1879599 w 2844891"/>
              <a:gd name="connsiteY6" fmla="*/ 3175 h 6169025"/>
              <a:gd name="connsiteX7" fmla="*/ 2263774 w 2844891"/>
              <a:gd name="connsiteY7" fmla="*/ 3174 h 6169025"/>
              <a:gd name="connsiteX8" fmla="*/ 2525703 w 2844891"/>
              <a:gd name="connsiteY8" fmla="*/ 3175 h 6169025"/>
              <a:gd name="connsiteX9" fmla="*/ 2838450 w 2844891"/>
              <a:gd name="connsiteY9" fmla="*/ 401647 h 6169025"/>
              <a:gd name="connsiteX10" fmla="*/ 2844800 w 2844891"/>
              <a:gd name="connsiteY10" fmla="*/ 5773728 h 6169025"/>
              <a:gd name="connsiteX11" fmla="*/ 2516178 w 2844891"/>
              <a:gd name="connsiteY11" fmla="*/ 6162675 h 6169025"/>
              <a:gd name="connsiteX12" fmla="*/ 338147 w 2844891"/>
              <a:gd name="connsiteY12" fmla="*/ 6169025 h 6169025"/>
              <a:gd name="connsiteX13" fmla="*/ 3175 w 2844891"/>
              <a:gd name="connsiteY13" fmla="*/ 5770553 h 6169025"/>
              <a:gd name="connsiteX14" fmla="*/ 0 w 2844891"/>
              <a:gd name="connsiteY14" fmla="*/ 442922 h 6169025"/>
              <a:gd name="connsiteX0" fmla="*/ 0 w 2844891"/>
              <a:gd name="connsiteY0" fmla="*/ 442922 h 6169025"/>
              <a:gd name="connsiteX1" fmla="*/ 300047 w 2844891"/>
              <a:gd name="connsiteY1" fmla="*/ 6350 h 6169025"/>
              <a:gd name="connsiteX2" fmla="*/ 615949 w 2844891"/>
              <a:gd name="connsiteY2" fmla="*/ 9524 h 6169025"/>
              <a:gd name="connsiteX3" fmla="*/ 619124 w 2844891"/>
              <a:gd name="connsiteY3" fmla="*/ 82550 h 6169025"/>
              <a:gd name="connsiteX4" fmla="*/ 841374 w 2844891"/>
              <a:gd name="connsiteY4" fmla="*/ 254000 h 6169025"/>
              <a:gd name="connsiteX5" fmla="*/ 1670049 w 2844891"/>
              <a:gd name="connsiteY5" fmla="*/ 0 h 6169025"/>
              <a:gd name="connsiteX6" fmla="*/ 1879599 w 2844891"/>
              <a:gd name="connsiteY6" fmla="*/ 3175 h 6169025"/>
              <a:gd name="connsiteX7" fmla="*/ 2263774 w 2844891"/>
              <a:gd name="connsiteY7" fmla="*/ 3174 h 6169025"/>
              <a:gd name="connsiteX8" fmla="*/ 2525703 w 2844891"/>
              <a:gd name="connsiteY8" fmla="*/ 3175 h 6169025"/>
              <a:gd name="connsiteX9" fmla="*/ 2838450 w 2844891"/>
              <a:gd name="connsiteY9" fmla="*/ 401647 h 6169025"/>
              <a:gd name="connsiteX10" fmla="*/ 2844800 w 2844891"/>
              <a:gd name="connsiteY10" fmla="*/ 5773728 h 6169025"/>
              <a:gd name="connsiteX11" fmla="*/ 2516178 w 2844891"/>
              <a:gd name="connsiteY11" fmla="*/ 6162675 h 6169025"/>
              <a:gd name="connsiteX12" fmla="*/ 338147 w 2844891"/>
              <a:gd name="connsiteY12" fmla="*/ 6169025 h 6169025"/>
              <a:gd name="connsiteX13" fmla="*/ 3175 w 2844891"/>
              <a:gd name="connsiteY13" fmla="*/ 5770553 h 6169025"/>
              <a:gd name="connsiteX14" fmla="*/ 0 w 2844891"/>
              <a:gd name="connsiteY14" fmla="*/ 442922 h 6169025"/>
              <a:gd name="connsiteX0" fmla="*/ 0 w 2844891"/>
              <a:gd name="connsiteY0" fmla="*/ 442922 h 6169025"/>
              <a:gd name="connsiteX1" fmla="*/ 300047 w 2844891"/>
              <a:gd name="connsiteY1" fmla="*/ 6350 h 6169025"/>
              <a:gd name="connsiteX2" fmla="*/ 615949 w 2844891"/>
              <a:gd name="connsiteY2" fmla="*/ 9524 h 6169025"/>
              <a:gd name="connsiteX3" fmla="*/ 619124 w 2844891"/>
              <a:gd name="connsiteY3" fmla="*/ 82550 h 6169025"/>
              <a:gd name="connsiteX4" fmla="*/ 679449 w 2844891"/>
              <a:gd name="connsiteY4" fmla="*/ 342900 h 6169025"/>
              <a:gd name="connsiteX5" fmla="*/ 1670049 w 2844891"/>
              <a:gd name="connsiteY5" fmla="*/ 0 h 6169025"/>
              <a:gd name="connsiteX6" fmla="*/ 1879599 w 2844891"/>
              <a:gd name="connsiteY6" fmla="*/ 3175 h 6169025"/>
              <a:gd name="connsiteX7" fmla="*/ 2263774 w 2844891"/>
              <a:gd name="connsiteY7" fmla="*/ 3174 h 6169025"/>
              <a:gd name="connsiteX8" fmla="*/ 2525703 w 2844891"/>
              <a:gd name="connsiteY8" fmla="*/ 3175 h 6169025"/>
              <a:gd name="connsiteX9" fmla="*/ 2838450 w 2844891"/>
              <a:gd name="connsiteY9" fmla="*/ 401647 h 6169025"/>
              <a:gd name="connsiteX10" fmla="*/ 2844800 w 2844891"/>
              <a:gd name="connsiteY10" fmla="*/ 5773728 h 6169025"/>
              <a:gd name="connsiteX11" fmla="*/ 2516178 w 2844891"/>
              <a:gd name="connsiteY11" fmla="*/ 6162675 h 6169025"/>
              <a:gd name="connsiteX12" fmla="*/ 338147 w 2844891"/>
              <a:gd name="connsiteY12" fmla="*/ 6169025 h 6169025"/>
              <a:gd name="connsiteX13" fmla="*/ 3175 w 2844891"/>
              <a:gd name="connsiteY13" fmla="*/ 5770553 h 6169025"/>
              <a:gd name="connsiteX14" fmla="*/ 0 w 2844891"/>
              <a:gd name="connsiteY14" fmla="*/ 442922 h 6169025"/>
              <a:gd name="connsiteX0" fmla="*/ 0 w 2844891"/>
              <a:gd name="connsiteY0" fmla="*/ 442922 h 6169025"/>
              <a:gd name="connsiteX1" fmla="*/ 300047 w 2844891"/>
              <a:gd name="connsiteY1" fmla="*/ 6350 h 6169025"/>
              <a:gd name="connsiteX2" fmla="*/ 615949 w 2844891"/>
              <a:gd name="connsiteY2" fmla="*/ 9524 h 6169025"/>
              <a:gd name="connsiteX3" fmla="*/ 619124 w 2844891"/>
              <a:gd name="connsiteY3" fmla="*/ 82550 h 6169025"/>
              <a:gd name="connsiteX4" fmla="*/ 888999 w 2844891"/>
              <a:gd name="connsiteY4" fmla="*/ 254000 h 6169025"/>
              <a:gd name="connsiteX5" fmla="*/ 1670049 w 2844891"/>
              <a:gd name="connsiteY5" fmla="*/ 0 h 6169025"/>
              <a:gd name="connsiteX6" fmla="*/ 1879599 w 2844891"/>
              <a:gd name="connsiteY6" fmla="*/ 3175 h 6169025"/>
              <a:gd name="connsiteX7" fmla="*/ 2263774 w 2844891"/>
              <a:gd name="connsiteY7" fmla="*/ 3174 h 6169025"/>
              <a:gd name="connsiteX8" fmla="*/ 2525703 w 2844891"/>
              <a:gd name="connsiteY8" fmla="*/ 3175 h 6169025"/>
              <a:gd name="connsiteX9" fmla="*/ 2838450 w 2844891"/>
              <a:gd name="connsiteY9" fmla="*/ 401647 h 6169025"/>
              <a:gd name="connsiteX10" fmla="*/ 2844800 w 2844891"/>
              <a:gd name="connsiteY10" fmla="*/ 5773728 h 6169025"/>
              <a:gd name="connsiteX11" fmla="*/ 2516178 w 2844891"/>
              <a:gd name="connsiteY11" fmla="*/ 6162675 h 6169025"/>
              <a:gd name="connsiteX12" fmla="*/ 338147 w 2844891"/>
              <a:gd name="connsiteY12" fmla="*/ 6169025 h 6169025"/>
              <a:gd name="connsiteX13" fmla="*/ 3175 w 2844891"/>
              <a:gd name="connsiteY13" fmla="*/ 5770553 h 6169025"/>
              <a:gd name="connsiteX14" fmla="*/ 0 w 2844891"/>
              <a:gd name="connsiteY14" fmla="*/ 442922 h 6169025"/>
              <a:gd name="connsiteX0" fmla="*/ 0 w 2844891"/>
              <a:gd name="connsiteY0" fmla="*/ 442922 h 6169025"/>
              <a:gd name="connsiteX1" fmla="*/ 300047 w 2844891"/>
              <a:gd name="connsiteY1" fmla="*/ 6350 h 6169025"/>
              <a:gd name="connsiteX2" fmla="*/ 615949 w 2844891"/>
              <a:gd name="connsiteY2" fmla="*/ 9524 h 6169025"/>
              <a:gd name="connsiteX3" fmla="*/ 619124 w 2844891"/>
              <a:gd name="connsiteY3" fmla="*/ 82550 h 6169025"/>
              <a:gd name="connsiteX4" fmla="*/ 888999 w 2844891"/>
              <a:gd name="connsiteY4" fmla="*/ 254000 h 6169025"/>
              <a:gd name="connsiteX5" fmla="*/ 1670049 w 2844891"/>
              <a:gd name="connsiteY5" fmla="*/ 0 h 6169025"/>
              <a:gd name="connsiteX6" fmla="*/ 1879599 w 2844891"/>
              <a:gd name="connsiteY6" fmla="*/ 3175 h 6169025"/>
              <a:gd name="connsiteX7" fmla="*/ 2263774 w 2844891"/>
              <a:gd name="connsiteY7" fmla="*/ 3174 h 6169025"/>
              <a:gd name="connsiteX8" fmla="*/ 2525703 w 2844891"/>
              <a:gd name="connsiteY8" fmla="*/ 3175 h 6169025"/>
              <a:gd name="connsiteX9" fmla="*/ 2838450 w 2844891"/>
              <a:gd name="connsiteY9" fmla="*/ 401647 h 6169025"/>
              <a:gd name="connsiteX10" fmla="*/ 2844800 w 2844891"/>
              <a:gd name="connsiteY10" fmla="*/ 5773728 h 6169025"/>
              <a:gd name="connsiteX11" fmla="*/ 2516178 w 2844891"/>
              <a:gd name="connsiteY11" fmla="*/ 6162675 h 6169025"/>
              <a:gd name="connsiteX12" fmla="*/ 338147 w 2844891"/>
              <a:gd name="connsiteY12" fmla="*/ 6169025 h 6169025"/>
              <a:gd name="connsiteX13" fmla="*/ 3175 w 2844891"/>
              <a:gd name="connsiteY13" fmla="*/ 5770553 h 6169025"/>
              <a:gd name="connsiteX14" fmla="*/ 0 w 2844891"/>
              <a:gd name="connsiteY14" fmla="*/ 442922 h 6169025"/>
              <a:gd name="connsiteX0" fmla="*/ 0 w 2844891"/>
              <a:gd name="connsiteY0" fmla="*/ 442922 h 6169025"/>
              <a:gd name="connsiteX1" fmla="*/ 300047 w 2844891"/>
              <a:gd name="connsiteY1" fmla="*/ 6350 h 6169025"/>
              <a:gd name="connsiteX2" fmla="*/ 615949 w 2844891"/>
              <a:gd name="connsiteY2" fmla="*/ 9524 h 6169025"/>
              <a:gd name="connsiteX3" fmla="*/ 619124 w 2844891"/>
              <a:gd name="connsiteY3" fmla="*/ 82550 h 6169025"/>
              <a:gd name="connsiteX4" fmla="*/ 888999 w 2844891"/>
              <a:gd name="connsiteY4" fmla="*/ 254000 h 6169025"/>
              <a:gd name="connsiteX5" fmla="*/ 1670049 w 2844891"/>
              <a:gd name="connsiteY5" fmla="*/ 0 h 6169025"/>
              <a:gd name="connsiteX6" fmla="*/ 1965324 w 2844891"/>
              <a:gd name="connsiteY6" fmla="*/ 254000 h 6169025"/>
              <a:gd name="connsiteX7" fmla="*/ 2263774 w 2844891"/>
              <a:gd name="connsiteY7" fmla="*/ 3174 h 6169025"/>
              <a:gd name="connsiteX8" fmla="*/ 2525703 w 2844891"/>
              <a:gd name="connsiteY8" fmla="*/ 3175 h 6169025"/>
              <a:gd name="connsiteX9" fmla="*/ 2838450 w 2844891"/>
              <a:gd name="connsiteY9" fmla="*/ 401647 h 6169025"/>
              <a:gd name="connsiteX10" fmla="*/ 2844800 w 2844891"/>
              <a:gd name="connsiteY10" fmla="*/ 5773728 h 6169025"/>
              <a:gd name="connsiteX11" fmla="*/ 2516178 w 2844891"/>
              <a:gd name="connsiteY11" fmla="*/ 6162675 h 6169025"/>
              <a:gd name="connsiteX12" fmla="*/ 338147 w 2844891"/>
              <a:gd name="connsiteY12" fmla="*/ 6169025 h 6169025"/>
              <a:gd name="connsiteX13" fmla="*/ 3175 w 2844891"/>
              <a:gd name="connsiteY13" fmla="*/ 5770553 h 6169025"/>
              <a:gd name="connsiteX14" fmla="*/ 0 w 2844891"/>
              <a:gd name="connsiteY14" fmla="*/ 442922 h 6169025"/>
              <a:gd name="connsiteX0" fmla="*/ 0 w 2844891"/>
              <a:gd name="connsiteY0" fmla="*/ 442922 h 6169025"/>
              <a:gd name="connsiteX1" fmla="*/ 300047 w 2844891"/>
              <a:gd name="connsiteY1" fmla="*/ 6350 h 6169025"/>
              <a:gd name="connsiteX2" fmla="*/ 615949 w 2844891"/>
              <a:gd name="connsiteY2" fmla="*/ 9524 h 6169025"/>
              <a:gd name="connsiteX3" fmla="*/ 619124 w 2844891"/>
              <a:gd name="connsiteY3" fmla="*/ 82550 h 6169025"/>
              <a:gd name="connsiteX4" fmla="*/ 888999 w 2844891"/>
              <a:gd name="connsiteY4" fmla="*/ 254000 h 6169025"/>
              <a:gd name="connsiteX5" fmla="*/ 1670049 w 2844891"/>
              <a:gd name="connsiteY5" fmla="*/ 0 h 6169025"/>
              <a:gd name="connsiteX6" fmla="*/ 2365374 w 2844891"/>
              <a:gd name="connsiteY6" fmla="*/ 333375 h 6169025"/>
              <a:gd name="connsiteX7" fmla="*/ 2263774 w 2844891"/>
              <a:gd name="connsiteY7" fmla="*/ 3174 h 6169025"/>
              <a:gd name="connsiteX8" fmla="*/ 2525703 w 2844891"/>
              <a:gd name="connsiteY8" fmla="*/ 3175 h 6169025"/>
              <a:gd name="connsiteX9" fmla="*/ 2838450 w 2844891"/>
              <a:gd name="connsiteY9" fmla="*/ 401647 h 6169025"/>
              <a:gd name="connsiteX10" fmla="*/ 2844800 w 2844891"/>
              <a:gd name="connsiteY10" fmla="*/ 5773728 h 6169025"/>
              <a:gd name="connsiteX11" fmla="*/ 2516178 w 2844891"/>
              <a:gd name="connsiteY11" fmla="*/ 6162675 h 6169025"/>
              <a:gd name="connsiteX12" fmla="*/ 338147 w 2844891"/>
              <a:gd name="connsiteY12" fmla="*/ 6169025 h 6169025"/>
              <a:gd name="connsiteX13" fmla="*/ 3175 w 2844891"/>
              <a:gd name="connsiteY13" fmla="*/ 5770553 h 6169025"/>
              <a:gd name="connsiteX14" fmla="*/ 0 w 2844891"/>
              <a:gd name="connsiteY14" fmla="*/ 442922 h 6169025"/>
              <a:gd name="connsiteX0" fmla="*/ 0 w 2844891"/>
              <a:gd name="connsiteY0" fmla="*/ 442922 h 6169025"/>
              <a:gd name="connsiteX1" fmla="*/ 300047 w 2844891"/>
              <a:gd name="connsiteY1" fmla="*/ 6350 h 6169025"/>
              <a:gd name="connsiteX2" fmla="*/ 615949 w 2844891"/>
              <a:gd name="connsiteY2" fmla="*/ 9524 h 6169025"/>
              <a:gd name="connsiteX3" fmla="*/ 619124 w 2844891"/>
              <a:gd name="connsiteY3" fmla="*/ 82550 h 6169025"/>
              <a:gd name="connsiteX4" fmla="*/ 888999 w 2844891"/>
              <a:gd name="connsiteY4" fmla="*/ 254000 h 6169025"/>
              <a:gd name="connsiteX5" fmla="*/ 1670049 w 2844891"/>
              <a:gd name="connsiteY5" fmla="*/ 0 h 6169025"/>
              <a:gd name="connsiteX6" fmla="*/ 2232024 w 2844891"/>
              <a:gd name="connsiteY6" fmla="*/ 95250 h 6169025"/>
              <a:gd name="connsiteX7" fmla="*/ 2263774 w 2844891"/>
              <a:gd name="connsiteY7" fmla="*/ 3174 h 6169025"/>
              <a:gd name="connsiteX8" fmla="*/ 2525703 w 2844891"/>
              <a:gd name="connsiteY8" fmla="*/ 3175 h 6169025"/>
              <a:gd name="connsiteX9" fmla="*/ 2838450 w 2844891"/>
              <a:gd name="connsiteY9" fmla="*/ 401647 h 6169025"/>
              <a:gd name="connsiteX10" fmla="*/ 2844800 w 2844891"/>
              <a:gd name="connsiteY10" fmla="*/ 5773728 h 6169025"/>
              <a:gd name="connsiteX11" fmla="*/ 2516178 w 2844891"/>
              <a:gd name="connsiteY11" fmla="*/ 6162675 h 6169025"/>
              <a:gd name="connsiteX12" fmla="*/ 338147 w 2844891"/>
              <a:gd name="connsiteY12" fmla="*/ 6169025 h 6169025"/>
              <a:gd name="connsiteX13" fmla="*/ 3175 w 2844891"/>
              <a:gd name="connsiteY13" fmla="*/ 5770553 h 6169025"/>
              <a:gd name="connsiteX14" fmla="*/ 0 w 2844891"/>
              <a:gd name="connsiteY14" fmla="*/ 442922 h 6169025"/>
              <a:gd name="connsiteX0" fmla="*/ 0 w 2844891"/>
              <a:gd name="connsiteY0" fmla="*/ 442922 h 6169025"/>
              <a:gd name="connsiteX1" fmla="*/ 300047 w 2844891"/>
              <a:gd name="connsiteY1" fmla="*/ 6350 h 6169025"/>
              <a:gd name="connsiteX2" fmla="*/ 615949 w 2844891"/>
              <a:gd name="connsiteY2" fmla="*/ 9524 h 6169025"/>
              <a:gd name="connsiteX3" fmla="*/ 619124 w 2844891"/>
              <a:gd name="connsiteY3" fmla="*/ 82550 h 6169025"/>
              <a:gd name="connsiteX4" fmla="*/ 888999 w 2844891"/>
              <a:gd name="connsiteY4" fmla="*/ 254000 h 6169025"/>
              <a:gd name="connsiteX5" fmla="*/ 1670049 w 2844891"/>
              <a:gd name="connsiteY5" fmla="*/ 0 h 6169025"/>
              <a:gd name="connsiteX6" fmla="*/ 2232024 w 2844891"/>
              <a:gd name="connsiteY6" fmla="*/ 95250 h 6169025"/>
              <a:gd name="connsiteX7" fmla="*/ 2241549 w 2844891"/>
              <a:gd name="connsiteY7" fmla="*/ 6349 h 6169025"/>
              <a:gd name="connsiteX8" fmla="*/ 2525703 w 2844891"/>
              <a:gd name="connsiteY8" fmla="*/ 3175 h 6169025"/>
              <a:gd name="connsiteX9" fmla="*/ 2838450 w 2844891"/>
              <a:gd name="connsiteY9" fmla="*/ 401647 h 6169025"/>
              <a:gd name="connsiteX10" fmla="*/ 2844800 w 2844891"/>
              <a:gd name="connsiteY10" fmla="*/ 5773728 h 6169025"/>
              <a:gd name="connsiteX11" fmla="*/ 2516178 w 2844891"/>
              <a:gd name="connsiteY11" fmla="*/ 6162675 h 6169025"/>
              <a:gd name="connsiteX12" fmla="*/ 338147 w 2844891"/>
              <a:gd name="connsiteY12" fmla="*/ 6169025 h 6169025"/>
              <a:gd name="connsiteX13" fmla="*/ 3175 w 2844891"/>
              <a:gd name="connsiteY13" fmla="*/ 5770553 h 6169025"/>
              <a:gd name="connsiteX14" fmla="*/ 0 w 2844891"/>
              <a:gd name="connsiteY14" fmla="*/ 442922 h 6169025"/>
              <a:gd name="connsiteX0" fmla="*/ 0 w 2844891"/>
              <a:gd name="connsiteY0" fmla="*/ 439747 h 6165850"/>
              <a:gd name="connsiteX1" fmla="*/ 300047 w 2844891"/>
              <a:gd name="connsiteY1" fmla="*/ 3175 h 6165850"/>
              <a:gd name="connsiteX2" fmla="*/ 615949 w 2844891"/>
              <a:gd name="connsiteY2" fmla="*/ 6349 h 6165850"/>
              <a:gd name="connsiteX3" fmla="*/ 619124 w 2844891"/>
              <a:gd name="connsiteY3" fmla="*/ 79375 h 6165850"/>
              <a:gd name="connsiteX4" fmla="*/ 888999 w 2844891"/>
              <a:gd name="connsiteY4" fmla="*/ 250825 h 6165850"/>
              <a:gd name="connsiteX5" fmla="*/ 1809749 w 2844891"/>
              <a:gd name="connsiteY5" fmla="*/ 317500 h 6165850"/>
              <a:gd name="connsiteX6" fmla="*/ 2232024 w 2844891"/>
              <a:gd name="connsiteY6" fmla="*/ 92075 h 6165850"/>
              <a:gd name="connsiteX7" fmla="*/ 2241549 w 2844891"/>
              <a:gd name="connsiteY7" fmla="*/ 3174 h 6165850"/>
              <a:gd name="connsiteX8" fmla="*/ 2525703 w 2844891"/>
              <a:gd name="connsiteY8" fmla="*/ 0 h 6165850"/>
              <a:gd name="connsiteX9" fmla="*/ 2838450 w 2844891"/>
              <a:gd name="connsiteY9" fmla="*/ 398472 h 6165850"/>
              <a:gd name="connsiteX10" fmla="*/ 2844800 w 2844891"/>
              <a:gd name="connsiteY10" fmla="*/ 5770553 h 6165850"/>
              <a:gd name="connsiteX11" fmla="*/ 2516178 w 2844891"/>
              <a:gd name="connsiteY11" fmla="*/ 6159500 h 6165850"/>
              <a:gd name="connsiteX12" fmla="*/ 338147 w 2844891"/>
              <a:gd name="connsiteY12" fmla="*/ 6165850 h 6165850"/>
              <a:gd name="connsiteX13" fmla="*/ 3175 w 2844891"/>
              <a:gd name="connsiteY13" fmla="*/ 5767378 h 6165850"/>
              <a:gd name="connsiteX14" fmla="*/ 0 w 2844891"/>
              <a:gd name="connsiteY14" fmla="*/ 439747 h 6165850"/>
              <a:gd name="connsiteX0" fmla="*/ 0 w 2844891"/>
              <a:gd name="connsiteY0" fmla="*/ 439747 h 6165850"/>
              <a:gd name="connsiteX1" fmla="*/ 300047 w 2844891"/>
              <a:gd name="connsiteY1" fmla="*/ 3175 h 6165850"/>
              <a:gd name="connsiteX2" fmla="*/ 615949 w 2844891"/>
              <a:gd name="connsiteY2" fmla="*/ 6349 h 6165850"/>
              <a:gd name="connsiteX3" fmla="*/ 619124 w 2844891"/>
              <a:gd name="connsiteY3" fmla="*/ 79375 h 6165850"/>
              <a:gd name="connsiteX4" fmla="*/ 888999 w 2844891"/>
              <a:gd name="connsiteY4" fmla="*/ 250825 h 6165850"/>
              <a:gd name="connsiteX5" fmla="*/ 2298699 w 2844891"/>
              <a:gd name="connsiteY5" fmla="*/ 266700 h 6165850"/>
              <a:gd name="connsiteX6" fmla="*/ 2232024 w 2844891"/>
              <a:gd name="connsiteY6" fmla="*/ 92075 h 6165850"/>
              <a:gd name="connsiteX7" fmla="*/ 2241549 w 2844891"/>
              <a:gd name="connsiteY7" fmla="*/ 3174 h 6165850"/>
              <a:gd name="connsiteX8" fmla="*/ 2525703 w 2844891"/>
              <a:gd name="connsiteY8" fmla="*/ 0 h 6165850"/>
              <a:gd name="connsiteX9" fmla="*/ 2838450 w 2844891"/>
              <a:gd name="connsiteY9" fmla="*/ 398472 h 6165850"/>
              <a:gd name="connsiteX10" fmla="*/ 2844800 w 2844891"/>
              <a:gd name="connsiteY10" fmla="*/ 5770553 h 6165850"/>
              <a:gd name="connsiteX11" fmla="*/ 2516178 w 2844891"/>
              <a:gd name="connsiteY11" fmla="*/ 6159500 h 6165850"/>
              <a:gd name="connsiteX12" fmla="*/ 338147 w 2844891"/>
              <a:gd name="connsiteY12" fmla="*/ 6165850 h 6165850"/>
              <a:gd name="connsiteX13" fmla="*/ 3175 w 2844891"/>
              <a:gd name="connsiteY13" fmla="*/ 5767378 h 6165850"/>
              <a:gd name="connsiteX14" fmla="*/ 0 w 2844891"/>
              <a:gd name="connsiteY14" fmla="*/ 439747 h 6165850"/>
              <a:gd name="connsiteX0" fmla="*/ 0 w 2844891"/>
              <a:gd name="connsiteY0" fmla="*/ 439747 h 6165850"/>
              <a:gd name="connsiteX1" fmla="*/ 300047 w 2844891"/>
              <a:gd name="connsiteY1" fmla="*/ 3175 h 6165850"/>
              <a:gd name="connsiteX2" fmla="*/ 615949 w 2844891"/>
              <a:gd name="connsiteY2" fmla="*/ 6349 h 6165850"/>
              <a:gd name="connsiteX3" fmla="*/ 619124 w 2844891"/>
              <a:gd name="connsiteY3" fmla="*/ 79375 h 6165850"/>
              <a:gd name="connsiteX4" fmla="*/ 888999 w 2844891"/>
              <a:gd name="connsiteY4" fmla="*/ 250825 h 6165850"/>
              <a:gd name="connsiteX5" fmla="*/ 1978024 w 2844891"/>
              <a:gd name="connsiteY5" fmla="*/ 241300 h 6165850"/>
              <a:gd name="connsiteX6" fmla="*/ 2232024 w 2844891"/>
              <a:gd name="connsiteY6" fmla="*/ 92075 h 6165850"/>
              <a:gd name="connsiteX7" fmla="*/ 2241549 w 2844891"/>
              <a:gd name="connsiteY7" fmla="*/ 3174 h 6165850"/>
              <a:gd name="connsiteX8" fmla="*/ 2525703 w 2844891"/>
              <a:gd name="connsiteY8" fmla="*/ 0 h 6165850"/>
              <a:gd name="connsiteX9" fmla="*/ 2838450 w 2844891"/>
              <a:gd name="connsiteY9" fmla="*/ 398472 h 6165850"/>
              <a:gd name="connsiteX10" fmla="*/ 2844800 w 2844891"/>
              <a:gd name="connsiteY10" fmla="*/ 5770553 h 6165850"/>
              <a:gd name="connsiteX11" fmla="*/ 2516178 w 2844891"/>
              <a:gd name="connsiteY11" fmla="*/ 6159500 h 6165850"/>
              <a:gd name="connsiteX12" fmla="*/ 338147 w 2844891"/>
              <a:gd name="connsiteY12" fmla="*/ 6165850 h 6165850"/>
              <a:gd name="connsiteX13" fmla="*/ 3175 w 2844891"/>
              <a:gd name="connsiteY13" fmla="*/ 5767378 h 6165850"/>
              <a:gd name="connsiteX14" fmla="*/ 0 w 2844891"/>
              <a:gd name="connsiteY14" fmla="*/ 439747 h 6165850"/>
              <a:gd name="connsiteX0" fmla="*/ 0 w 2844891"/>
              <a:gd name="connsiteY0" fmla="*/ 439747 h 6165850"/>
              <a:gd name="connsiteX1" fmla="*/ 300047 w 2844891"/>
              <a:gd name="connsiteY1" fmla="*/ 3175 h 6165850"/>
              <a:gd name="connsiteX2" fmla="*/ 615949 w 2844891"/>
              <a:gd name="connsiteY2" fmla="*/ 6349 h 6165850"/>
              <a:gd name="connsiteX3" fmla="*/ 619124 w 2844891"/>
              <a:gd name="connsiteY3" fmla="*/ 79375 h 6165850"/>
              <a:gd name="connsiteX4" fmla="*/ 888999 w 2844891"/>
              <a:gd name="connsiteY4" fmla="*/ 250825 h 6165850"/>
              <a:gd name="connsiteX5" fmla="*/ 1978024 w 2844891"/>
              <a:gd name="connsiteY5" fmla="*/ 241300 h 6165850"/>
              <a:gd name="connsiteX6" fmla="*/ 2232024 w 2844891"/>
              <a:gd name="connsiteY6" fmla="*/ 92075 h 6165850"/>
              <a:gd name="connsiteX7" fmla="*/ 2241549 w 2844891"/>
              <a:gd name="connsiteY7" fmla="*/ 3174 h 6165850"/>
              <a:gd name="connsiteX8" fmla="*/ 2525703 w 2844891"/>
              <a:gd name="connsiteY8" fmla="*/ 0 h 6165850"/>
              <a:gd name="connsiteX9" fmla="*/ 2838450 w 2844891"/>
              <a:gd name="connsiteY9" fmla="*/ 398472 h 6165850"/>
              <a:gd name="connsiteX10" fmla="*/ 2844800 w 2844891"/>
              <a:gd name="connsiteY10" fmla="*/ 5770553 h 6165850"/>
              <a:gd name="connsiteX11" fmla="*/ 2516178 w 2844891"/>
              <a:gd name="connsiteY11" fmla="*/ 6159500 h 6165850"/>
              <a:gd name="connsiteX12" fmla="*/ 338147 w 2844891"/>
              <a:gd name="connsiteY12" fmla="*/ 6165850 h 6165850"/>
              <a:gd name="connsiteX13" fmla="*/ 3175 w 2844891"/>
              <a:gd name="connsiteY13" fmla="*/ 5767378 h 6165850"/>
              <a:gd name="connsiteX14" fmla="*/ 0 w 2844891"/>
              <a:gd name="connsiteY14" fmla="*/ 439747 h 6165850"/>
              <a:gd name="connsiteX0" fmla="*/ 0 w 2844891"/>
              <a:gd name="connsiteY0" fmla="*/ 439747 h 6165850"/>
              <a:gd name="connsiteX1" fmla="*/ 300047 w 2844891"/>
              <a:gd name="connsiteY1" fmla="*/ 3175 h 6165850"/>
              <a:gd name="connsiteX2" fmla="*/ 615949 w 2844891"/>
              <a:gd name="connsiteY2" fmla="*/ 6349 h 6165850"/>
              <a:gd name="connsiteX3" fmla="*/ 619124 w 2844891"/>
              <a:gd name="connsiteY3" fmla="*/ 79375 h 6165850"/>
              <a:gd name="connsiteX4" fmla="*/ 888999 w 2844891"/>
              <a:gd name="connsiteY4" fmla="*/ 250825 h 6165850"/>
              <a:gd name="connsiteX5" fmla="*/ 1978024 w 2844891"/>
              <a:gd name="connsiteY5" fmla="*/ 241300 h 6165850"/>
              <a:gd name="connsiteX6" fmla="*/ 2241549 w 2844891"/>
              <a:gd name="connsiteY6" fmla="*/ 3174 h 6165850"/>
              <a:gd name="connsiteX7" fmla="*/ 2525703 w 2844891"/>
              <a:gd name="connsiteY7" fmla="*/ 0 h 6165850"/>
              <a:gd name="connsiteX8" fmla="*/ 2838450 w 2844891"/>
              <a:gd name="connsiteY8" fmla="*/ 398472 h 6165850"/>
              <a:gd name="connsiteX9" fmla="*/ 2844800 w 2844891"/>
              <a:gd name="connsiteY9" fmla="*/ 5770553 h 6165850"/>
              <a:gd name="connsiteX10" fmla="*/ 2516178 w 2844891"/>
              <a:gd name="connsiteY10" fmla="*/ 6159500 h 6165850"/>
              <a:gd name="connsiteX11" fmla="*/ 338147 w 2844891"/>
              <a:gd name="connsiteY11" fmla="*/ 6165850 h 6165850"/>
              <a:gd name="connsiteX12" fmla="*/ 3175 w 2844891"/>
              <a:gd name="connsiteY12" fmla="*/ 5767378 h 6165850"/>
              <a:gd name="connsiteX13" fmla="*/ 0 w 2844891"/>
              <a:gd name="connsiteY13" fmla="*/ 439747 h 6165850"/>
              <a:gd name="connsiteX0" fmla="*/ 0 w 2844891"/>
              <a:gd name="connsiteY0" fmla="*/ 439747 h 6165850"/>
              <a:gd name="connsiteX1" fmla="*/ 300047 w 2844891"/>
              <a:gd name="connsiteY1" fmla="*/ 3175 h 6165850"/>
              <a:gd name="connsiteX2" fmla="*/ 615949 w 2844891"/>
              <a:gd name="connsiteY2" fmla="*/ 6349 h 6165850"/>
              <a:gd name="connsiteX3" fmla="*/ 619124 w 2844891"/>
              <a:gd name="connsiteY3" fmla="*/ 79375 h 6165850"/>
              <a:gd name="connsiteX4" fmla="*/ 888999 w 2844891"/>
              <a:gd name="connsiteY4" fmla="*/ 250825 h 6165850"/>
              <a:gd name="connsiteX5" fmla="*/ 1978024 w 2844891"/>
              <a:gd name="connsiteY5" fmla="*/ 241300 h 6165850"/>
              <a:gd name="connsiteX6" fmla="*/ 2241549 w 2844891"/>
              <a:gd name="connsiteY6" fmla="*/ 3174 h 6165850"/>
              <a:gd name="connsiteX7" fmla="*/ 2525703 w 2844891"/>
              <a:gd name="connsiteY7" fmla="*/ 0 h 6165850"/>
              <a:gd name="connsiteX8" fmla="*/ 2838450 w 2844891"/>
              <a:gd name="connsiteY8" fmla="*/ 398472 h 6165850"/>
              <a:gd name="connsiteX9" fmla="*/ 2844800 w 2844891"/>
              <a:gd name="connsiteY9" fmla="*/ 5770553 h 6165850"/>
              <a:gd name="connsiteX10" fmla="*/ 2516178 w 2844891"/>
              <a:gd name="connsiteY10" fmla="*/ 6159500 h 6165850"/>
              <a:gd name="connsiteX11" fmla="*/ 338147 w 2844891"/>
              <a:gd name="connsiteY11" fmla="*/ 6165850 h 6165850"/>
              <a:gd name="connsiteX12" fmla="*/ 3175 w 2844891"/>
              <a:gd name="connsiteY12" fmla="*/ 5767378 h 6165850"/>
              <a:gd name="connsiteX13" fmla="*/ 0 w 2844891"/>
              <a:gd name="connsiteY13" fmla="*/ 439747 h 6165850"/>
              <a:gd name="connsiteX0" fmla="*/ 0 w 2844891"/>
              <a:gd name="connsiteY0" fmla="*/ 439747 h 6165850"/>
              <a:gd name="connsiteX1" fmla="*/ 300047 w 2844891"/>
              <a:gd name="connsiteY1" fmla="*/ 3175 h 6165850"/>
              <a:gd name="connsiteX2" fmla="*/ 615949 w 2844891"/>
              <a:gd name="connsiteY2" fmla="*/ 6349 h 6165850"/>
              <a:gd name="connsiteX3" fmla="*/ 619124 w 2844891"/>
              <a:gd name="connsiteY3" fmla="*/ 79375 h 6165850"/>
              <a:gd name="connsiteX4" fmla="*/ 888999 w 2844891"/>
              <a:gd name="connsiteY4" fmla="*/ 250825 h 6165850"/>
              <a:gd name="connsiteX5" fmla="*/ 1978024 w 2844891"/>
              <a:gd name="connsiteY5" fmla="*/ 241300 h 6165850"/>
              <a:gd name="connsiteX6" fmla="*/ 2241549 w 2844891"/>
              <a:gd name="connsiteY6" fmla="*/ 3174 h 6165850"/>
              <a:gd name="connsiteX7" fmla="*/ 2525703 w 2844891"/>
              <a:gd name="connsiteY7" fmla="*/ 0 h 6165850"/>
              <a:gd name="connsiteX8" fmla="*/ 2838450 w 2844891"/>
              <a:gd name="connsiteY8" fmla="*/ 398472 h 6165850"/>
              <a:gd name="connsiteX9" fmla="*/ 2844800 w 2844891"/>
              <a:gd name="connsiteY9" fmla="*/ 5770553 h 6165850"/>
              <a:gd name="connsiteX10" fmla="*/ 2516178 w 2844891"/>
              <a:gd name="connsiteY10" fmla="*/ 6159500 h 6165850"/>
              <a:gd name="connsiteX11" fmla="*/ 338147 w 2844891"/>
              <a:gd name="connsiteY11" fmla="*/ 6165850 h 6165850"/>
              <a:gd name="connsiteX12" fmla="*/ 3175 w 2844891"/>
              <a:gd name="connsiteY12" fmla="*/ 5767378 h 6165850"/>
              <a:gd name="connsiteX13" fmla="*/ 0 w 2844891"/>
              <a:gd name="connsiteY13" fmla="*/ 439747 h 6165850"/>
              <a:gd name="connsiteX0" fmla="*/ 0 w 2844891"/>
              <a:gd name="connsiteY0" fmla="*/ 439747 h 6165850"/>
              <a:gd name="connsiteX1" fmla="*/ 300047 w 2844891"/>
              <a:gd name="connsiteY1" fmla="*/ 3175 h 6165850"/>
              <a:gd name="connsiteX2" fmla="*/ 615949 w 2844891"/>
              <a:gd name="connsiteY2" fmla="*/ 6349 h 6165850"/>
              <a:gd name="connsiteX3" fmla="*/ 619124 w 2844891"/>
              <a:gd name="connsiteY3" fmla="*/ 79375 h 6165850"/>
              <a:gd name="connsiteX4" fmla="*/ 822324 w 2844891"/>
              <a:gd name="connsiteY4" fmla="*/ 231775 h 6165850"/>
              <a:gd name="connsiteX5" fmla="*/ 1978024 w 2844891"/>
              <a:gd name="connsiteY5" fmla="*/ 241300 h 6165850"/>
              <a:gd name="connsiteX6" fmla="*/ 2241549 w 2844891"/>
              <a:gd name="connsiteY6" fmla="*/ 3174 h 6165850"/>
              <a:gd name="connsiteX7" fmla="*/ 2525703 w 2844891"/>
              <a:gd name="connsiteY7" fmla="*/ 0 h 6165850"/>
              <a:gd name="connsiteX8" fmla="*/ 2838450 w 2844891"/>
              <a:gd name="connsiteY8" fmla="*/ 398472 h 6165850"/>
              <a:gd name="connsiteX9" fmla="*/ 2844800 w 2844891"/>
              <a:gd name="connsiteY9" fmla="*/ 5770553 h 6165850"/>
              <a:gd name="connsiteX10" fmla="*/ 2516178 w 2844891"/>
              <a:gd name="connsiteY10" fmla="*/ 6159500 h 6165850"/>
              <a:gd name="connsiteX11" fmla="*/ 338147 w 2844891"/>
              <a:gd name="connsiteY11" fmla="*/ 6165850 h 6165850"/>
              <a:gd name="connsiteX12" fmla="*/ 3175 w 2844891"/>
              <a:gd name="connsiteY12" fmla="*/ 5767378 h 6165850"/>
              <a:gd name="connsiteX13" fmla="*/ 0 w 2844891"/>
              <a:gd name="connsiteY13" fmla="*/ 439747 h 6165850"/>
              <a:gd name="connsiteX0" fmla="*/ 0 w 2844891"/>
              <a:gd name="connsiteY0" fmla="*/ 439747 h 6165850"/>
              <a:gd name="connsiteX1" fmla="*/ 300047 w 2844891"/>
              <a:gd name="connsiteY1" fmla="*/ 3175 h 6165850"/>
              <a:gd name="connsiteX2" fmla="*/ 615949 w 2844891"/>
              <a:gd name="connsiteY2" fmla="*/ 6349 h 6165850"/>
              <a:gd name="connsiteX3" fmla="*/ 619124 w 2844891"/>
              <a:gd name="connsiteY3" fmla="*/ 79375 h 6165850"/>
              <a:gd name="connsiteX4" fmla="*/ 822324 w 2844891"/>
              <a:gd name="connsiteY4" fmla="*/ 231775 h 6165850"/>
              <a:gd name="connsiteX5" fmla="*/ 1978024 w 2844891"/>
              <a:gd name="connsiteY5" fmla="*/ 241300 h 6165850"/>
              <a:gd name="connsiteX6" fmla="*/ 2241549 w 2844891"/>
              <a:gd name="connsiteY6" fmla="*/ 3174 h 6165850"/>
              <a:gd name="connsiteX7" fmla="*/ 2525703 w 2844891"/>
              <a:gd name="connsiteY7" fmla="*/ 0 h 6165850"/>
              <a:gd name="connsiteX8" fmla="*/ 2838450 w 2844891"/>
              <a:gd name="connsiteY8" fmla="*/ 398472 h 6165850"/>
              <a:gd name="connsiteX9" fmla="*/ 2844800 w 2844891"/>
              <a:gd name="connsiteY9" fmla="*/ 5770553 h 6165850"/>
              <a:gd name="connsiteX10" fmla="*/ 2516178 w 2844891"/>
              <a:gd name="connsiteY10" fmla="*/ 6159500 h 6165850"/>
              <a:gd name="connsiteX11" fmla="*/ 338147 w 2844891"/>
              <a:gd name="connsiteY11" fmla="*/ 6165850 h 6165850"/>
              <a:gd name="connsiteX12" fmla="*/ 3175 w 2844891"/>
              <a:gd name="connsiteY12" fmla="*/ 5767378 h 6165850"/>
              <a:gd name="connsiteX13" fmla="*/ 0 w 2844891"/>
              <a:gd name="connsiteY13" fmla="*/ 439747 h 6165850"/>
              <a:gd name="connsiteX0" fmla="*/ 0 w 2844891"/>
              <a:gd name="connsiteY0" fmla="*/ 439747 h 6165850"/>
              <a:gd name="connsiteX1" fmla="*/ 300047 w 2844891"/>
              <a:gd name="connsiteY1" fmla="*/ 3175 h 6165850"/>
              <a:gd name="connsiteX2" fmla="*/ 615949 w 2844891"/>
              <a:gd name="connsiteY2" fmla="*/ 6349 h 6165850"/>
              <a:gd name="connsiteX3" fmla="*/ 822324 w 2844891"/>
              <a:gd name="connsiteY3" fmla="*/ 231775 h 6165850"/>
              <a:gd name="connsiteX4" fmla="*/ 1978024 w 2844891"/>
              <a:gd name="connsiteY4" fmla="*/ 241300 h 6165850"/>
              <a:gd name="connsiteX5" fmla="*/ 2241549 w 2844891"/>
              <a:gd name="connsiteY5" fmla="*/ 3174 h 6165850"/>
              <a:gd name="connsiteX6" fmla="*/ 2525703 w 2844891"/>
              <a:gd name="connsiteY6" fmla="*/ 0 h 6165850"/>
              <a:gd name="connsiteX7" fmla="*/ 2838450 w 2844891"/>
              <a:gd name="connsiteY7" fmla="*/ 398472 h 6165850"/>
              <a:gd name="connsiteX8" fmla="*/ 2844800 w 2844891"/>
              <a:gd name="connsiteY8" fmla="*/ 5770553 h 6165850"/>
              <a:gd name="connsiteX9" fmla="*/ 2516178 w 2844891"/>
              <a:gd name="connsiteY9" fmla="*/ 6159500 h 6165850"/>
              <a:gd name="connsiteX10" fmla="*/ 338147 w 2844891"/>
              <a:gd name="connsiteY10" fmla="*/ 6165850 h 6165850"/>
              <a:gd name="connsiteX11" fmla="*/ 3175 w 2844891"/>
              <a:gd name="connsiteY11" fmla="*/ 5767378 h 6165850"/>
              <a:gd name="connsiteX12" fmla="*/ 0 w 2844891"/>
              <a:gd name="connsiteY12" fmla="*/ 439747 h 6165850"/>
              <a:gd name="connsiteX0" fmla="*/ 0 w 2844891"/>
              <a:gd name="connsiteY0" fmla="*/ 439747 h 6165850"/>
              <a:gd name="connsiteX1" fmla="*/ 300047 w 2844891"/>
              <a:gd name="connsiteY1" fmla="*/ 3175 h 6165850"/>
              <a:gd name="connsiteX2" fmla="*/ 615949 w 2844891"/>
              <a:gd name="connsiteY2" fmla="*/ 6349 h 6165850"/>
              <a:gd name="connsiteX3" fmla="*/ 822324 w 2844891"/>
              <a:gd name="connsiteY3" fmla="*/ 231775 h 6165850"/>
              <a:gd name="connsiteX4" fmla="*/ 1978024 w 2844891"/>
              <a:gd name="connsiteY4" fmla="*/ 241300 h 6165850"/>
              <a:gd name="connsiteX5" fmla="*/ 2241549 w 2844891"/>
              <a:gd name="connsiteY5" fmla="*/ 3174 h 6165850"/>
              <a:gd name="connsiteX6" fmla="*/ 2525703 w 2844891"/>
              <a:gd name="connsiteY6" fmla="*/ 0 h 6165850"/>
              <a:gd name="connsiteX7" fmla="*/ 2838450 w 2844891"/>
              <a:gd name="connsiteY7" fmla="*/ 398472 h 6165850"/>
              <a:gd name="connsiteX8" fmla="*/ 2844800 w 2844891"/>
              <a:gd name="connsiteY8" fmla="*/ 5770553 h 6165850"/>
              <a:gd name="connsiteX9" fmla="*/ 2516178 w 2844891"/>
              <a:gd name="connsiteY9" fmla="*/ 6159500 h 6165850"/>
              <a:gd name="connsiteX10" fmla="*/ 338147 w 2844891"/>
              <a:gd name="connsiteY10" fmla="*/ 6165850 h 6165850"/>
              <a:gd name="connsiteX11" fmla="*/ 3175 w 2844891"/>
              <a:gd name="connsiteY11" fmla="*/ 5767378 h 6165850"/>
              <a:gd name="connsiteX12" fmla="*/ 0 w 2844891"/>
              <a:gd name="connsiteY12" fmla="*/ 439747 h 6165850"/>
              <a:gd name="connsiteX0" fmla="*/ 0 w 2844891"/>
              <a:gd name="connsiteY0" fmla="*/ 439747 h 6165850"/>
              <a:gd name="connsiteX1" fmla="*/ 300047 w 2844891"/>
              <a:gd name="connsiteY1" fmla="*/ 3175 h 6165850"/>
              <a:gd name="connsiteX2" fmla="*/ 615949 w 2844891"/>
              <a:gd name="connsiteY2" fmla="*/ 6349 h 6165850"/>
              <a:gd name="connsiteX3" fmla="*/ 822324 w 2844891"/>
              <a:gd name="connsiteY3" fmla="*/ 231775 h 6165850"/>
              <a:gd name="connsiteX4" fmla="*/ 1978024 w 2844891"/>
              <a:gd name="connsiteY4" fmla="*/ 241300 h 6165850"/>
              <a:gd name="connsiteX5" fmla="*/ 2241549 w 2844891"/>
              <a:gd name="connsiteY5" fmla="*/ 3174 h 6165850"/>
              <a:gd name="connsiteX6" fmla="*/ 2525703 w 2844891"/>
              <a:gd name="connsiteY6" fmla="*/ 0 h 6165850"/>
              <a:gd name="connsiteX7" fmla="*/ 2838450 w 2844891"/>
              <a:gd name="connsiteY7" fmla="*/ 398472 h 6165850"/>
              <a:gd name="connsiteX8" fmla="*/ 2844800 w 2844891"/>
              <a:gd name="connsiteY8" fmla="*/ 5770553 h 6165850"/>
              <a:gd name="connsiteX9" fmla="*/ 2516178 w 2844891"/>
              <a:gd name="connsiteY9" fmla="*/ 6159500 h 6165850"/>
              <a:gd name="connsiteX10" fmla="*/ 338147 w 2844891"/>
              <a:gd name="connsiteY10" fmla="*/ 6165850 h 6165850"/>
              <a:gd name="connsiteX11" fmla="*/ 3175 w 2844891"/>
              <a:gd name="connsiteY11" fmla="*/ 5767378 h 6165850"/>
              <a:gd name="connsiteX12" fmla="*/ 0 w 2844891"/>
              <a:gd name="connsiteY12" fmla="*/ 439747 h 6165850"/>
              <a:gd name="connsiteX0" fmla="*/ 0 w 2844891"/>
              <a:gd name="connsiteY0" fmla="*/ 439747 h 6165850"/>
              <a:gd name="connsiteX1" fmla="*/ 300047 w 2844891"/>
              <a:gd name="connsiteY1" fmla="*/ 3175 h 6165850"/>
              <a:gd name="connsiteX2" fmla="*/ 625474 w 2844891"/>
              <a:gd name="connsiteY2" fmla="*/ 6349 h 6165850"/>
              <a:gd name="connsiteX3" fmla="*/ 822324 w 2844891"/>
              <a:gd name="connsiteY3" fmla="*/ 231775 h 6165850"/>
              <a:gd name="connsiteX4" fmla="*/ 1978024 w 2844891"/>
              <a:gd name="connsiteY4" fmla="*/ 241300 h 6165850"/>
              <a:gd name="connsiteX5" fmla="*/ 2241549 w 2844891"/>
              <a:gd name="connsiteY5" fmla="*/ 3174 h 6165850"/>
              <a:gd name="connsiteX6" fmla="*/ 2525703 w 2844891"/>
              <a:gd name="connsiteY6" fmla="*/ 0 h 6165850"/>
              <a:gd name="connsiteX7" fmla="*/ 2838450 w 2844891"/>
              <a:gd name="connsiteY7" fmla="*/ 398472 h 6165850"/>
              <a:gd name="connsiteX8" fmla="*/ 2844800 w 2844891"/>
              <a:gd name="connsiteY8" fmla="*/ 5770553 h 6165850"/>
              <a:gd name="connsiteX9" fmla="*/ 2516178 w 2844891"/>
              <a:gd name="connsiteY9" fmla="*/ 6159500 h 6165850"/>
              <a:gd name="connsiteX10" fmla="*/ 338147 w 2844891"/>
              <a:gd name="connsiteY10" fmla="*/ 6165850 h 6165850"/>
              <a:gd name="connsiteX11" fmla="*/ 3175 w 2844891"/>
              <a:gd name="connsiteY11" fmla="*/ 5767378 h 6165850"/>
              <a:gd name="connsiteX12" fmla="*/ 0 w 2844891"/>
              <a:gd name="connsiteY12" fmla="*/ 439747 h 6165850"/>
              <a:gd name="connsiteX0" fmla="*/ 0 w 2844891"/>
              <a:gd name="connsiteY0" fmla="*/ 439747 h 6165850"/>
              <a:gd name="connsiteX1" fmla="*/ 300047 w 2844891"/>
              <a:gd name="connsiteY1" fmla="*/ 3175 h 6165850"/>
              <a:gd name="connsiteX2" fmla="*/ 625474 w 2844891"/>
              <a:gd name="connsiteY2" fmla="*/ 6349 h 6165850"/>
              <a:gd name="connsiteX3" fmla="*/ 869949 w 2844891"/>
              <a:gd name="connsiteY3" fmla="*/ 238125 h 6165850"/>
              <a:gd name="connsiteX4" fmla="*/ 1978024 w 2844891"/>
              <a:gd name="connsiteY4" fmla="*/ 241300 h 6165850"/>
              <a:gd name="connsiteX5" fmla="*/ 2241549 w 2844891"/>
              <a:gd name="connsiteY5" fmla="*/ 3174 h 6165850"/>
              <a:gd name="connsiteX6" fmla="*/ 2525703 w 2844891"/>
              <a:gd name="connsiteY6" fmla="*/ 0 h 6165850"/>
              <a:gd name="connsiteX7" fmla="*/ 2838450 w 2844891"/>
              <a:gd name="connsiteY7" fmla="*/ 398472 h 6165850"/>
              <a:gd name="connsiteX8" fmla="*/ 2844800 w 2844891"/>
              <a:gd name="connsiteY8" fmla="*/ 5770553 h 6165850"/>
              <a:gd name="connsiteX9" fmla="*/ 2516178 w 2844891"/>
              <a:gd name="connsiteY9" fmla="*/ 6159500 h 6165850"/>
              <a:gd name="connsiteX10" fmla="*/ 338147 w 2844891"/>
              <a:gd name="connsiteY10" fmla="*/ 6165850 h 6165850"/>
              <a:gd name="connsiteX11" fmla="*/ 3175 w 2844891"/>
              <a:gd name="connsiteY11" fmla="*/ 5767378 h 6165850"/>
              <a:gd name="connsiteX12" fmla="*/ 0 w 2844891"/>
              <a:gd name="connsiteY12" fmla="*/ 439747 h 6165850"/>
              <a:gd name="connsiteX0" fmla="*/ 0 w 2844891"/>
              <a:gd name="connsiteY0" fmla="*/ 439747 h 6165850"/>
              <a:gd name="connsiteX1" fmla="*/ 300047 w 2844891"/>
              <a:gd name="connsiteY1" fmla="*/ 3175 h 6165850"/>
              <a:gd name="connsiteX2" fmla="*/ 625474 w 2844891"/>
              <a:gd name="connsiteY2" fmla="*/ 6349 h 6165850"/>
              <a:gd name="connsiteX3" fmla="*/ 869949 w 2844891"/>
              <a:gd name="connsiteY3" fmla="*/ 238125 h 6165850"/>
              <a:gd name="connsiteX4" fmla="*/ 1987549 w 2844891"/>
              <a:gd name="connsiteY4" fmla="*/ 238125 h 6165850"/>
              <a:gd name="connsiteX5" fmla="*/ 2241549 w 2844891"/>
              <a:gd name="connsiteY5" fmla="*/ 3174 h 6165850"/>
              <a:gd name="connsiteX6" fmla="*/ 2525703 w 2844891"/>
              <a:gd name="connsiteY6" fmla="*/ 0 h 6165850"/>
              <a:gd name="connsiteX7" fmla="*/ 2838450 w 2844891"/>
              <a:gd name="connsiteY7" fmla="*/ 398472 h 6165850"/>
              <a:gd name="connsiteX8" fmla="*/ 2844800 w 2844891"/>
              <a:gd name="connsiteY8" fmla="*/ 5770553 h 6165850"/>
              <a:gd name="connsiteX9" fmla="*/ 2516178 w 2844891"/>
              <a:gd name="connsiteY9" fmla="*/ 6159500 h 6165850"/>
              <a:gd name="connsiteX10" fmla="*/ 338147 w 2844891"/>
              <a:gd name="connsiteY10" fmla="*/ 6165850 h 6165850"/>
              <a:gd name="connsiteX11" fmla="*/ 3175 w 2844891"/>
              <a:gd name="connsiteY11" fmla="*/ 5767378 h 6165850"/>
              <a:gd name="connsiteX12" fmla="*/ 0 w 2844891"/>
              <a:gd name="connsiteY12" fmla="*/ 439747 h 6165850"/>
              <a:gd name="connsiteX0" fmla="*/ 0 w 2847975"/>
              <a:gd name="connsiteY0" fmla="*/ 439747 h 6165850"/>
              <a:gd name="connsiteX1" fmla="*/ 300047 w 2847975"/>
              <a:gd name="connsiteY1" fmla="*/ 3175 h 6165850"/>
              <a:gd name="connsiteX2" fmla="*/ 625474 w 2847975"/>
              <a:gd name="connsiteY2" fmla="*/ 6349 h 6165850"/>
              <a:gd name="connsiteX3" fmla="*/ 869949 w 2847975"/>
              <a:gd name="connsiteY3" fmla="*/ 238125 h 6165850"/>
              <a:gd name="connsiteX4" fmla="*/ 1987549 w 2847975"/>
              <a:gd name="connsiteY4" fmla="*/ 238125 h 6165850"/>
              <a:gd name="connsiteX5" fmla="*/ 2241549 w 2847975"/>
              <a:gd name="connsiteY5" fmla="*/ 3174 h 6165850"/>
              <a:gd name="connsiteX6" fmla="*/ 2525703 w 2847975"/>
              <a:gd name="connsiteY6" fmla="*/ 0 h 6165850"/>
              <a:gd name="connsiteX7" fmla="*/ 2847975 w 2847975"/>
              <a:gd name="connsiteY7" fmla="*/ 392122 h 6165850"/>
              <a:gd name="connsiteX8" fmla="*/ 2844800 w 2847975"/>
              <a:gd name="connsiteY8" fmla="*/ 5770553 h 6165850"/>
              <a:gd name="connsiteX9" fmla="*/ 2516178 w 2847975"/>
              <a:gd name="connsiteY9" fmla="*/ 6159500 h 6165850"/>
              <a:gd name="connsiteX10" fmla="*/ 338147 w 2847975"/>
              <a:gd name="connsiteY10" fmla="*/ 6165850 h 6165850"/>
              <a:gd name="connsiteX11" fmla="*/ 3175 w 2847975"/>
              <a:gd name="connsiteY11" fmla="*/ 5767378 h 6165850"/>
              <a:gd name="connsiteX12" fmla="*/ 0 w 2847975"/>
              <a:gd name="connsiteY12" fmla="*/ 439747 h 6165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847975" h="6165850">
                <a:moveTo>
                  <a:pt x="0" y="439747"/>
                </a:moveTo>
                <a:cubicBezTo>
                  <a:pt x="0" y="179346"/>
                  <a:pt x="39646" y="3175"/>
                  <a:pt x="300047" y="3175"/>
                </a:cubicBezTo>
                <a:lnTo>
                  <a:pt x="625474" y="6349"/>
                </a:lnTo>
                <a:cubicBezTo>
                  <a:pt x="624416" y="-4234"/>
                  <a:pt x="594782" y="258233"/>
                  <a:pt x="869949" y="238125"/>
                </a:cubicBezTo>
                <a:lnTo>
                  <a:pt x="1987549" y="238125"/>
                </a:lnTo>
                <a:cubicBezTo>
                  <a:pt x="2273299" y="250825"/>
                  <a:pt x="2255044" y="-4234"/>
                  <a:pt x="2241549" y="3174"/>
                </a:cubicBezTo>
                <a:lnTo>
                  <a:pt x="2525703" y="0"/>
                </a:lnTo>
                <a:cubicBezTo>
                  <a:pt x="2786104" y="0"/>
                  <a:pt x="2847975" y="131721"/>
                  <a:pt x="2847975" y="392122"/>
                </a:cubicBezTo>
                <a:cubicBezTo>
                  <a:pt x="2846917" y="2155299"/>
                  <a:pt x="2845858" y="4007376"/>
                  <a:pt x="2844800" y="5770553"/>
                </a:cubicBezTo>
                <a:cubicBezTo>
                  <a:pt x="2844800" y="6030954"/>
                  <a:pt x="2776579" y="6159500"/>
                  <a:pt x="2516178" y="6159500"/>
                </a:cubicBezTo>
                <a:lnTo>
                  <a:pt x="338147" y="6165850"/>
                </a:lnTo>
                <a:cubicBezTo>
                  <a:pt x="77746" y="6165850"/>
                  <a:pt x="3175" y="6027779"/>
                  <a:pt x="3175" y="5767378"/>
                </a:cubicBezTo>
                <a:cubicBezTo>
                  <a:pt x="1058" y="4017959"/>
                  <a:pt x="2117" y="2189166"/>
                  <a:pt x="0" y="439747"/>
                </a:cubicBezTo>
                <a:close/>
              </a:path>
            </a:pathLst>
          </a:custGeom>
          <a:noFill/>
        </p:spPr>
        <p:txBody>
          <a:bodyPr/>
          <a:lstStyle>
            <a:lvl1pPr marL="0" indent="0">
              <a:buNone/>
              <a:defRPr/>
            </a:lvl1pPr>
          </a:lstStyle>
          <a:p>
            <a:endParaRPr lang="en-US" dirty="0"/>
          </a:p>
        </p:txBody>
      </p:sp>
      <p:sp>
        <p:nvSpPr>
          <p:cNvPr id="15" name="Text Placeholder 14">
            <a:extLst>
              <a:ext uri="{FF2B5EF4-FFF2-40B4-BE49-F238E27FC236}">
                <a16:creationId xmlns:a16="http://schemas.microsoft.com/office/drawing/2014/main" id="{4F407E58-93F0-7800-E900-157883DCAC68}"/>
              </a:ext>
            </a:extLst>
          </p:cNvPr>
          <p:cNvSpPr>
            <a:spLocks noGrp="1"/>
          </p:cNvSpPr>
          <p:nvPr>
            <p:ph type="body" sz="quarter" idx="12" hasCustomPrompt="1"/>
          </p:nvPr>
        </p:nvSpPr>
        <p:spPr>
          <a:xfrm>
            <a:off x="5892799" y="2740025"/>
            <a:ext cx="9969500" cy="6165850"/>
          </a:xfrm>
        </p:spPr>
        <p:txBody>
          <a:bodyPr/>
          <a:lstStyle>
            <a:lvl1pPr marL="0" indent="0">
              <a:lnSpc>
                <a:spcPct val="150000"/>
              </a:lnSpc>
              <a:spcBef>
                <a:spcPts val="1000"/>
              </a:spcBef>
              <a:buFontTx/>
              <a:buNone/>
              <a:defRPr sz="1800">
                <a:solidFill>
                  <a:schemeClr val="tx2"/>
                </a:solidFill>
              </a:defRPr>
            </a:lvl1pPr>
          </a:lstStyle>
          <a:p>
            <a:pPr lvl="0"/>
            <a:r>
              <a:rPr lang="en-US" dirty="0"/>
              <a:t>Click to edit Master text styles </a:t>
            </a:r>
          </a:p>
        </p:txBody>
      </p:sp>
      <p:cxnSp>
        <p:nvCxnSpPr>
          <p:cNvPr id="6" name="Straight Connector 5">
            <a:extLst>
              <a:ext uri="{FF2B5EF4-FFF2-40B4-BE49-F238E27FC236}">
                <a16:creationId xmlns:a16="http://schemas.microsoft.com/office/drawing/2014/main" id="{1EE92F23-9E00-783E-A969-0E3C29344895}"/>
              </a:ext>
            </a:extLst>
          </p:cNvPr>
          <p:cNvCxnSpPr/>
          <p:nvPr userDrawn="1"/>
        </p:nvCxnSpPr>
        <p:spPr>
          <a:xfrm>
            <a:off x="6035270" y="2119302"/>
            <a:ext cx="807260" cy="0"/>
          </a:xfrm>
          <a:prstGeom prst="line">
            <a:avLst/>
          </a:prstGeom>
          <a:ln w="47625">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77250603"/>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15_2_Two Phones and Cop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C36625-6A41-BC22-95CC-B00ED8117DC6}"/>
              </a:ext>
            </a:extLst>
          </p:cNvPr>
          <p:cNvSpPr>
            <a:spLocks noGrp="1"/>
          </p:cNvSpPr>
          <p:nvPr>
            <p:ph type="title"/>
          </p:nvPr>
        </p:nvSpPr>
        <p:spPr/>
        <p:txBody>
          <a:bodyPr/>
          <a:lstStyle/>
          <a:p>
            <a:r>
              <a:rPr lang="en-US"/>
              <a:t>Click to edit Master title style</a:t>
            </a:r>
          </a:p>
        </p:txBody>
      </p:sp>
      <p:sp>
        <p:nvSpPr>
          <p:cNvPr id="3" name="Slide Number Placeholder 2">
            <a:extLst>
              <a:ext uri="{FF2B5EF4-FFF2-40B4-BE49-F238E27FC236}">
                <a16:creationId xmlns:a16="http://schemas.microsoft.com/office/drawing/2014/main" id="{82042DE7-E534-80CE-B3DA-2494136BF44A}"/>
              </a:ext>
            </a:extLst>
          </p:cNvPr>
          <p:cNvSpPr>
            <a:spLocks noGrp="1"/>
          </p:cNvSpPr>
          <p:nvPr>
            <p:ph type="sldNum" sz="quarter" idx="10"/>
          </p:nvPr>
        </p:nvSpPr>
        <p:spPr/>
        <p:txBody>
          <a:bodyPr/>
          <a:lstStyle/>
          <a:p>
            <a:fld id="{8CC5BBF2-D04D-C048-9F75-C3CD7CC10D78}" type="slidenum">
              <a:rPr lang="en-US" smtClean="0"/>
              <a:pPr/>
              <a:t>‹#›</a:t>
            </a:fld>
            <a:endParaRPr lang="en-US" dirty="0"/>
          </a:p>
        </p:txBody>
      </p:sp>
      <p:pic>
        <p:nvPicPr>
          <p:cNvPr id="6" name="Picture 5" descr="A black screen with silver frame&#10;&#10;Description automatically generated">
            <a:extLst>
              <a:ext uri="{FF2B5EF4-FFF2-40B4-BE49-F238E27FC236}">
                <a16:creationId xmlns:a16="http://schemas.microsoft.com/office/drawing/2014/main" id="{DD502311-C3D8-AD28-78BA-EB301723EB28}"/>
              </a:ext>
            </a:extLst>
          </p:cNvPr>
          <p:cNvPicPr>
            <a:picLocks noChangeAspect="1"/>
          </p:cNvPicPr>
          <p:nvPr userDrawn="1"/>
        </p:nvPicPr>
        <p:blipFill>
          <a:blip r:embed="rId2"/>
          <a:stretch>
            <a:fillRect/>
          </a:stretch>
        </p:blipFill>
        <p:spPr>
          <a:xfrm>
            <a:off x="685800" y="2551281"/>
            <a:ext cx="3276600" cy="6553200"/>
          </a:xfrm>
          <a:prstGeom prst="rect">
            <a:avLst/>
          </a:prstGeom>
        </p:spPr>
      </p:pic>
      <p:pic>
        <p:nvPicPr>
          <p:cNvPr id="7" name="Picture 6" descr="A black screen with silver frame&#10;&#10;Description automatically generated">
            <a:extLst>
              <a:ext uri="{FF2B5EF4-FFF2-40B4-BE49-F238E27FC236}">
                <a16:creationId xmlns:a16="http://schemas.microsoft.com/office/drawing/2014/main" id="{F98F9D45-5EB1-3D88-1EC2-E7F87142570F}"/>
              </a:ext>
            </a:extLst>
          </p:cNvPr>
          <p:cNvPicPr>
            <a:picLocks noChangeAspect="1"/>
          </p:cNvPicPr>
          <p:nvPr userDrawn="1"/>
        </p:nvPicPr>
        <p:blipFill>
          <a:blip r:embed="rId2"/>
          <a:stretch>
            <a:fillRect/>
          </a:stretch>
        </p:blipFill>
        <p:spPr>
          <a:xfrm>
            <a:off x="9144000" y="2547252"/>
            <a:ext cx="3276600" cy="6553200"/>
          </a:xfrm>
          <a:prstGeom prst="rect">
            <a:avLst/>
          </a:prstGeom>
        </p:spPr>
      </p:pic>
      <p:sp>
        <p:nvSpPr>
          <p:cNvPr id="11" name="Picture Placeholder 10">
            <a:extLst>
              <a:ext uri="{FF2B5EF4-FFF2-40B4-BE49-F238E27FC236}">
                <a16:creationId xmlns:a16="http://schemas.microsoft.com/office/drawing/2014/main" id="{A1D6F1FA-86CE-FD41-0466-B21043E7E246}"/>
              </a:ext>
            </a:extLst>
          </p:cNvPr>
          <p:cNvSpPr>
            <a:spLocks noGrp="1"/>
          </p:cNvSpPr>
          <p:nvPr>
            <p:ph type="pic" sz="quarter" idx="11"/>
          </p:nvPr>
        </p:nvSpPr>
        <p:spPr>
          <a:xfrm>
            <a:off x="899041" y="2740026"/>
            <a:ext cx="2847975" cy="6165850"/>
          </a:xfrm>
          <a:custGeom>
            <a:avLst/>
            <a:gdLst>
              <a:gd name="connsiteX0" fmla="*/ 0 w 2828925"/>
              <a:gd name="connsiteY0" fmla="*/ 471497 h 6162675"/>
              <a:gd name="connsiteX1" fmla="*/ 471497 w 2828925"/>
              <a:gd name="connsiteY1" fmla="*/ 0 h 6162675"/>
              <a:gd name="connsiteX2" fmla="*/ 2357428 w 2828925"/>
              <a:gd name="connsiteY2" fmla="*/ 0 h 6162675"/>
              <a:gd name="connsiteX3" fmla="*/ 2828925 w 2828925"/>
              <a:gd name="connsiteY3" fmla="*/ 471497 h 6162675"/>
              <a:gd name="connsiteX4" fmla="*/ 2828925 w 2828925"/>
              <a:gd name="connsiteY4" fmla="*/ 5691178 h 6162675"/>
              <a:gd name="connsiteX5" fmla="*/ 2357428 w 2828925"/>
              <a:gd name="connsiteY5" fmla="*/ 6162675 h 6162675"/>
              <a:gd name="connsiteX6" fmla="*/ 471497 w 2828925"/>
              <a:gd name="connsiteY6" fmla="*/ 6162675 h 6162675"/>
              <a:gd name="connsiteX7" fmla="*/ 0 w 2828925"/>
              <a:gd name="connsiteY7" fmla="*/ 5691178 h 6162675"/>
              <a:gd name="connsiteX8" fmla="*/ 0 w 2828925"/>
              <a:gd name="connsiteY8" fmla="*/ 471497 h 6162675"/>
              <a:gd name="connsiteX0" fmla="*/ 0 w 2828925"/>
              <a:gd name="connsiteY0" fmla="*/ 471497 h 6162675"/>
              <a:gd name="connsiteX1" fmla="*/ 280997 w 2828925"/>
              <a:gd name="connsiteY1" fmla="*/ 6350 h 6162675"/>
              <a:gd name="connsiteX2" fmla="*/ 2357428 w 2828925"/>
              <a:gd name="connsiteY2" fmla="*/ 0 h 6162675"/>
              <a:gd name="connsiteX3" fmla="*/ 2828925 w 2828925"/>
              <a:gd name="connsiteY3" fmla="*/ 471497 h 6162675"/>
              <a:gd name="connsiteX4" fmla="*/ 2828925 w 2828925"/>
              <a:gd name="connsiteY4" fmla="*/ 5691178 h 6162675"/>
              <a:gd name="connsiteX5" fmla="*/ 2357428 w 2828925"/>
              <a:gd name="connsiteY5" fmla="*/ 6162675 h 6162675"/>
              <a:gd name="connsiteX6" fmla="*/ 471497 w 2828925"/>
              <a:gd name="connsiteY6" fmla="*/ 6162675 h 6162675"/>
              <a:gd name="connsiteX7" fmla="*/ 0 w 2828925"/>
              <a:gd name="connsiteY7" fmla="*/ 5691178 h 6162675"/>
              <a:gd name="connsiteX8" fmla="*/ 0 w 2828925"/>
              <a:gd name="connsiteY8" fmla="*/ 471497 h 6162675"/>
              <a:gd name="connsiteX0" fmla="*/ 0 w 2835275"/>
              <a:gd name="connsiteY0" fmla="*/ 442922 h 6162675"/>
              <a:gd name="connsiteX1" fmla="*/ 287347 w 2835275"/>
              <a:gd name="connsiteY1" fmla="*/ 6350 h 6162675"/>
              <a:gd name="connsiteX2" fmla="*/ 2363778 w 2835275"/>
              <a:gd name="connsiteY2" fmla="*/ 0 h 6162675"/>
              <a:gd name="connsiteX3" fmla="*/ 2835275 w 2835275"/>
              <a:gd name="connsiteY3" fmla="*/ 471497 h 6162675"/>
              <a:gd name="connsiteX4" fmla="*/ 2835275 w 2835275"/>
              <a:gd name="connsiteY4" fmla="*/ 5691178 h 6162675"/>
              <a:gd name="connsiteX5" fmla="*/ 2363778 w 2835275"/>
              <a:gd name="connsiteY5" fmla="*/ 6162675 h 6162675"/>
              <a:gd name="connsiteX6" fmla="*/ 477847 w 2835275"/>
              <a:gd name="connsiteY6" fmla="*/ 6162675 h 6162675"/>
              <a:gd name="connsiteX7" fmla="*/ 6350 w 2835275"/>
              <a:gd name="connsiteY7" fmla="*/ 5691178 h 6162675"/>
              <a:gd name="connsiteX8" fmla="*/ 0 w 2835275"/>
              <a:gd name="connsiteY8" fmla="*/ 442922 h 6162675"/>
              <a:gd name="connsiteX0" fmla="*/ 0 w 2835275"/>
              <a:gd name="connsiteY0" fmla="*/ 442922 h 6162675"/>
              <a:gd name="connsiteX1" fmla="*/ 331797 w 2835275"/>
              <a:gd name="connsiteY1" fmla="*/ 9525 h 6162675"/>
              <a:gd name="connsiteX2" fmla="*/ 2363778 w 2835275"/>
              <a:gd name="connsiteY2" fmla="*/ 0 h 6162675"/>
              <a:gd name="connsiteX3" fmla="*/ 2835275 w 2835275"/>
              <a:gd name="connsiteY3" fmla="*/ 471497 h 6162675"/>
              <a:gd name="connsiteX4" fmla="*/ 2835275 w 2835275"/>
              <a:gd name="connsiteY4" fmla="*/ 5691178 h 6162675"/>
              <a:gd name="connsiteX5" fmla="*/ 2363778 w 2835275"/>
              <a:gd name="connsiteY5" fmla="*/ 6162675 h 6162675"/>
              <a:gd name="connsiteX6" fmla="*/ 477847 w 2835275"/>
              <a:gd name="connsiteY6" fmla="*/ 6162675 h 6162675"/>
              <a:gd name="connsiteX7" fmla="*/ 6350 w 2835275"/>
              <a:gd name="connsiteY7" fmla="*/ 5691178 h 6162675"/>
              <a:gd name="connsiteX8" fmla="*/ 0 w 2835275"/>
              <a:gd name="connsiteY8" fmla="*/ 442922 h 6162675"/>
              <a:gd name="connsiteX0" fmla="*/ 0 w 2835275"/>
              <a:gd name="connsiteY0" fmla="*/ 442922 h 6162675"/>
              <a:gd name="connsiteX1" fmla="*/ 306397 w 2835275"/>
              <a:gd name="connsiteY1" fmla="*/ 12700 h 6162675"/>
              <a:gd name="connsiteX2" fmla="*/ 2363778 w 2835275"/>
              <a:gd name="connsiteY2" fmla="*/ 0 h 6162675"/>
              <a:gd name="connsiteX3" fmla="*/ 2835275 w 2835275"/>
              <a:gd name="connsiteY3" fmla="*/ 471497 h 6162675"/>
              <a:gd name="connsiteX4" fmla="*/ 2835275 w 2835275"/>
              <a:gd name="connsiteY4" fmla="*/ 5691178 h 6162675"/>
              <a:gd name="connsiteX5" fmla="*/ 2363778 w 2835275"/>
              <a:gd name="connsiteY5" fmla="*/ 6162675 h 6162675"/>
              <a:gd name="connsiteX6" fmla="*/ 477847 w 2835275"/>
              <a:gd name="connsiteY6" fmla="*/ 6162675 h 6162675"/>
              <a:gd name="connsiteX7" fmla="*/ 6350 w 2835275"/>
              <a:gd name="connsiteY7" fmla="*/ 5691178 h 6162675"/>
              <a:gd name="connsiteX8" fmla="*/ 0 w 2835275"/>
              <a:gd name="connsiteY8" fmla="*/ 442922 h 6162675"/>
              <a:gd name="connsiteX0" fmla="*/ 0 w 2835275"/>
              <a:gd name="connsiteY0" fmla="*/ 442922 h 6162675"/>
              <a:gd name="connsiteX1" fmla="*/ 306397 w 2835275"/>
              <a:gd name="connsiteY1" fmla="*/ 12700 h 6162675"/>
              <a:gd name="connsiteX2" fmla="*/ 2503478 w 2835275"/>
              <a:gd name="connsiteY2" fmla="*/ 0 h 6162675"/>
              <a:gd name="connsiteX3" fmla="*/ 2835275 w 2835275"/>
              <a:gd name="connsiteY3" fmla="*/ 471497 h 6162675"/>
              <a:gd name="connsiteX4" fmla="*/ 2835275 w 2835275"/>
              <a:gd name="connsiteY4" fmla="*/ 5691178 h 6162675"/>
              <a:gd name="connsiteX5" fmla="*/ 2363778 w 2835275"/>
              <a:gd name="connsiteY5" fmla="*/ 6162675 h 6162675"/>
              <a:gd name="connsiteX6" fmla="*/ 477847 w 2835275"/>
              <a:gd name="connsiteY6" fmla="*/ 6162675 h 6162675"/>
              <a:gd name="connsiteX7" fmla="*/ 6350 w 2835275"/>
              <a:gd name="connsiteY7" fmla="*/ 5691178 h 6162675"/>
              <a:gd name="connsiteX8" fmla="*/ 0 w 2835275"/>
              <a:gd name="connsiteY8" fmla="*/ 442922 h 6162675"/>
              <a:gd name="connsiteX0" fmla="*/ 0 w 2838450"/>
              <a:gd name="connsiteY0" fmla="*/ 442922 h 6162675"/>
              <a:gd name="connsiteX1" fmla="*/ 306397 w 2838450"/>
              <a:gd name="connsiteY1" fmla="*/ 12700 h 6162675"/>
              <a:gd name="connsiteX2" fmla="*/ 2503478 w 2838450"/>
              <a:gd name="connsiteY2" fmla="*/ 0 h 6162675"/>
              <a:gd name="connsiteX3" fmla="*/ 2838450 w 2838450"/>
              <a:gd name="connsiteY3" fmla="*/ 401647 h 6162675"/>
              <a:gd name="connsiteX4" fmla="*/ 2835275 w 2838450"/>
              <a:gd name="connsiteY4" fmla="*/ 5691178 h 6162675"/>
              <a:gd name="connsiteX5" fmla="*/ 2363778 w 2838450"/>
              <a:gd name="connsiteY5" fmla="*/ 6162675 h 6162675"/>
              <a:gd name="connsiteX6" fmla="*/ 477847 w 2838450"/>
              <a:gd name="connsiteY6" fmla="*/ 6162675 h 6162675"/>
              <a:gd name="connsiteX7" fmla="*/ 6350 w 2838450"/>
              <a:gd name="connsiteY7" fmla="*/ 5691178 h 6162675"/>
              <a:gd name="connsiteX8" fmla="*/ 0 w 2838450"/>
              <a:gd name="connsiteY8" fmla="*/ 442922 h 6162675"/>
              <a:gd name="connsiteX0" fmla="*/ 0 w 2838450"/>
              <a:gd name="connsiteY0" fmla="*/ 439747 h 6159500"/>
              <a:gd name="connsiteX1" fmla="*/ 306397 w 2838450"/>
              <a:gd name="connsiteY1" fmla="*/ 9525 h 6159500"/>
              <a:gd name="connsiteX2" fmla="*/ 2525703 w 2838450"/>
              <a:gd name="connsiteY2" fmla="*/ 0 h 6159500"/>
              <a:gd name="connsiteX3" fmla="*/ 2838450 w 2838450"/>
              <a:gd name="connsiteY3" fmla="*/ 398472 h 6159500"/>
              <a:gd name="connsiteX4" fmla="*/ 2835275 w 2838450"/>
              <a:gd name="connsiteY4" fmla="*/ 5688003 h 6159500"/>
              <a:gd name="connsiteX5" fmla="*/ 2363778 w 2838450"/>
              <a:gd name="connsiteY5" fmla="*/ 6159500 h 6159500"/>
              <a:gd name="connsiteX6" fmla="*/ 477847 w 2838450"/>
              <a:gd name="connsiteY6" fmla="*/ 6159500 h 6159500"/>
              <a:gd name="connsiteX7" fmla="*/ 6350 w 2838450"/>
              <a:gd name="connsiteY7" fmla="*/ 5688003 h 6159500"/>
              <a:gd name="connsiteX8" fmla="*/ 0 w 2838450"/>
              <a:gd name="connsiteY8" fmla="*/ 439747 h 6159500"/>
              <a:gd name="connsiteX0" fmla="*/ 0 w 2838450"/>
              <a:gd name="connsiteY0" fmla="*/ 439747 h 6159500"/>
              <a:gd name="connsiteX1" fmla="*/ 300047 w 2838450"/>
              <a:gd name="connsiteY1" fmla="*/ 3175 h 6159500"/>
              <a:gd name="connsiteX2" fmla="*/ 2525703 w 2838450"/>
              <a:gd name="connsiteY2" fmla="*/ 0 h 6159500"/>
              <a:gd name="connsiteX3" fmla="*/ 2838450 w 2838450"/>
              <a:gd name="connsiteY3" fmla="*/ 398472 h 6159500"/>
              <a:gd name="connsiteX4" fmla="*/ 2835275 w 2838450"/>
              <a:gd name="connsiteY4" fmla="*/ 5688003 h 6159500"/>
              <a:gd name="connsiteX5" fmla="*/ 2363778 w 2838450"/>
              <a:gd name="connsiteY5" fmla="*/ 6159500 h 6159500"/>
              <a:gd name="connsiteX6" fmla="*/ 477847 w 2838450"/>
              <a:gd name="connsiteY6" fmla="*/ 6159500 h 6159500"/>
              <a:gd name="connsiteX7" fmla="*/ 6350 w 2838450"/>
              <a:gd name="connsiteY7" fmla="*/ 5688003 h 6159500"/>
              <a:gd name="connsiteX8" fmla="*/ 0 w 2838450"/>
              <a:gd name="connsiteY8" fmla="*/ 439747 h 6159500"/>
              <a:gd name="connsiteX0" fmla="*/ 0 w 2838450"/>
              <a:gd name="connsiteY0" fmla="*/ 439747 h 6159500"/>
              <a:gd name="connsiteX1" fmla="*/ 300047 w 2838450"/>
              <a:gd name="connsiteY1" fmla="*/ 3175 h 6159500"/>
              <a:gd name="connsiteX2" fmla="*/ 2525703 w 2838450"/>
              <a:gd name="connsiteY2" fmla="*/ 0 h 6159500"/>
              <a:gd name="connsiteX3" fmla="*/ 2838450 w 2838450"/>
              <a:gd name="connsiteY3" fmla="*/ 398472 h 6159500"/>
              <a:gd name="connsiteX4" fmla="*/ 2835275 w 2838450"/>
              <a:gd name="connsiteY4" fmla="*/ 5688003 h 6159500"/>
              <a:gd name="connsiteX5" fmla="*/ 2516178 w 2838450"/>
              <a:gd name="connsiteY5" fmla="*/ 6159500 h 6159500"/>
              <a:gd name="connsiteX6" fmla="*/ 477847 w 2838450"/>
              <a:gd name="connsiteY6" fmla="*/ 6159500 h 6159500"/>
              <a:gd name="connsiteX7" fmla="*/ 6350 w 2838450"/>
              <a:gd name="connsiteY7" fmla="*/ 5688003 h 6159500"/>
              <a:gd name="connsiteX8" fmla="*/ 0 w 2838450"/>
              <a:gd name="connsiteY8" fmla="*/ 439747 h 6159500"/>
              <a:gd name="connsiteX0" fmla="*/ 0 w 2838450"/>
              <a:gd name="connsiteY0" fmla="*/ 439747 h 6165850"/>
              <a:gd name="connsiteX1" fmla="*/ 300047 w 2838450"/>
              <a:gd name="connsiteY1" fmla="*/ 3175 h 6165850"/>
              <a:gd name="connsiteX2" fmla="*/ 2525703 w 2838450"/>
              <a:gd name="connsiteY2" fmla="*/ 0 h 6165850"/>
              <a:gd name="connsiteX3" fmla="*/ 2838450 w 2838450"/>
              <a:gd name="connsiteY3" fmla="*/ 398472 h 6165850"/>
              <a:gd name="connsiteX4" fmla="*/ 2835275 w 2838450"/>
              <a:gd name="connsiteY4" fmla="*/ 5688003 h 6165850"/>
              <a:gd name="connsiteX5" fmla="*/ 2516178 w 2838450"/>
              <a:gd name="connsiteY5" fmla="*/ 6159500 h 6165850"/>
              <a:gd name="connsiteX6" fmla="*/ 338147 w 2838450"/>
              <a:gd name="connsiteY6" fmla="*/ 6165850 h 6165850"/>
              <a:gd name="connsiteX7" fmla="*/ 6350 w 2838450"/>
              <a:gd name="connsiteY7" fmla="*/ 5688003 h 6165850"/>
              <a:gd name="connsiteX8" fmla="*/ 0 w 2838450"/>
              <a:gd name="connsiteY8" fmla="*/ 439747 h 6165850"/>
              <a:gd name="connsiteX0" fmla="*/ 0 w 2838450"/>
              <a:gd name="connsiteY0" fmla="*/ 439747 h 6165850"/>
              <a:gd name="connsiteX1" fmla="*/ 300047 w 2838450"/>
              <a:gd name="connsiteY1" fmla="*/ 3175 h 6165850"/>
              <a:gd name="connsiteX2" fmla="*/ 2525703 w 2838450"/>
              <a:gd name="connsiteY2" fmla="*/ 0 h 6165850"/>
              <a:gd name="connsiteX3" fmla="*/ 2838450 w 2838450"/>
              <a:gd name="connsiteY3" fmla="*/ 398472 h 6165850"/>
              <a:gd name="connsiteX4" fmla="*/ 2835275 w 2838450"/>
              <a:gd name="connsiteY4" fmla="*/ 5688003 h 6165850"/>
              <a:gd name="connsiteX5" fmla="*/ 2516178 w 2838450"/>
              <a:gd name="connsiteY5" fmla="*/ 6159500 h 6165850"/>
              <a:gd name="connsiteX6" fmla="*/ 338147 w 2838450"/>
              <a:gd name="connsiteY6" fmla="*/ 6165850 h 6165850"/>
              <a:gd name="connsiteX7" fmla="*/ 3175 w 2838450"/>
              <a:gd name="connsiteY7" fmla="*/ 5767378 h 6165850"/>
              <a:gd name="connsiteX8" fmla="*/ 0 w 2838450"/>
              <a:gd name="connsiteY8" fmla="*/ 439747 h 6165850"/>
              <a:gd name="connsiteX0" fmla="*/ 0 w 2844891"/>
              <a:gd name="connsiteY0" fmla="*/ 439747 h 6165850"/>
              <a:gd name="connsiteX1" fmla="*/ 300047 w 2844891"/>
              <a:gd name="connsiteY1" fmla="*/ 3175 h 6165850"/>
              <a:gd name="connsiteX2" fmla="*/ 2525703 w 2844891"/>
              <a:gd name="connsiteY2" fmla="*/ 0 h 6165850"/>
              <a:gd name="connsiteX3" fmla="*/ 2838450 w 2844891"/>
              <a:gd name="connsiteY3" fmla="*/ 398472 h 6165850"/>
              <a:gd name="connsiteX4" fmla="*/ 2844800 w 2844891"/>
              <a:gd name="connsiteY4" fmla="*/ 5770553 h 6165850"/>
              <a:gd name="connsiteX5" fmla="*/ 2516178 w 2844891"/>
              <a:gd name="connsiteY5" fmla="*/ 6159500 h 6165850"/>
              <a:gd name="connsiteX6" fmla="*/ 338147 w 2844891"/>
              <a:gd name="connsiteY6" fmla="*/ 6165850 h 6165850"/>
              <a:gd name="connsiteX7" fmla="*/ 3175 w 2844891"/>
              <a:gd name="connsiteY7" fmla="*/ 5767378 h 6165850"/>
              <a:gd name="connsiteX8" fmla="*/ 0 w 2844891"/>
              <a:gd name="connsiteY8" fmla="*/ 439747 h 6165850"/>
              <a:gd name="connsiteX0" fmla="*/ 0 w 2844891"/>
              <a:gd name="connsiteY0" fmla="*/ 439747 h 6165850"/>
              <a:gd name="connsiteX1" fmla="*/ 300047 w 2844891"/>
              <a:gd name="connsiteY1" fmla="*/ 3175 h 6165850"/>
              <a:gd name="connsiteX2" fmla="*/ 507999 w 2844891"/>
              <a:gd name="connsiteY2" fmla="*/ 3174 h 6165850"/>
              <a:gd name="connsiteX3" fmla="*/ 2525703 w 2844891"/>
              <a:gd name="connsiteY3" fmla="*/ 0 h 6165850"/>
              <a:gd name="connsiteX4" fmla="*/ 2838450 w 2844891"/>
              <a:gd name="connsiteY4" fmla="*/ 398472 h 6165850"/>
              <a:gd name="connsiteX5" fmla="*/ 2844800 w 2844891"/>
              <a:gd name="connsiteY5" fmla="*/ 5770553 h 6165850"/>
              <a:gd name="connsiteX6" fmla="*/ 2516178 w 2844891"/>
              <a:gd name="connsiteY6" fmla="*/ 6159500 h 6165850"/>
              <a:gd name="connsiteX7" fmla="*/ 338147 w 2844891"/>
              <a:gd name="connsiteY7" fmla="*/ 6165850 h 6165850"/>
              <a:gd name="connsiteX8" fmla="*/ 3175 w 2844891"/>
              <a:gd name="connsiteY8" fmla="*/ 5767378 h 6165850"/>
              <a:gd name="connsiteX9" fmla="*/ 0 w 2844891"/>
              <a:gd name="connsiteY9" fmla="*/ 439747 h 6165850"/>
              <a:gd name="connsiteX0" fmla="*/ 0 w 2844891"/>
              <a:gd name="connsiteY0" fmla="*/ 439748 h 6165851"/>
              <a:gd name="connsiteX1" fmla="*/ 300047 w 2844891"/>
              <a:gd name="connsiteY1" fmla="*/ 3176 h 6165851"/>
              <a:gd name="connsiteX2" fmla="*/ 507999 w 2844891"/>
              <a:gd name="connsiteY2" fmla="*/ 3175 h 6165851"/>
              <a:gd name="connsiteX3" fmla="*/ 2263774 w 2844891"/>
              <a:gd name="connsiteY3" fmla="*/ 0 h 6165851"/>
              <a:gd name="connsiteX4" fmla="*/ 2525703 w 2844891"/>
              <a:gd name="connsiteY4" fmla="*/ 1 h 6165851"/>
              <a:gd name="connsiteX5" fmla="*/ 2838450 w 2844891"/>
              <a:gd name="connsiteY5" fmla="*/ 398473 h 6165851"/>
              <a:gd name="connsiteX6" fmla="*/ 2844800 w 2844891"/>
              <a:gd name="connsiteY6" fmla="*/ 5770554 h 6165851"/>
              <a:gd name="connsiteX7" fmla="*/ 2516178 w 2844891"/>
              <a:gd name="connsiteY7" fmla="*/ 6159501 h 6165851"/>
              <a:gd name="connsiteX8" fmla="*/ 338147 w 2844891"/>
              <a:gd name="connsiteY8" fmla="*/ 6165851 h 6165851"/>
              <a:gd name="connsiteX9" fmla="*/ 3175 w 2844891"/>
              <a:gd name="connsiteY9" fmla="*/ 5767379 h 6165851"/>
              <a:gd name="connsiteX10" fmla="*/ 0 w 2844891"/>
              <a:gd name="connsiteY10" fmla="*/ 439748 h 6165851"/>
              <a:gd name="connsiteX0" fmla="*/ 0 w 2844891"/>
              <a:gd name="connsiteY0" fmla="*/ 439748 h 6165851"/>
              <a:gd name="connsiteX1" fmla="*/ 300047 w 2844891"/>
              <a:gd name="connsiteY1" fmla="*/ 3176 h 6165851"/>
              <a:gd name="connsiteX2" fmla="*/ 507999 w 2844891"/>
              <a:gd name="connsiteY2" fmla="*/ 3175 h 6165851"/>
              <a:gd name="connsiteX3" fmla="*/ 901699 w 2844891"/>
              <a:gd name="connsiteY3" fmla="*/ 1 h 6165851"/>
              <a:gd name="connsiteX4" fmla="*/ 2263774 w 2844891"/>
              <a:gd name="connsiteY4" fmla="*/ 0 h 6165851"/>
              <a:gd name="connsiteX5" fmla="*/ 2525703 w 2844891"/>
              <a:gd name="connsiteY5" fmla="*/ 1 h 6165851"/>
              <a:gd name="connsiteX6" fmla="*/ 2838450 w 2844891"/>
              <a:gd name="connsiteY6" fmla="*/ 398473 h 6165851"/>
              <a:gd name="connsiteX7" fmla="*/ 2844800 w 2844891"/>
              <a:gd name="connsiteY7" fmla="*/ 5770554 h 6165851"/>
              <a:gd name="connsiteX8" fmla="*/ 2516178 w 2844891"/>
              <a:gd name="connsiteY8" fmla="*/ 6159501 h 6165851"/>
              <a:gd name="connsiteX9" fmla="*/ 338147 w 2844891"/>
              <a:gd name="connsiteY9" fmla="*/ 6165851 h 6165851"/>
              <a:gd name="connsiteX10" fmla="*/ 3175 w 2844891"/>
              <a:gd name="connsiteY10" fmla="*/ 5767379 h 6165851"/>
              <a:gd name="connsiteX11" fmla="*/ 0 w 2844891"/>
              <a:gd name="connsiteY11" fmla="*/ 439748 h 6165851"/>
              <a:gd name="connsiteX0" fmla="*/ 0 w 2844891"/>
              <a:gd name="connsiteY0" fmla="*/ 439748 h 6165851"/>
              <a:gd name="connsiteX1" fmla="*/ 300047 w 2844891"/>
              <a:gd name="connsiteY1" fmla="*/ 3176 h 6165851"/>
              <a:gd name="connsiteX2" fmla="*/ 507999 w 2844891"/>
              <a:gd name="connsiteY2" fmla="*/ 3175 h 6165851"/>
              <a:gd name="connsiteX3" fmla="*/ 901699 w 2844891"/>
              <a:gd name="connsiteY3" fmla="*/ 1 h 6165851"/>
              <a:gd name="connsiteX4" fmla="*/ 1879599 w 2844891"/>
              <a:gd name="connsiteY4" fmla="*/ 1 h 6165851"/>
              <a:gd name="connsiteX5" fmla="*/ 2263774 w 2844891"/>
              <a:gd name="connsiteY5" fmla="*/ 0 h 6165851"/>
              <a:gd name="connsiteX6" fmla="*/ 2525703 w 2844891"/>
              <a:gd name="connsiteY6" fmla="*/ 1 h 6165851"/>
              <a:gd name="connsiteX7" fmla="*/ 2838450 w 2844891"/>
              <a:gd name="connsiteY7" fmla="*/ 398473 h 6165851"/>
              <a:gd name="connsiteX8" fmla="*/ 2844800 w 2844891"/>
              <a:gd name="connsiteY8" fmla="*/ 5770554 h 6165851"/>
              <a:gd name="connsiteX9" fmla="*/ 2516178 w 2844891"/>
              <a:gd name="connsiteY9" fmla="*/ 6159501 h 6165851"/>
              <a:gd name="connsiteX10" fmla="*/ 338147 w 2844891"/>
              <a:gd name="connsiteY10" fmla="*/ 6165851 h 6165851"/>
              <a:gd name="connsiteX11" fmla="*/ 3175 w 2844891"/>
              <a:gd name="connsiteY11" fmla="*/ 5767379 h 6165851"/>
              <a:gd name="connsiteX12" fmla="*/ 0 w 2844891"/>
              <a:gd name="connsiteY12" fmla="*/ 439748 h 6165851"/>
              <a:gd name="connsiteX0" fmla="*/ 0 w 2844891"/>
              <a:gd name="connsiteY0" fmla="*/ 442922 h 6169025"/>
              <a:gd name="connsiteX1" fmla="*/ 300047 w 2844891"/>
              <a:gd name="connsiteY1" fmla="*/ 6350 h 6169025"/>
              <a:gd name="connsiteX2" fmla="*/ 507999 w 2844891"/>
              <a:gd name="connsiteY2" fmla="*/ 6349 h 6169025"/>
              <a:gd name="connsiteX3" fmla="*/ 901699 w 2844891"/>
              <a:gd name="connsiteY3" fmla="*/ 3175 h 6169025"/>
              <a:gd name="connsiteX4" fmla="*/ 1670049 w 2844891"/>
              <a:gd name="connsiteY4" fmla="*/ 0 h 6169025"/>
              <a:gd name="connsiteX5" fmla="*/ 1879599 w 2844891"/>
              <a:gd name="connsiteY5" fmla="*/ 3175 h 6169025"/>
              <a:gd name="connsiteX6" fmla="*/ 2263774 w 2844891"/>
              <a:gd name="connsiteY6" fmla="*/ 3174 h 6169025"/>
              <a:gd name="connsiteX7" fmla="*/ 2525703 w 2844891"/>
              <a:gd name="connsiteY7" fmla="*/ 3175 h 6169025"/>
              <a:gd name="connsiteX8" fmla="*/ 2838450 w 2844891"/>
              <a:gd name="connsiteY8" fmla="*/ 401647 h 6169025"/>
              <a:gd name="connsiteX9" fmla="*/ 2844800 w 2844891"/>
              <a:gd name="connsiteY9" fmla="*/ 5773728 h 6169025"/>
              <a:gd name="connsiteX10" fmla="*/ 2516178 w 2844891"/>
              <a:gd name="connsiteY10" fmla="*/ 6162675 h 6169025"/>
              <a:gd name="connsiteX11" fmla="*/ 338147 w 2844891"/>
              <a:gd name="connsiteY11" fmla="*/ 6169025 h 6169025"/>
              <a:gd name="connsiteX12" fmla="*/ 3175 w 2844891"/>
              <a:gd name="connsiteY12" fmla="*/ 5770553 h 6169025"/>
              <a:gd name="connsiteX13" fmla="*/ 0 w 2844891"/>
              <a:gd name="connsiteY13" fmla="*/ 442922 h 6169025"/>
              <a:gd name="connsiteX0" fmla="*/ 0 w 2844891"/>
              <a:gd name="connsiteY0" fmla="*/ 442922 h 6169025"/>
              <a:gd name="connsiteX1" fmla="*/ 300047 w 2844891"/>
              <a:gd name="connsiteY1" fmla="*/ 6350 h 6169025"/>
              <a:gd name="connsiteX2" fmla="*/ 507999 w 2844891"/>
              <a:gd name="connsiteY2" fmla="*/ 6349 h 6169025"/>
              <a:gd name="connsiteX3" fmla="*/ 901699 w 2844891"/>
              <a:gd name="connsiteY3" fmla="*/ 3175 h 6169025"/>
              <a:gd name="connsiteX4" fmla="*/ 1311274 w 2844891"/>
              <a:gd name="connsiteY4" fmla="*/ 0 h 6169025"/>
              <a:gd name="connsiteX5" fmla="*/ 1670049 w 2844891"/>
              <a:gd name="connsiteY5" fmla="*/ 0 h 6169025"/>
              <a:gd name="connsiteX6" fmla="*/ 1879599 w 2844891"/>
              <a:gd name="connsiteY6" fmla="*/ 3175 h 6169025"/>
              <a:gd name="connsiteX7" fmla="*/ 2263774 w 2844891"/>
              <a:gd name="connsiteY7" fmla="*/ 3174 h 6169025"/>
              <a:gd name="connsiteX8" fmla="*/ 2525703 w 2844891"/>
              <a:gd name="connsiteY8" fmla="*/ 3175 h 6169025"/>
              <a:gd name="connsiteX9" fmla="*/ 2838450 w 2844891"/>
              <a:gd name="connsiteY9" fmla="*/ 401647 h 6169025"/>
              <a:gd name="connsiteX10" fmla="*/ 2844800 w 2844891"/>
              <a:gd name="connsiteY10" fmla="*/ 5773728 h 6169025"/>
              <a:gd name="connsiteX11" fmla="*/ 2516178 w 2844891"/>
              <a:gd name="connsiteY11" fmla="*/ 6162675 h 6169025"/>
              <a:gd name="connsiteX12" fmla="*/ 338147 w 2844891"/>
              <a:gd name="connsiteY12" fmla="*/ 6169025 h 6169025"/>
              <a:gd name="connsiteX13" fmla="*/ 3175 w 2844891"/>
              <a:gd name="connsiteY13" fmla="*/ 5770553 h 6169025"/>
              <a:gd name="connsiteX14" fmla="*/ 0 w 2844891"/>
              <a:gd name="connsiteY14" fmla="*/ 442922 h 6169025"/>
              <a:gd name="connsiteX0" fmla="*/ 0 w 2844891"/>
              <a:gd name="connsiteY0" fmla="*/ 442922 h 6169025"/>
              <a:gd name="connsiteX1" fmla="*/ 300047 w 2844891"/>
              <a:gd name="connsiteY1" fmla="*/ 6350 h 6169025"/>
              <a:gd name="connsiteX2" fmla="*/ 507999 w 2844891"/>
              <a:gd name="connsiteY2" fmla="*/ 6349 h 6169025"/>
              <a:gd name="connsiteX3" fmla="*/ 901699 w 2844891"/>
              <a:gd name="connsiteY3" fmla="*/ 3175 h 6169025"/>
              <a:gd name="connsiteX4" fmla="*/ 1257299 w 2844891"/>
              <a:gd name="connsiteY4" fmla="*/ 285750 h 6169025"/>
              <a:gd name="connsiteX5" fmla="*/ 1670049 w 2844891"/>
              <a:gd name="connsiteY5" fmla="*/ 0 h 6169025"/>
              <a:gd name="connsiteX6" fmla="*/ 1879599 w 2844891"/>
              <a:gd name="connsiteY6" fmla="*/ 3175 h 6169025"/>
              <a:gd name="connsiteX7" fmla="*/ 2263774 w 2844891"/>
              <a:gd name="connsiteY7" fmla="*/ 3174 h 6169025"/>
              <a:gd name="connsiteX8" fmla="*/ 2525703 w 2844891"/>
              <a:gd name="connsiteY8" fmla="*/ 3175 h 6169025"/>
              <a:gd name="connsiteX9" fmla="*/ 2838450 w 2844891"/>
              <a:gd name="connsiteY9" fmla="*/ 401647 h 6169025"/>
              <a:gd name="connsiteX10" fmla="*/ 2844800 w 2844891"/>
              <a:gd name="connsiteY10" fmla="*/ 5773728 h 6169025"/>
              <a:gd name="connsiteX11" fmla="*/ 2516178 w 2844891"/>
              <a:gd name="connsiteY11" fmla="*/ 6162675 h 6169025"/>
              <a:gd name="connsiteX12" fmla="*/ 338147 w 2844891"/>
              <a:gd name="connsiteY12" fmla="*/ 6169025 h 6169025"/>
              <a:gd name="connsiteX13" fmla="*/ 3175 w 2844891"/>
              <a:gd name="connsiteY13" fmla="*/ 5770553 h 6169025"/>
              <a:gd name="connsiteX14" fmla="*/ 0 w 2844891"/>
              <a:gd name="connsiteY14" fmla="*/ 442922 h 6169025"/>
              <a:gd name="connsiteX0" fmla="*/ 0 w 2844891"/>
              <a:gd name="connsiteY0" fmla="*/ 442922 h 6169025"/>
              <a:gd name="connsiteX1" fmla="*/ 300047 w 2844891"/>
              <a:gd name="connsiteY1" fmla="*/ 6350 h 6169025"/>
              <a:gd name="connsiteX2" fmla="*/ 507999 w 2844891"/>
              <a:gd name="connsiteY2" fmla="*/ 6349 h 6169025"/>
              <a:gd name="connsiteX3" fmla="*/ 527049 w 2844891"/>
              <a:gd name="connsiteY3" fmla="*/ 196850 h 6169025"/>
              <a:gd name="connsiteX4" fmla="*/ 1257299 w 2844891"/>
              <a:gd name="connsiteY4" fmla="*/ 285750 h 6169025"/>
              <a:gd name="connsiteX5" fmla="*/ 1670049 w 2844891"/>
              <a:gd name="connsiteY5" fmla="*/ 0 h 6169025"/>
              <a:gd name="connsiteX6" fmla="*/ 1879599 w 2844891"/>
              <a:gd name="connsiteY6" fmla="*/ 3175 h 6169025"/>
              <a:gd name="connsiteX7" fmla="*/ 2263774 w 2844891"/>
              <a:gd name="connsiteY7" fmla="*/ 3174 h 6169025"/>
              <a:gd name="connsiteX8" fmla="*/ 2525703 w 2844891"/>
              <a:gd name="connsiteY8" fmla="*/ 3175 h 6169025"/>
              <a:gd name="connsiteX9" fmla="*/ 2838450 w 2844891"/>
              <a:gd name="connsiteY9" fmla="*/ 401647 h 6169025"/>
              <a:gd name="connsiteX10" fmla="*/ 2844800 w 2844891"/>
              <a:gd name="connsiteY10" fmla="*/ 5773728 h 6169025"/>
              <a:gd name="connsiteX11" fmla="*/ 2516178 w 2844891"/>
              <a:gd name="connsiteY11" fmla="*/ 6162675 h 6169025"/>
              <a:gd name="connsiteX12" fmla="*/ 338147 w 2844891"/>
              <a:gd name="connsiteY12" fmla="*/ 6169025 h 6169025"/>
              <a:gd name="connsiteX13" fmla="*/ 3175 w 2844891"/>
              <a:gd name="connsiteY13" fmla="*/ 5770553 h 6169025"/>
              <a:gd name="connsiteX14" fmla="*/ 0 w 2844891"/>
              <a:gd name="connsiteY14" fmla="*/ 442922 h 6169025"/>
              <a:gd name="connsiteX0" fmla="*/ 0 w 2844891"/>
              <a:gd name="connsiteY0" fmla="*/ 442922 h 6169025"/>
              <a:gd name="connsiteX1" fmla="*/ 300047 w 2844891"/>
              <a:gd name="connsiteY1" fmla="*/ 6350 h 6169025"/>
              <a:gd name="connsiteX2" fmla="*/ 507999 w 2844891"/>
              <a:gd name="connsiteY2" fmla="*/ 6349 h 6169025"/>
              <a:gd name="connsiteX3" fmla="*/ 619124 w 2844891"/>
              <a:gd name="connsiteY3" fmla="*/ 82550 h 6169025"/>
              <a:gd name="connsiteX4" fmla="*/ 1257299 w 2844891"/>
              <a:gd name="connsiteY4" fmla="*/ 285750 h 6169025"/>
              <a:gd name="connsiteX5" fmla="*/ 1670049 w 2844891"/>
              <a:gd name="connsiteY5" fmla="*/ 0 h 6169025"/>
              <a:gd name="connsiteX6" fmla="*/ 1879599 w 2844891"/>
              <a:gd name="connsiteY6" fmla="*/ 3175 h 6169025"/>
              <a:gd name="connsiteX7" fmla="*/ 2263774 w 2844891"/>
              <a:gd name="connsiteY7" fmla="*/ 3174 h 6169025"/>
              <a:gd name="connsiteX8" fmla="*/ 2525703 w 2844891"/>
              <a:gd name="connsiteY8" fmla="*/ 3175 h 6169025"/>
              <a:gd name="connsiteX9" fmla="*/ 2838450 w 2844891"/>
              <a:gd name="connsiteY9" fmla="*/ 401647 h 6169025"/>
              <a:gd name="connsiteX10" fmla="*/ 2844800 w 2844891"/>
              <a:gd name="connsiteY10" fmla="*/ 5773728 h 6169025"/>
              <a:gd name="connsiteX11" fmla="*/ 2516178 w 2844891"/>
              <a:gd name="connsiteY11" fmla="*/ 6162675 h 6169025"/>
              <a:gd name="connsiteX12" fmla="*/ 338147 w 2844891"/>
              <a:gd name="connsiteY12" fmla="*/ 6169025 h 6169025"/>
              <a:gd name="connsiteX13" fmla="*/ 3175 w 2844891"/>
              <a:gd name="connsiteY13" fmla="*/ 5770553 h 6169025"/>
              <a:gd name="connsiteX14" fmla="*/ 0 w 2844891"/>
              <a:gd name="connsiteY14" fmla="*/ 442922 h 6169025"/>
              <a:gd name="connsiteX0" fmla="*/ 0 w 2844891"/>
              <a:gd name="connsiteY0" fmla="*/ 442922 h 6169025"/>
              <a:gd name="connsiteX1" fmla="*/ 300047 w 2844891"/>
              <a:gd name="connsiteY1" fmla="*/ 6350 h 6169025"/>
              <a:gd name="connsiteX2" fmla="*/ 615949 w 2844891"/>
              <a:gd name="connsiteY2" fmla="*/ 9524 h 6169025"/>
              <a:gd name="connsiteX3" fmla="*/ 619124 w 2844891"/>
              <a:gd name="connsiteY3" fmla="*/ 82550 h 6169025"/>
              <a:gd name="connsiteX4" fmla="*/ 1257299 w 2844891"/>
              <a:gd name="connsiteY4" fmla="*/ 285750 h 6169025"/>
              <a:gd name="connsiteX5" fmla="*/ 1670049 w 2844891"/>
              <a:gd name="connsiteY5" fmla="*/ 0 h 6169025"/>
              <a:gd name="connsiteX6" fmla="*/ 1879599 w 2844891"/>
              <a:gd name="connsiteY6" fmla="*/ 3175 h 6169025"/>
              <a:gd name="connsiteX7" fmla="*/ 2263774 w 2844891"/>
              <a:gd name="connsiteY7" fmla="*/ 3174 h 6169025"/>
              <a:gd name="connsiteX8" fmla="*/ 2525703 w 2844891"/>
              <a:gd name="connsiteY8" fmla="*/ 3175 h 6169025"/>
              <a:gd name="connsiteX9" fmla="*/ 2838450 w 2844891"/>
              <a:gd name="connsiteY9" fmla="*/ 401647 h 6169025"/>
              <a:gd name="connsiteX10" fmla="*/ 2844800 w 2844891"/>
              <a:gd name="connsiteY10" fmla="*/ 5773728 h 6169025"/>
              <a:gd name="connsiteX11" fmla="*/ 2516178 w 2844891"/>
              <a:gd name="connsiteY11" fmla="*/ 6162675 h 6169025"/>
              <a:gd name="connsiteX12" fmla="*/ 338147 w 2844891"/>
              <a:gd name="connsiteY12" fmla="*/ 6169025 h 6169025"/>
              <a:gd name="connsiteX13" fmla="*/ 3175 w 2844891"/>
              <a:gd name="connsiteY13" fmla="*/ 5770553 h 6169025"/>
              <a:gd name="connsiteX14" fmla="*/ 0 w 2844891"/>
              <a:gd name="connsiteY14" fmla="*/ 442922 h 6169025"/>
              <a:gd name="connsiteX0" fmla="*/ 0 w 2844891"/>
              <a:gd name="connsiteY0" fmla="*/ 442922 h 6169025"/>
              <a:gd name="connsiteX1" fmla="*/ 300047 w 2844891"/>
              <a:gd name="connsiteY1" fmla="*/ 6350 h 6169025"/>
              <a:gd name="connsiteX2" fmla="*/ 615949 w 2844891"/>
              <a:gd name="connsiteY2" fmla="*/ 9524 h 6169025"/>
              <a:gd name="connsiteX3" fmla="*/ 619124 w 2844891"/>
              <a:gd name="connsiteY3" fmla="*/ 82550 h 6169025"/>
              <a:gd name="connsiteX4" fmla="*/ 841374 w 2844891"/>
              <a:gd name="connsiteY4" fmla="*/ 254000 h 6169025"/>
              <a:gd name="connsiteX5" fmla="*/ 1670049 w 2844891"/>
              <a:gd name="connsiteY5" fmla="*/ 0 h 6169025"/>
              <a:gd name="connsiteX6" fmla="*/ 1879599 w 2844891"/>
              <a:gd name="connsiteY6" fmla="*/ 3175 h 6169025"/>
              <a:gd name="connsiteX7" fmla="*/ 2263774 w 2844891"/>
              <a:gd name="connsiteY7" fmla="*/ 3174 h 6169025"/>
              <a:gd name="connsiteX8" fmla="*/ 2525703 w 2844891"/>
              <a:gd name="connsiteY8" fmla="*/ 3175 h 6169025"/>
              <a:gd name="connsiteX9" fmla="*/ 2838450 w 2844891"/>
              <a:gd name="connsiteY9" fmla="*/ 401647 h 6169025"/>
              <a:gd name="connsiteX10" fmla="*/ 2844800 w 2844891"/>
              <a:gd name="connsiteY10" fmla="*/ 5773728 h 6169025"/>
              <a:gd name="connsiteX11" fmla="*/ 2516178 w 2844891"/>
              <a:gd name="connsiteY11" fmla="*/ 6162675 h 6169025"/>
              <a:gd name="connsiteX12" fmla="*/ 338147 w 2844891"/>
              <a:gd name="connsiteY12" fmla="*/ 6169025 h 6169025"/>
              <a:gd name="connsiteX13" fmla="*/ 3175 w 2844891"/>
              <a:gd name="connsiteY13" fmla="*/ 5770553 h 6169025"/>
              <a:gd name="connsiteX14" fmla="*/ 0 w 2844891"/>
              <a:gd name="connsiteY14" fmla="*/ 442922 h 6169025"/>
              <a:gd name="connsiteX0" fmla="*/ 0 w 2844891"/>
              <a:gd name="connsiteY0" fmla="*/ 442922 h 6169025"/>
              <a:gd name="connsiteX1" fmla="*/ 300047 w 2844891"/>
              <a:gd name="connsiteY1" fmla="*/ 6350 h 6169025"/>
              <a:gd name="connsiteX2" fmla="*/ 615949 w 2844891"/>
              <a:gd name="connsiteY2" fmla="*/ 9524 h 6169025"/>
              <a:gd name="connsiteX3" fmla="*/ 619124 w 2844891"/>
              <a:gd name="connsiteY3" fmla="*/ 82550 h 6169025"/>
              <a:gd name="connsiteX4" fmla="*/ 679449 w 2844891"/>
              <a:gd name="connsiteY4" fmla="*/ 342900 h 6169025"/>
              <a:gd name="connsiteX5" fmla="*/ 1670049 w 2844891"/>
              <a:gd name="connsiteY5" fmla="*/ 0 h 6169025"/>
              <a:gd name="connsiteX6" fmla="*/ 1879599 w 2844891"/>
              <a:gd name="connsiteY6" fmla="*/ 3175 h 6169025"/>
              <a:gd name="connsiteX7" fmla="*/ 2263774 w 2844891"/>
              <a:gd name="connsiteY7" fmla="*/ 3174 h 6169025"/>
              <a:gd name="connsiteX8" fmla="*/ 2525703 w 2844891"/>
              <a:gd name="connsiteY8" fmla="*/ 3175 h 6169025"/>
              <a:gd name="connsiteX9" fmla="*/ 2838450 w 2844891"/>
              <a:gd name="connsiteY9" fmla="*/ 401647 h 6169025"/>
              <a:gd name="connsiteX10" fmla="*/ 2844800 w 2844891"/>
              <a:gd name="connsiteY10" fmla="*/ 5773728 h 6169025"/>
              <a:gd name="connsiteX11" fmla="*/ 2516178 w 2844891"/>
              <a:gd name="connsiteY11" fmla="*/ 6162675 h 6169025"/>
              <a:gd name="connsiteX12" fmla="*/ 338147 w 2844891"/>
              <a:gd name="connsiteY12" fmla="*/ 6169025 h 6169025"/>
              <a:gd name="connsiteX13" fmla="*/ 3175 w 2844891"/>
              <a:gd name="connsiteY13" fmla="*/ 5770553 h 6169025"/>
              <a:gd name="connsiteX14" fmla="*/ 0 w 2844891"/>
              <a:gd name="connsiteY14" fmla="*/ 442922 h 6169025"/>
              <a:gd name="connsiteX0" fmla="*/ 0 w 2844891"/>
              <a:gd name="connsiteY0" fmla="*/ 442922 h 6169025"/>
              <a:gd name="connsiteX1" fmla="*/ 300047 w 2844891"/>
              <a:gd name="connsiteY1" fmla="*/ 6350 h 6169025"/>
              <a:gd name="connsiteX2" fmla="*/ 615949 w 2844891"/>
              <a:gd name="connsiteY2" fmla="*/ 9524 h 6169025"/>
              <a:gd name="connsiteX3" fmla="*/ 619124 w 2844891"/>
              <a:gd name="connsiteY3" fmla="*/ 82550 h 6169025"/>
              <a:gd name="connsiteX4" fmla="*/ 888999 w 2844891"/>
              <a:gd name="connsiteY4" fmla="*/ 254000 h 6169025"/>
              <a:gd name="connsiteX5" fmla="*/ 1670049 w 2844891"/>
              <a:gd name="connsiteY5" fmla="*/ 0 h 6169025"/>
              <a:gd name="connsiteX6" fmla="*/ 1879599 w 2844891"/>
              <a:gd name="connsiteY6" fmla="*/ 3175 h 6169025"/>
              <a:gd name="connsiteX7" fmla="*/ 2263774 w 2844891"/>
              <a:gd name="connsiteY7" fmla="*/ 3174 h 6169025"/>
              <a:gd name="connsiteX8" fmla="*/ 2525703 w 2844891"/>
              <a:gd name="connsiteY8" fmla="*/ 3175 h 6169025"/>
              <a:gd name="connsiteX9" fmla="*/ 2838450 w 2844891"/>
              <a:gd name="connsiteY9" fmla="*/ 401647 h 6169025"/>
              <a:gd name="connsiteX10" fmla="*/ 2844800 w 2844891"/>
              <a:gd name="connsiteY10" fmla="*/ 5773728 h 6169025"/>
              <a:gd name="connsiteX11" fmla="*/ 2516178 w 2844891"/>
              <a:gd name="connsiteY11" fmla="*/ 6162675 h 6169025"/>
              <a:gd name="connsiteX12" fmla="*/ 338147 w 2844891"/>
              <a:gd name="connsiteY12" fmla="*/ 6169025 h 6169025"/>
              <a:gd name="connsiteX13" fmla="*/ 3175 w 2844891"/>
              <a:gd name="connsiteY13" fmla="*/ 5770553 h 6169025"/>
              <a:gd name="connsiteX14" fmla="*/ 0 w 2844891"/>
              <a:gd name="connsiteY14" fmla="*/ 442922 h 6169025"/>
              <a:gd name="connsiteX0" fmla="*/ 0 w 2844891"/>
              <a:gd name="connsiteY0" fmla="*/ 442922 h 6169025"/>
              <a:gd name="connsiteX1" fmla="*/ 300047 w 2844891"/>
              <a:gd name="connsiteY1" fmla="*/ 6350 h 6169025"/>
              <a:gd name="connsiteX2" fmla="*/ 615949 w 2844891"/>
              <a:gd name="connsiteY2" fmla="*/ 9524 h 6169025"/>
              <a:gd name="connsiteX3" fmla="*/ 619124 w 2844891"/>
              <a:gd name="connsiteY3" fmla="*/ 82550 h 6169025"/>
              <a:gd name="connsiteX4" fmla="*/ 888999 w 2844891"/>
              <a:gd name="connsiteY4" fmla="*/ 254000 h 6169025"/>
              <a:gd name="connsiteX5" fmla="*/ 1670049 w 2844891"/>
              <a:gd name="connsiteY5" fmla="*/ 0 h 6169025"/>
              <a:gd name="connsiteX6" fmla="*/ 1879599 w 2844891"/>
              <a:gd name="connsiteY6" fmla="*/ 3175 h 6169025"/>
              <a:gd name="connsiteX7" fmla="*/ 2263774 w 2844891"/>
              <a:gd name="connsiteY7" fmla="*/ 3174 h 6169025"/>
              <a:gd name="connsiteX8" fmla="*/ 2525703 w 2844891"/>
              <a:gd name="connsiteY8" fmla="*/ 3175 h 6169025"/>
              <a:gd name="connsiteX9" fmla="*/ 2838450 w 2844891"/>
              <a:gd name="connsiteY9" fmla="*/ 401647 h 6169025"/>
              <a:gd name="connsiteX10" fmla="*/ 2844800 w 2844891"/>
              <a:gd name="connsiteY10" fmla="*/ 5773728 h 6169025"/>
              <a:gd name="connsiteX11" fmla="*/ 2516178 w 2844891"/>
              <a:gd name="connsiteY11" fmla="*/ 6162675 h 6169025"/>
              <a:gd name="connsiteX12" fmla="*/ 338147 w 2844891"/>
              <a:gd name="connsiteY12" fmla="*/ 6169025 h 6169025"/>
              <a:gd name="connsiteX13" fmla="*/ 3175 w 2844891"/>
              <a:gd name="connsiteY13" fmla="*/ 5770553 h 6169025"/>
              <a:gd name="connsiteX14" fmla="*/ 0 w 2844891"/>
              <a:gd name="connsiteY14" fmla="*/ 442922 h 6169025"/>
              <a:gd name="connsiteX0" fmla="*/ 0 w 2844891"/>
              <a:gd name="connsiteY0" fmla="*/ 442922 h 6169025"/>
              <a:gd name="connsiteX1" fmla="*/ 300047 w 2844891"/>
              <a:gd name="connsiteY1" fmla="*/ 6350 h 6169025"/>
              <a:gd name="connsiteX2" fmla="*/ 615949 w 2844891"/>
              <a:gd name="connsiteY2" fmla="*/ 9524 h 6169025"/>
              <a:gd name="connsiteX3" fmla="*/ 619124 w 2844891"/>
              <a:gd name="connsiteY3" fmla="*/ 82550 h 6169025"/>
              <a:gd name="connsiteX4" fmla="*/ 888999 w 2844891"/>
              <a:gd name="connsiteY4" fmla="*/ 254000 h 6169025"/>
              <a:gd name="connsiteX5" fmla="*/ 1670049 w 2844891"/>
              <a:gd name="connsiteY5" fmla="*/ 0 h 6169025"/>
              <a:gd name="connsiteX6" fmla="*/ 1965324 w 2844891"/>
              <a:gd name="connsiteY6" fmla="*/ 254000 h 6169025"/>
              <a:gd name="connsiteX7" fmla="*/ 2263774 w 2844891"/>
              <a:gd name="connsiteY7" fmla="*/ 3174 h 6169025"/>
              <a:gd name="connsiteX8" fmla="*/ 2525703 w 2844891"/>
              <a:gd name="connsiteY8" fmla="*/ 3175 h 6169025"/>
              <a:gd name="connsiteX9" fmla="*/ 2838450 w 2844891"/>
              <a:gd name="connsiteY9" fmla="*/ 401647 h 6169025"/>
              <a:gd name="connsiteX10" fmla="*/ 2844800 w 2844891"/>
              <a:gd name="connsiteY10" fmla="*/ 5773728 h 6169025"/>
              <a:gd name="connsiteX11" fmla="*/ 2516178 w 2844891"/>
              <a:gd name="connsiteY11" fmla="*/ 6162675 h 6169025"/>
              <a:gd name="connsiteX12" fmla="*/ 338147 w 2844891"/>
              <a:gd name="connsiteY12" fmla="*/ 6169025 h 6169025"/>
              <a:gd name="connsiteX13" fmla="*/ 3175 w 2844891"/>
              <a:gd name="connsiteY13" fmla="*/ 5770553 h 6169025"/>
              <a:gd name="connsiteX14" fmla="*/ 0 w 2844891"/>
              <a:gd name="connsiteY14" fmla="*/ 442922 h 6169025"/>
              <a:gd name="connsiteX0" fmla="*/ 0 w 2844891"/>
              <a:gd name="connsiteY0" fmla="*/ 442922 h 6169025"/>
              <a:gd name="connsiteX1" fmla="*/ 300047 w 2844891"/>
              <a:gd name="connsiteY1" fmla="*/ 6350 h 6169025"/>
              <a:gd name="connsiteX2" fmla="*/ 615949 w 2844891"/>
              <a:gd name="connsiteY2" fmla="*/ 9524 h 6169025"/>
              <a:gd name="connsiteX3" fmla="*/ 619124 w 2844891"/>
              <a:gd name="connsiteY3" fmla="*/ 82550 h 6169025"/>
              <a:gd name="connsiteX4" fmla="*/ 888999 w 2844891"/>
              <a:gd name="connsiteY4" fmla="*/ 254000 h 6169025"/>
              <a:gd name="connsiteX5" fmla="*/ 1670049 w 2844891"/>
              <a:gd name="connsiteY5" fmla="*/ 0 h 6169025"/>
              <a:gd name="connsiteX6" fmla="*/ 2365374 w 2844891"/>
              <a:gd name="connsiteY6" fmla="*/ 333375 h 6169025"/>
              <a:gd name="connsiteX7" fmla="*/ 2263774 w 2844891"/>
              <a:gd name="connsiteY7" fmla="*/ 3174 h 6169025"/>
              <a:gd name="connsiteX8" fmla="*/ 2525703 w 2844891"/>
              <a:gd name="connsiteY8" fmla="*/ 3175 h 6169025"/>
              <a:gd name="connsiteX9" fmla="*/ 2838450 w 2844891"/>
              <a:gd name="connsiteY9" fmla="*/ 401647 h 6169025"/>
              <a:gd name="connsiteX10" fmla="*/ 2844800 w 2844891"/>
              <a:gd name="connsiteY10" fmla="*/ 5773728 h 6169025"/>
              <a:gd name="connsiteX11" fmla="*/ 2516178 w 2844891"/>
              <a:gd name="connsiteY11" fmla="*/ 6162675 h 6169025"/>
              <a:gd name="connsiteX12" fmla="*/ 338147 w 2844891"/>
              <a:gd name="connsiteY12" fmla="*/ 6169025 h 6169025"/>
              <a:gd name="connsiteX13" fmla="*/ 3175 w 2844891"/>
              <a:gd name="connsiteY13" fmla="*/ 5770553 h 6169025"/>
              <a:gd name="connsiteX14" fmla="*/ 0 w 2844891"/>
              <a:gd name="connsiteY14" fmla="*/ 442922 h 6169025"/>
              <a:gd name="connsiteX0" fmla="*/ 0 w 2844891"/>
              <a:gd name="connsiteY0" fmla="*/ 442922 h 6169025"/>
              <a:gd name="connsiteX1" fmla="*/ 300047 w 2844891"/>
              <a:gd name="connsiteY1" fmla="*/ 6350 h 6169025"/>
              <a:gd name="connsiteX2" fmla="*/ 615949 w 2844891"/>
              <a:gd name="connsiteY2" fmla="*/ 9524 h 6169025"/>
              <a:gd name="connsiteX3" fmla="*/ 619124 w 2844891"/>
              <a:gd name="connsiteY3" fmla="*/ 82550 h 6169025"/>
              <a:gd name="connsiteX4" fmla="*/ 888999 w 2844891"/>
              <a:gd name="connsiteY4" fmla="*/ 254000 h 6169025"/>
              <a:gd name="connsiteX5" fmla="*/ 1670049 w 2844891"/>
              <a:gd name="connsiteY5" fmla="*/ 0 h 6169025"/>
              <a:gd name="connsiteX6" fmla="*/ 2232024 w 2844891"/>
              <a:gd name="connsiteY6" fmla="*/ 95250 h 6169025"/>
              <a:gd name="connsiteX7" fmla="*/ 2263774 w 2844891"/>
              <a:gd name="connsiteY7" fmla="*/ 3174 h 6169025"/>
              <a:gd name="connsiteX8" fmla="*/ 2525703 w 2844891"/>
              <a:gd name="connsiteY8" fmla="*/ 3175 h 6169025"/>
              <a:gd name="connsiteX9" fmla="*/ 2838450 w 2844891"/>
              <a:gd name="connsiteY9" fmla="*/ 401647 h 6169025"/>
              <a:gd name="connsiteX10" fmla="*/ 2844800 w 2844891"/>
              <a:gd name="connsiteY10" fmla="*/ 5773728 h 6169025"/>
              <a:gd name="connsiteX11" fmla="*/ 2516178 w 2844891"/>
              <a:gd name="connsiteY11" fmla="*/ 6162675 h 6169025"/>
              <a:gd name="connsiteX12" fmla="*/ 338147 w 2844891"/>
              <a:gd name="connsiteY12" fmla="*/ 6169025 h 6169025"/>
              <a:gd name="connsiteX13" fmla="*/ 3175 w 2844891"/>
              <a:gd name="connsiteY13" fmla="*/ 5770553 h 6169025"/>
              <a:gd name="connsiteX14" fmla="*/ 0 w 2844891"/>
              <a:gd name="connsiteY14" fmla="*/ 442922 h 6169025"/>
              <a:gd name="connsiteX0" fmla="*/ 0 w 2844891"/>
              <a:gd name="connsiteY0" fmla="*/ 442922 h 6169025"/>
              <a:gd name="connsiteX1" fmla="*/ 300047 w 2844891"/>
              <a:gd name="connsiteY1" fmla="*/ 6350 h 6169025"/>
              <a:gd name="connsiteX2" fmla="*/ 615949 w 2844891"/>
              <a:gd name="connsiteY2" fmla="*/ 9524 h 6169025"/>
              <a:gd name="connsiteX3" fmla="*/ 619124 w 2844891"/>
              <a:gd name="connsiteY3" fmla="*/ 82550 h 6169025"/>
              <a:gd name="connsiteX4" fmla="*/ 888999 w 2844891"/>
              <a:gd name="connsiteY4" fmla="*/ 254000 h 6169025"/>
              <a:gd name="connsiteX5" fmla="*/ 1670049 w 2844891"/>
              <a:gd name="connsiteY5" fmla="*/ 0 h 6169025"/>
              <a:gd name="connsiteX6" fmla="*/ 2232024 w 2844891"/>
              <a:gd name="connsiteY6" fmla="*/ 95250 h 6169025"/>
              <a:gd name="connsiteX7" fmla="*/ 2241549 w 2844891"/>
              <a:gd name="connsiteY7" fmla="*/ 6349 h 6169025"/>
              <a:gd name="connsiteX8" fmla="*/ 2525703 w 2844891"/>
              <a:gd name="connsiteY8" fmla="*/ 3175 h 6169025"/>
              <a:gd name="connsiteX9" fmla="*/ 2838450 w 2844891"/>
              <a:gd name="connsiteY9" fmla="*/ 401647 h 6169025"/>
              <a:gd name="connsiteX10" fmla="*/ 2844800 w 2844891"/>
              <a:gd name="connsiteY10" fmla="*/ 5773728 h 6169025"/>
              <a:gd name="connsiteX11" fmla="*/ 2516178 w 2844891"/>
              <a:gd name="connsiteY11" fmla="*/ 6162675 h 6169025"/>
              <a:gd name="connsiteX12" fmla="*/ 338147 w 2844891"/>
              <a:gd name="connsiteY12" fmla="*/ 6169025 h 6169025"/>
              <a:gd name="connsiteX13" fmla="*/ 3175 w 2844891"/>
              <a:gd name="connsiteY13" fmla="*/ 5770553 h 6169025"/>
              <a:gd name="connsiteX14" fmla="*/ 0 w 2844891"/>
              <a:gd name="connsiteY14" fmla="*/ 442922 h 6169025"/>
              <a:gd name="connsiteX0" fmla="*/ 0 w 2844891"/>
              <a:gd name="connsiteY0" fmla="*/ 439747 h 6165850"/>
              <a:gd name="connsiteX1" fmla="*/ 300047 w 2844891"/>
              <a:gd name="connsiteY1" fmla="*/ 3175 h 6165850"/>
              <a:gd name="connsiteX2" fmla="*/ 615949 w 2844891"/>
              <a:gd name="connsiteY2" fmla="*/ 6349 h 6165850"/>
              <a:gd name="connsiteX3" fmla="*/ 619124 w 2844891"/>
              <a:gd name="connsiteY3" fmla="*/ 79375 h 6165850"/>
              <a:gd name="connsiteX4" fmla="*/ 888999 w 2844891"/>
              <a:gd name="connsiteY4" fmla="*/ 250825 h 6165850"/>
              <a:gd name="connsiteX5" fmla="*/ 1809749 w 2844891"/>
              <a:gd name="connsiteY5" fmla="*/ 317500 h 6165850"/>
              <a:gd name="connsiteX6" fmla="*/ 2232024 w 2844891"/>
              <a:gd name="connsiteY6" fmla="*/ 92075 h 6165850"/>
              <a:gd name="connsiteX7" fmla="*/ 2241549 w 2844891"/>
              <a:gd name="connsiteY7" fmla="*/ 3174 h 6165850"/>
              <a:gd name="connsiteX8" fmla="*/ 2525703 w 2844891"/>
              <a:gd name="connsiteY8" fmla="*/ 0 h 6165850"/>
              <a:gd name="connsiteX9" fmla="*/ 2838450 w 2844891"/>
              <a:gd name="connsiteY9" fmla="*/ 398472 h 6165850"/>
              <a:gd name="connsiteX10" fmla="*/ 2844800 w 2844891"/>
              <a:gd name="connsiteY10" fmla="*/ 5770553 h 6165850"/>
              <a:gd name="connsiteX11" fmla="*/ 2516178 w 2844891"/>
              <a:gd name="connsiteY11" fmla="*/ 6159500 h 6165850"/>
              <a:gd name="connsiteX12" fmla="*/ 338147 w 2844891"/>
              <a:gd name="connsiteY12" fmla="*/ 6165850 h 6165850"/>
              <a:gd name="connsiteX13" fmla="*/ 3175 w 2844891"/>
              <a:gd name="connsiteY13" fmla="*/ 5767378 h 6165850"/>
              <a:gd name="connsiteX14" fmla="*/ 0 w 2844891"/>
              <a:gd name="connsiteY14" fmla="*/ 439747 h 6165850"/>
              <a:gd name="connsiteX0" fmla="*/ 0 w 2844891"/>
              <a:gd name="connsiteY0" fmla="*/ 439747 h 6165850"/>
              <a:gd name="connsiteX1" fmla="*/ 300047 w 2844891"/>
              <a:gd name="connsiteY1" fmla="*/ 3175 h 6165850"/>
              <a:gd name="connsiteX2" fmla="*/ 615949 w 2844891"/>
              <a:gd name="connsiteY2" fmla="*/ 6349 h 6165850"/>
              <a:gd name="connsiteX3" fmla="*/ 619124 w 2844891"/>
              <a:gd name="connsiteY3" fmla="*/ 79375 h 6165850"/>
              <a:gd name="connsiteX4" fmla="*/ 888999 w 2844891"/>
              <a:gd name="connsiteY4" fmla="*/ 250825 h 6165850"/>
              <a:gd name="connsiteX5" fmla="*/ 2298699 w 2844891"/>
              <a:gd name="connsiteY5" fmla="*/ 266700 h 6165850"/>
              <a:gd name="connsiteX6" fmla="*/ 2232024 w 2844891"/>
              <a:gd name="connsiteY6" fmla="*/ 92075 h 6165850"/>
              <a:gd name="connsiteX7" fmla="*/ 2241549 w 2844891"/>
              <a:gd name="connsiteY7" fmla="*/ 3174 h 6165850"/>
              <a:gd name="connsiteX8" fmla="*/ 2525703 w 2844891"/>
              <a:gd name="connsiteY8" fmla="*/ 0 h 6165850"/>
              <a:gd name="connsiteX9" fmla="*/ 2838450 w 2844891"/>
              <a:gd name="connsiteY9" fmla="*/ 398472 h 6165850"/>
              <a:gd name="connsiteX10" fmla="*/ 2844800 w 2844891"/>
              <a:gd name="connsiteY10" fmla="*/ 5770553 h 6165850"/>
              <a:gd name="connsiteX11" fmla="*/ 2516178 w 2844891"/>
              <a:gd name="connsiteY11" fmla="*/ 6159500 h 6165850"/>
              <a:gd name="connsiteX12" fmla="*/ 338147 w 2844891"/>
              <a:gd name="connsiteY12" fmla="*/ 6165850 h 6165850"/>
              <a:gd name="connsiteX13" fmla="*/ 3175 w 2844891"/>
              <a:gd name="connsiteY13" fmla="*/ 5767378 h 6165850"/>
              <a:gd name="connsiteX14" fmla="*/ 0 w 2844891"/>
              <a:gd name="connsiteY14" fmla="*/ 439747 h 6165850"/>
              <a:gd name="connsiteX0" fmla="*/ 0 w 2844891"/>
              <a:gd name="connsiteY0" fmla="*/ 439747 h 6165850"/>
              <a:gd name="connsiteX1" fmla="*/ 300047 w 2844891"/>
              <a:gd name="connsiteY1" fmla="*/ 3175 h 6165850"/>
              <a:gd name="connsiteX2" fmla="*/ 615949 w 2844891"/>
              <a:gd name="connsiteY2" fmla="*/ 6349 h 6165850"/>
              <a:gd name="connsiteX3" fmla="*/ 619124 w 2844891"/>
              <a:gd name="connsiteY3" fmla="*/ 79375 h 6165850"/>
              <a:gd name="connsiteX4" fmla="*/ 888999 w 2844891"/>
              <a:gd name="connsiteY4" fmla="*/ 250825 h 6165850"/>
              <a:gd name="connsiteX5" fmla="*/ 1978024 w 2844891"/>
              <a:gd name="connsiteY5" fmla="*/ 241300 h 6165850"/>
              <a:gd name="connsiteX6" fmla="*/ 2232024 w 2844891"/>
              <a:gd name="connsiteY6" fmla="*/ 92075 h 6165850"/>
              <a:gd name="connsiteX7" fmla="*/ 2241549 w 2844891"/>
              <a:gd name="connsiteY7" fmla="*/ 3174 h 6165850"/>
              <a:gd name="connsiteX8" fmla="*/ 2525703 w 2844891"/>
              <a:gd name="connsiteY8" fmla="*/ 0 h 6165850"/>
              <a:gd name="connsiteX9" fmla="*/ 2838450 w 2844891"/>
              <a:gd name="connsiteY9" fmla="*/ 398472 h 6165850"/>
              <a:gd name="connsiteX10" fmla="*/ 2844800 w 2844891"/>
              <a:gd name="connsiteY10" fmla="*/ 5770553 h 6165850"/>
              <a:gd name="connsiteX11" fmla="*/ 2516178 w 2844891"/>
              <a:gd name="connsiteY11" fmla="*/ 6159500 h 6165850"/>
              <a:gd name="connsiteX12" fmla="*/ 338147 w 2844891"/>
              <a:gd name="connsiteY12" fmla="*/ 6165850 h 6165850"/>
              <a:gd name="connsiteX13" fmla="*/ 3175 w 2844891"/>
              <a:gd name="connsiteY13" fmla="*/ 5767378 h 6165850"/>
              <a:gd name="connsiteX14" fmla="*/ 0 w 2844891"/>
              <a:gd name="connsiteY14" fmla="*/ 439747 h 6165850"/>
              <a:gd name="connsiteX0" fmla="*/ 0 w 2844891"/>
              <a:gd name="connsiteY0" fmla="*/ 439747 h 6165850"/>
              <a:gd name="connsiteX1" fmla="*/ 300047 w 2844891"/>
              <a:gd name="connsiteY1" fmla="*/ 3175 h 6165850"/>
              <a:gd name="connsiteX2" fmla="*/ 615949 w 2844891"/>
              <a:gd name="connsiteY2" fmla="*/ 6349 h 6165850"/>
              <a:gd name="connsiteX3" fmla="*/ 619124 w 2844891"/>
              <a:gd name="connsiteY3" fmla="*/ 79375 h 6165850"/>
              <a:gd name="connsiteX4" fmla="*/ 888999 w 2844891"/>
              <a:gd name="connsiteY4" fmla="*/ 250825 h 6165850"/>
              <a:gd name="connsiteX5" fmla="*/ 1978024 w 2844891"/>
              <a:gd name="connsiteY5" fmla="*/ 241300 h 6165850"/>
              <a:gd name="connsiteX6" fmla="*/ 2232024 w 2844891"/>
              <a:gd name="connsiteY6" fmla="*/ 92075 h 6165850"/>
              <a:gd name="connsiteX7" fmla="*/ 2241549 w 2844891"/>
              <a:gd name="connsiteY7" fmla="*/ 3174 h 6165850"/>
              <a:gd name="connsiteX8" fmla="*/ 2525703 w 2844891"/>
              <a:gd name="connsiteY8" fmla="*/ 0 h 6165850"/>
              <a:gd name="connsiteX9" fmla="*/ 2838450 w 2844891"/>
              <a:gd name="connsiteY9" fmla="*/ 398472 h 6165850"/>
              <a:gd name="connsiteX10" fmla="*/ 2844800 w 2844891"/>
              <a:gd name="connsiteY10" fmla="*/ 5770553 h 6165850"/>
              <a:gd name="connsiteX11" fmla="*/ 2516178 w 2844891"/>
              <a:gd name="connsiteY11" fmla="*/ 6159500 h 6165850"/>
              <a:gd name="connsiteX12" fmla="*/ 338147 w 2844891"/>
              <a:gd name="connsiteY12" fmla="*/ 6165850 h 6165850"/>
              <a:gd name="connsiteX13" fmla="*/ 3175 w 2844891"/>
              <a:gd name="connsiteY13" fmla="*/ 5767378 h 6165850"/>
              <a:gd name="connsiteX14" fmla="*/ 0 w 2844891"/>
              <a:gd name="connsiteY14" fmla="*/ 439747 h 6165850"/>
              <a:gd name="connsiteX0" fmla="*/ 0 w 2844891"/>
              <a:gd name="connsiteY0" fmla="*/ 439747 h 6165850"/>
              <a:gd name="connsiteX1" fmla="*/ 300047 w 2844891"/>
              <a:gd name="connsiteY1" fmla="*/ 3175 h 6165850"/>
              <a:gd name="connsiteX2" fmla="*/ 615949 w 2844891"/>
              <a:gd name="connsiteY2" fmla="*/ 6349 h 6165850"/>
              <a:gd name="connsiteX3" fmla="*/ 619124 w 2844891"/>
              <a:gd name="connsiteY3" fmla="*/ 79375 h 6165850"/>
              <a:gd name="connsiteX4" fmla="*/ 888999 w 2844891"/>
              <a:gd name="connsiteY4" fmla="*/ 250825 h 6165850"/>
              <a:gd name="connsiteX5" fmla="*/ 1978024 w 2844891"/>
              <a:gd name="connsiteY5" fmla="*/ 241300 h 6165850"/>
              <a:gd name="connsiteX6" fmla="*/ 2241549 w 2844891"/>
              <a:gd name="connsiteY6" fmla="*/ 3174 h 6165850"/>
              <a:gd name="connsiteX7" fmla="*/ 2525703 w 2844891"/>
              <a:gd name="connsiteY7" fmla="*/ 0 h 6165850"/>
              <a:gd name="connsiteX8" fmla="*/ 2838450 w 2844891"/>
              <a:gd name="connsiteY8" fmla="*/ 398472 h 6165850"/>
              <a:gd name="connsiteX9" fmla="*/ 2844800 w 2844891"/>
              <a:gd name="connsiteY9" fmla="*/ 5770553 h 6165850"/>
              <a:gd name="connsiteX10" fmla="*/ 2516178 w 2844891"/>
              <a:gd name="connsiteY10" fmla="*/ 6159500 h 6165850"/>
              <a:gd name="connsiteX11" fmla="*/ 338147 w 2844891"/>
              <a:gd name="connsiteY11" fmla="*/ 6165850 h 6165850"/>
              <a:gd name="connsiteX12" fmla="*/ 3175 w 2844891"/>
              <a:gd name="connsiteY12" fmla="*/ 5767378 h 6165850"/>
              <a:gd name="connsiteX13" fmla="*/ 0 w 2844891"/>
              <a:gd name="connsiteY13" fmla="*/ 439747 h 6165850"/>
              <a:gd name="connsiteX0" fmla="*/ 0 w 2844891"/>
              <a:gd name="connsiteY0" fmla="*/ 439747 h 6165850"/>
              <a:gd name="connsiteX1" fmla="*/ 300047 w 2844891"/>
              <a:gd name="connsiteY1" fmla="*/ 3175 h 6165850"/>
              <a:gd name="connsiteX2" fmla="*/ 615949 w 2844891"/>
              <a:gd name="connsiteY2" fmla="*/ 6349 h 6165850"/>
              <a:gd name="connsiteX3" fmla="*/ 619124 w 2844891"/>
              <a:gd name="connsiteY3" fmla="*/ 79375 h 6165850"/>
              <a:gd name="connsiteX4" fmla="*/ 888999 w 2844891"/>
              <a:gd name="connsiteY4" fmla="*/ 250825 h 6165850"/>
              <a:gd name="connsiteX5" fmla="*/ 1978024 w 2844891"/>
              <a:gd name="connsiteY5" fmla="*/ 241300 h 6165850"/>
              <a:gd name="connsiteX6" fmla="*/ 2241549 w 2844891"/>
              <a:gd name="connsiteY6" fmla="*/ 3174 h 6165850"/>
              <a:gd name="connsiteX7" fmla="*/ 2525703 w 2844891"/>
              <a:gd name="connsiteY7" fmla="*/ 0 h 6165850"/>
              <a:gd name="connsiteX8" fmla="*/ 2838450 w 2844891"/>
              <a:gd name="connsiteY8" fmla="*/ 398472 h 6165850"/>
              <a:gd name="connsiteX9" fmla="*/ 2844800 w 2844891"/>
              <a:gd name="connsiteY9" fmla="*/ 5770553 h 6165850"/>
              <a:gd name="connsiteX10" fmla="*/ 2516178 w 2844891"/>
              <a:gd name="connsiteY10" fmla="*/ 6159500 h 6165850"/>
              <a:gd name="connsiteX11" fmla="*/ 338147 w 2844891"/>
              <a:gd name="connsiteY11" fmla="*/ 6165850 h 6165850"/>
              <a:gd name="connsiteX12" fmla="*/ 3175 w 2844891"/>
              <a:gd name="connsiteY12" fmla="*/ 5767378 h 6165850"/>
              <a:gd name="connsiteX13" fmla="*/ 0 w 2844891"/>
              <a:gd name="connsiteY13" fmla="*/ 439747 h 6165850"/>
              <a:gd name="connsiteX0" fmla="*/ 0 w 2844891"/>
              <a:gd name="connsiteY0" fmla="*/ 439747 h 6165850"/>
              <a:gd name="connsiteX1" fmla="*/ 300047 w 2844891"/>
              <a:gd name="connsiteY1" fmla="*/ 3175 h 6165850"/>
              <a:gd name="connsiteX2" fmla="*/ 615949 w 2844891"/>
              <a:gd name="connsiteY2" fmla="*/ 6349 h 6165850"/>
              <a:gd name="connsiteX3" fmla="*/ 619124 w 2844891"/>
              <a:gd name="connsiteY3" fmla="*/ 79375 h 6165850"/>
              <a:gd name="connsiteX4" fmla="*/ 888999 w 2844891"/>
              <a:gd name="connsiteY4" fmla="*/ 250825 h 6165850"/>
              <a:gd name="connsiteX5" fmla="*/ 1978024 w 2844891"/>
              <a:gd name="connsiteY5" fmla="*/ 241300 h 6165850"/>
              <a:gd name="connsiteX6" fmla="*/ 2241549 w 2844891"/>
              <a:gd name="connsiteY6" fmla="*/ 3174 h 6165850"/>
              <a:gd name="connsiteX7" fmla="*/ 2525703 w 2844891"/>
              <a:gd name="connsiteY7" fmla="*/ 0 h 6165850"/>
              <a:gd name="connsiteX8" fmla="*/ 2838450 w 2844891"/>
              <a:gd name="connsiteY8" fmla="*/ 398472 h 6165850"/>
              <a:gd name="connsiteX9" fmla="*/ 2844800 w 2844891"/>
              <a:gd name="connsiteY9" fmla="*/ 5770553 h 6165850"/>
              <a:gd name="connsiteX10" fmla="*/ 2516178 w 2844891"/>
              <a:gd name="connsiteY10" fmla="*/ 6159500 h 6165850"/>
              <a:gd name="connsiteX11" fmla="*/ 338147 w 2844891"/>
              <a:gd name="connsiteY11" fmla="*/ 6165850 h 6165850"/>
              <a:gd name="connsiteX12" fmla="*/ 3175 w 2844891"/>
              <a:gd name="connsiteY12" fmla="*/ 5767378 h 6165850"/>
              <a:gd name="connsiteX13" fmla="*/ 0 w 2844891"/>
              <a:gd name="connsiteY13" fmla="*/ 439747 h 6165850"/>
              <a:gd name="connsiteX0" fmla="*/ 0 w 2844891"/>
              <a:gd name="connsiteY0" fmla="*/ 439747 h 6165850"/>
              <a:gd name="connsiteX1" fmla="*/ 300047 w 2844891"/>
              <a:gd name="connsiteY1" fmla="*/ 3175 h 6165850"/>
              <a:gd name="connsiteX2" fmla="*/ 615949 w 2844891"/>
              <a:gd name="connsiteY2" fmla="*/ 6349 h 6165850"/>
              <a:gd name="connsiteX3" fmla="*/ 619124 w 2844891"/>
              <a:gd name="connsiteY3" fmla="*/ 79375 h 6165850"/>
              <a:gd name="connsiteX4" fmla="*/ 822324 w 2844891"/>
              <a:gd name="connsiteY4" fmla="*/ 231775 h 6165850"/>
              <a:gd name="connsiteX5" fmla="*/ 1978024 w 2844891"/>
              <a:gd name="connsiteY5" fmla="*/ 241300 h 6165850"/>
              <a:gd name="connsiteX6" fmla="*/ 2241549 w 2844891"/>
              <a:gd name="connsiteY6" fmla="*/ 3174 h 6165850"/>
              <a:gd name="connsiteX7" fmla="*/ 2525703 w 2844891"/>
              <a:gd name="connsiteY7" fmla="*/ 0 h 6165850"/>
              <a:gd name="connsiteX8" fmla="*/ 2838450 w 2844891"/>
              <a:gd name="connsiteY8" fmla="*/ 398472 h 6165850"/>
              <a:gd name="connsiteX9" fmla="*/ 2844800 w 2844891"/>
              <a:gd name="connsiteY9" fmla="*/ 5770553 h 6165850"/>
              <a:gd name="connsiteX10" fmla="*/ 2516178 w 2844891"/>
              <a:gd name="connsiteY10" fmla="*/ 6159500 h 6165850"/>
              <a:gd name="connsiteX11" fmla="*/ 338147 w 2844891"/>
              <a:gd name="connsiteY11" fmla="*/ 6165850 h 6165850"/>
              <a:gd name="connsiteX12" fmla="*/ 3175 w 2844891"/>
              <a:gd name="connsiteY12" fmla="*/ 5767378 h 6165850"/>
              <a:gd name="connsiteX13" fmla="*/ 0 w 2844891"/>
              <a:gd name="connsiteY13" fmla="*/ 439747 h 6165850"/>
              <a:gd name="connsiteX0" fmla="*/ 0 w 2844891"/>
              <a:gd name="connsiteY0" fmla="*/ 439747 h 6165850"/>
              <a:gd name="connsiteX1" fmla="*/ 300047 w 2844891"/>
              <a:gd name="connsiteY1" fmla="*/ 3175 h 6165850"/>
              <a:gd name="connsiteX2" fmla="*/ 615949 w 2844891"/>
              <a:gd name="connsiteY2" fmla="*/ 6349 h 6165850"/>
              <a:gd name="connsiteX3" fmla="*/ 619124 w 2844891"/>
              <a:gd name="connsiteY3" fmla="*/ 79375 h 6165850"/>
              <a:gd name="connsiteX4" fmla="*/ 822324 w 2844891"/>
              <a:gd name="connsiteY4" fmla="*/ 231775 h 6165850"/>
              <a:gd name="connsiteX5" fmla="*/ 1978024 w 2844891"/>
              <a:gd name="connsiteY5" fmla="*/ 241300 h 6165850"/>
              <a:gd name="connsiteX6" fmla="*/ 2241549 w 2844891"/>
              <a:gd name="connsiteY6" fmla="*/ 3174 h 6165850"/>
              <a:gd name="connsiteX7" fmla="*/ 2525703 w 2844891"/>
              <a:gd name="connsiteY7" fmla="*/ 0 h 6165850"/>
              <a:gd name="connsiteX8" fmla="*/ 2838450 w 2844891"/>
              <a:gd name="connsiteY8" fmla="*/ 398472 h 6165850"/>
              <a:gd name="connsiteX9" fmla="*/ 2844800 w 2844891"/>
              <a:gd name="connsiteY9" fmla="*/ 5770553 h 6165850"/>
              <a:gd name="connsiteX10" fmla="*/ 2516178 w 2844891"/>
              <a:gd name="connsiteY10" fmla="*/ 6159500 h 6165850"/>
              <a:gd name="connsiteX11" fmla="*/ 338147 w 2844891"/>
              <a:gd name="connsiteY11" fmla="*/ 6165850 h 6165850"/>
              <a:gd name="connsiteX12" fmla="*/ 3175 w 2844891"/>
              <a:gd name="connsiteY12" fmla="*/ 5767378 h 6165850"/>
              <a:gd name="connsiteX13" fmla="*/ 0 w 2844891"/>
              <a:gd name="connsiteY13" fmla="*/ 439747 h 6165850"/>
              <a:gd name="connsiteX0" fmla="*/ 0 w 2844891"/>
              <a:gd name="connsiteY0" fmla="*/ 439747 h 6165850"/>
              <a:gd name="connsiteX1" fmla="*/ 300047 w 2844891"/>
              <a:gd name="connsiteY1" fmla="*/ 3175 h 6165850"/>
              <a:gd name="connsiteX2" fmla="*/ 615949 w 2844891"/>
              <a:gd name="connsiteY2" fmla="*/ 6349 h 6165850"/>
              <a:gd name="connsiteX3" fmla="*/ 822324 w 2844891"/>
              <a:gd name="connsiteY3" fmla="*/ 231775 h 6165850"/>
              <a:gd name="connsiteX4" fmla="*/ 1978024 w 2844891"/>
              <a:gd name="connsiteY4" fmla="*/ 241300 h 6165850"/>
              <a:gd name="connsiteX5" fmla="*/ 2241549 w 2844891"/>
              <a:gd name="connsiteY5" fmla="*/ 3174 h 6165850"/>
              <a:gd name="connsiteX6" fmla="*/ 2525703 w 2844891"/>
              <a:gd name="connsiteY6" fmla="*/ 0 h 6165850"/>
              <a:gd name="connsiteX7" fmla="*/ 2838450 w 2844891"/>
              <a:gd name="connsiteY7" fmla="*/ 398472 h 6165850"/>
              <a:gd name="connsiteX8" fmla="*/ 2844800 w 2844891"/>
              <a:gd name="connsiteY8" fmla="*/ 5770553 h 6165850"/>
              <a:gd name="connsiteX9" fmla="*/ 2516178 w 2844891"/>
              <a:gd name="connsiteY9" fmla="*/ 6159500 h 6165850"/>
              <a:gd name="connsiteX10" fmla="*/ 338147 w 2844891"/>
              <a:gd name="connsiteY10" fmla="*/ 6165850 h 6165850"/>
              <a:gd name="connsiteX11" fmla="*/ 3175 w 2844891"/>
              <a:gd name="connsiteY11" fmla="*/ 5767378 h 6165850"/>
              <a:gd name="connsiteX12" fmla="*/ 0 w 2844891"/>
              <a:gd name="connsiteY12" fmla="*/ 439747 h 6165850"/>
              <a:gd name="connsiteX0" fmla="*/ 0 w 2844891"/>
              <a:gd name="connsiteY0" fmla="*/ 439747 h 6165850"/>
              <a:gd name="connsiteX1" fmla="*/ 300047 w 2844891"/>
              <a:gd name="connsiteY1" fmla="*/ 3175 h 6165850"/>
              <a:gd name="connsiteX2" fmla="*/ 615949 w 2844891"/>
              <a:gd name="connsiteY2" fmla="*/ 6349 h 6165850"/>
              <a:gd name="connsiteX3" fmla="*/ 822324 w 2844891"/>
              <a:gd name="connsiteY3" fmla="*/ 231775 h 6165850"/>
              <a:gd name="connsiteX4" fmla="*/ 1978024 w 2844891"/>
              <a:gd name="connsiteY4" fmla="*/ 241300 h 6165850"/>
              <a:gd name="connsiteX5" fmla="*/ 2241549 w 2844891"/>
              <a:gd name="connsiteY5" fmla="*/ 3174 h 6165850"/>
              <a:gd name="connsiteX6" fmla="*/ 2525703 w 2844891"/>
              <a:gd name="connsiteY6" fmla="*/ 0 h 6165850"/>
              <a:gd name="connsiteX7" fmla="*/ 2838450 w 2844891"/>
              <a:gd name="connsiteY7" fmla="*/ 398472 h 6165850"/>
              <a:gd name="connsiteX8" fmla="*/ 2844800 w 2844891"/>
              <a:gd name="connsiteY8" fmla="*/ 5770553 h 6165850"/>
              <a:gd name="connsiteX9" fmla="*/ 2516178 w 2844891"/>
              <a:gd name="connsiteY9" fmla="*/ 6159500 h 6165850"/>
              <a:gd name="connsiteX10" fmla="*/ 338147 w 2844891"/>
              <a:gd name="connsiteY10" fmla="*/ 6165850 h 6165850"/>
              <a:gd name="connsiteX11" fmla="*/ 3175 w 2844891"/>
              <a:gd name="connsiteY11" fmla="*/ 5767378 h 6165850"/>
              <a:gd name="connsiteX12" fmla="*/ 0 w 2844891"/>
              <a:gd name="connsiteY12" fmla="*/ 439747 h 6165850"/>
              <a:gd name="connsiteX0" fmla="*/ 0 w 2844891"/>
              <a:gd name="connsiteY0" fmla="*/ 439747 h 6165850"/>
              <a:gd name="connsiteX1" fmla="*/ 300047 w 2844891"/>
              <a:gd name="connsiteY1" fmla="*/ 3175 h 6165850"/>
              <a:gd name="connsiteX2" fmla="*/ 615949 w 2844891"/>
              <a:gd name="connsiteY2" fmla="*/ 6349 h 6165850"/>
              <a:gd name="connsiteX3" fmla="*/ 822324 w 2844891"/>
              <a:gd name="connsiteY3" fmla="*/ 231775 h 6165850"/>
              <a:gd name="connsiteX4" fmla="*/ 1978024 w 2844891"/>
              <a:gd name="connsiteY4" fmla="*/ 241300 h 6165850"/>
              <a:gd name="connsiteX5" fmla="*/ 2241549 w 2844891"/>
              <a:gd name="connsiteY5" fmla="*/ 3174 h 6165850"/>
              <a:gd name="connsiteX6" fmla="*/ 2525703 w 2844891"/>
              <a:gd name="connsiteY6" fmla="*/ 0 h 6165850"/>
              <a:gd name="connsiteX7" fmla="*/ 2838450 w 2844891"/>
              <a:gd name="connsiteY7" fmla="*/ 398472 h 6165850"/>
              <a:gd name="connsiteX8" fmla="*/ 2844800 w 2844891"/>
              <a:gd name="connsiteY8" fmla="*/ 5770553 h 6165850"/>
              <a:gd name="connsiteX9" fmla="*/ 2516178 w 2844891"/>
              <a:gd name="connsiteY9" fmla="*/ 6159500 h 6165850"/>
              <a:gd name="connsiteX10" fmla="*/ 338147 w 2844891"/>
              <a:gd name="connsiteY10" fmla="*/ 6165850 h 6165850"/>
              <a:gd name="connsiteX11" fmla="*/ 3175 w 2844891"/>
              <a:gd name="connsiteY11" fmla="*/ 5767378 h 6165850"/>
              <a:gd name="connsiteX12" fmla="*/ 0 w 2844891"/>
              <a:gd name="connsiteY12" fmla="*/ 439747 h 6165850"/>
              <a:gd name="connsiteX0" fmla="*/ 0 w 2844891"/>
              <a:gd name="connsiteY0" fmla="*/ 439747 h 6165850"/>
              <a:gd name="connsiteX1" fmla="*/ 300047 w 2844891"/>
              <a:gd name="connsiteY1" fmla="*/ 3175 h 6165850"/>
              <a:gd name="connsiteX2" fmla="*/ 625474 w 2844891"/>
              <a:gd name="connsiteY2" fmla="*/ 6349 h 6165850"/>
              <a:gd name="connsiteX3" fmla="*/ 822324 w 2844891"/>
              <a:gd name="connsiteY3" fmla="*/ 231775 h 6165850"/>
              <a:gd name="connsiteX4" fmla="*/ 1978024 w 2844891"/>
              <a:gd name="connsiteY4" fmla="*/ 241300 h 6165850"/>
              <a:gd name="connsiteX5" fmla="*/ 2241549 w 2844891"/>
              <a:gd name="connsiteY5" fmla="*/ 3174 h 6165850"/>
              <a:gd name="connsiteX6" fmla="*/ 2525703 w 2844891"/>
              <a:gd name="connsiteY6" fmla="*/ 0 h 6165850"/>
              <a:gd name="connsiteX7" fmla="*/ 2838450 w 2844891"/>
              <a:gd name="connsiteY7" fmla="*/ 398472 h 6165850"/>
              <a:gd name="connsiteX8" fmla="*/ 2844800 w 2844891"/>
              <a:gd name="connsiteY8" fmla="*/ 5770553 h 6165850"/>
              <a:gd name="connsiteX9" fmla="*/ 2516178 w 2844891"/>
              <a:gd name="connsiteY9" fmla="*/ 6159500 h 6165850"/>
              <a:gd name="connsiteX10" fmla="*/ 338147 w 2844891"/>
              <a:gd name="connsiteY10" fmla="*/ 6165850 h 6165850"/>
              <a:gd name="connsiteX11" fmla="*/ 3175 w 2844891"/>
              <a:gd name="connsiteY11" fmla="*/ 5767378 h 6165850"/>
              <a:gd name="connsiteX12" fmla="*/ 0 w 2844891"/>
              <a:gd name="connsiteY12" fmla="*/ 439747 h 6165850"/>
              <a:gd name="connsiteX0" fmla="*/ 0 w 2844891"/>
              <a:gd name="connsiteY0" fmla="*/ 439747 h 6165850"/>
              <a:gd name="connsiteX1" fmla="*/ 300047 w 2844891"/>
              <a:gd name="connsiteY1" fmla="*/ 3175 h 6165850"/>
              <a:gd name="connsiteX2" fmla="*/ 625474 w 2844891"/>
              <a:gd name="connsiteY2" fmla="*/ 6349 h 6165850"/>
              <a:gd name="connsiteX3" fmla="*/ 869949 w 2844891"/>
              <a:gd name="connsiteY3" fmla="*/ 238125 h 6165850"/>
              <a:gd name="connsiteX4" fmla="*/ 1978024 w 2844891"/>
              <a:gd name="connsiteY4" fmla="*/ 241300 h 6165850"/>
              <a:gd name="connsiteX5" fmla="*/ 2241549 w 2844891"/>
              <a:gd name="connsiteY5" fmla="*/ 3174 h 6165850"/>
              <a:gd name="connsiteX6" fmla="*/ 2525703 w 2844891"/>
              <a:gd name="connsiteY6" fmla="*/ 0 h 6165850"/>
              <a:gd name="connsiteX7" fmla="*/ 2838450 w 2844891"/>
              <a:gd name="connsiteY7" fmla="*/ 398472 h 6165850"/>
              <a:gd name="connsiteX8" fmla="*/ 2844800 w 2844891"/>
              <a:gd name="connsiteY8" fmla="*/ 5770553 h 6165850"/>
              <a:gd name="connsiteX9" fmla="*/ 2516178 w 2844891"/>
              <a:gd name="connsiteY9" fmla="*/ 6159500 h 6165850"/>
              <a:gd name="connsiteX10" fmla="*/ 338147 w 2844891"/>
              <a:gd name="connsiteY10" fmla="*/ 6165850 h 6165850"/>
              <a:gd name="connsiteX11" fmla="*/ 3175 w 2844891"/>
              <a:gd name="connsiteY11" fmla="*/ 5767378 h 6165850"/>
              <a:gd name="connsiteX12" fmla="*/ 0 w 2844891"/>
              <a:gd name="connsiteY12" fmla="*/ 439747 h 6165850"/>
              <a:gd name="connsiteX0" fmla="*/ 0 w 2844891"/>
              <a:gd name="connsiteY0" fmla="*/ 439747 h 6165850"/>
              <a:gd name="connsiteX1" fmla="*/ 300047 w 2844891"/>
              <a:gd name="connsiteY1" fmla="*/ 3175 h 6165850"/>
              <a:gd name="connsiteX2" fmla="*/ 625474 w 2844891"/>
              <a:gd name="connsiteY2" fmla="*/ 6349 h 6165850"/>
              <a:gd name="connsiteX3" fmla="*/ 869949 w 2844891"/>
              <a:gd name="connsiteY3" fmla="*/ 238125 h 6165850"/>
              <a:gd name="connsiteX4" fmla="*/ 1987549 w 2844891"/>
              <a:gd name="connsiteY4" fmla="*/ 238125 h 6165850"/>
              <a:gd name="connsiteX5" fmla="*/ 2241549 w 2844891"/>
              <a:gd name="connsiteY5" fmla="*/ 3174 h 6165850"/>
              <a:gd name="connsiteX6" fmla="*/ 2525703 w 2844891"/>
              <a:gd name="connsiteY6" fmla="*/ 0 h 6165850"/>
              <a:gd name="connsiteX7" fmla="*/ 2838450 w 2844891"/>
              <a:gd name="connsiteY7" fmla="*/ 398472 h 6165850"/>
              <a:gd name="connsiteX8" fmla="*/ 2844800 w 2844891"/>
              <a:gd name="connsiteY8" fmla="*/ 5770553 h 6165850"/>
              <a:gd name="connsiteX9" fmla="*/ 2516178 w 2844891"/>
              <a:gd name="connsiteY9" fmla="*/ 6159500 h 6165850"/>
              <a:gd name="connsiteX10" fmla="*/ 338147 w 2844891"/>
              <a:gd name="connsiteY10" fmla="*/ 6165850 h 6165850"/>
              <a:gd name="connsiteX11" fmla="*/ 3175 w 2844891"/>
              <a:gd name="connsiteY11" fmla="*/ 5767378 h 6165850"/>
              <a:gd name="connsiteX12" fmla="*/ 0 w 2844891"/>
              <a:gd name="connsiteY12" fmla="*/ 439747 h 6165850"/>
              <a:gd name="connsiteX0" fmla="*/ 0 w 2847975"/>
              <a:gd name="connsiteY0" fmla="*/ 439747 h 6165850"/>
              <a:gd name="connsiteX1" fmla="*/ 300047 w 2847975"/>
              <a:gd name="connsiteY1" fmla="*/ 3175 h 6165850"/>
              <a:gd name="connsiteX2" fmla="*/ 625474 w 2847975"/>
              <a:gd name="connsiteY2" fmla="*/ 6349 h 6165850"/>
              <a:gd name="connsiteX3" fmla="*/ 869949 w 2847975"/>
              <a:gd name="connsiteY3" fmla="*/ 238125 h 6165850"/>
              <a:gd name="connsiteX4" fmla="*/ 1987549 w 2847975"/>
              <a:gd name="connsiteY4" fmla="*/ 238125 h 6165850"/>
              <a:gd name="connsiteX5" fmla="*/ 2241549 w 2847975"/>
              <a:gd name="connsiteY5" fmla="*/ 3174 h 6165850"/>
              <a:gd name="connsiteX6" fmla="*/ 2525703 w 2847975"/>
              <a:gd name="connsiteY6" fmla="*/ 0 h 6165850"/>
              <a:gd name="connsiteX7" fmla="*/ 2847975 w 2847975"/>
              <a:gd name="connsiteY7" fmla="*/ 392122 h 6165850"/>
              <a:gd name="connsiteX8" fmla="*/ 2844800 w 2847975"/>
              <a:gd name="connsiteY8" fmla="*/ 5770553 h 6165850"/>
              <a:gd name="connsiteX9" fmla="*/ 2516178 w 2847975"/>
              <a:gd name="connsiteY9" fmla="*/ 6159500 h 6165850"/>
              <a:gd name="connsiteX10" fmla="*/ 338147 w 2847975"/>
              <a:gd name="connsiteY10" fmla="*/ 6165850 h 6165850"/>
              <a:gd name="connsiteX11" fmla="*/ 3175 w 2847975"/>
              <a:gd name="connsiteY11" fmla="*/ 5767378 h 6165850"/>
              <a:gd name="connsiteX12" fmla="*/ 0 w 2847975"/>
              <a:gd name="connsiteY12" fmla="*/ 439747 h 6165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847975" h="6165850">
                <a:moveTo>
                  <a:pt x="0" y="439747"/>
                </a:moveTo>
                <a:cubicBezTo>
                  <a:pt x="0" y="179346"/>
                  <a:pt x="39646" y="3175"/>
                  <a:pt x="300047" y="3175"/>
                </a:cubicBezTo>
                <a:lnTo>
                  <a:pt x="625474" y="6349"/>
                </a:lnTo>
                <a:cubicBezTo>
                  <a:pt x="624416" y="-4234"/>
                  <a:pt x="594782" y="258233"/>
                  <a:pt x="869949" y="238125"/>
                </a:cubicBezTo>
                <a:lnTo>
                  <a:pt x="1987549" y="238125"/>
                </a:lnTo>
                <a:cubicBezTo>
                  <a:pt x="2273299" y="250825"/>
                  <a:pt x="2255044" y="-4234"/>
                  <a:pt x="2241549" y="3174"/>
                </a:cubicBezTo>
                <a:lnTo>
                  <a:pt x="2525703" y="0"/>
                </a:lnTo>
                <a:cubicBezTo>
                  <a:pt x="2786104" y="0"/>
                  <a:pt x="2847975" y="131721"/>
                  <a:pt x="2847975" y="392122"/>
                </a:cubicBezTo>
                <a:cubicBezTo>
                  <a:pt x="2846917" y="2155299"/>
                  <a:pt x="2845858" y="4007376"/>
                  <a:pt x="2844800" y="5770553"/>
                </a:cubicBezTo>
                <a:cubicBezTo>
                  <a:pt x="2844800" y="6030954"/>
                  <a:pt x="2776579" y="6159500"/>
                  <a:pt x="2516178" y="6159500"/>
                </a:cubicBezTo>
                <a:lnTo>
                  <a:pt x="338147" y="6165850"/>
                </a:lnTo>
                <a:cubicBezTo>
                  <a:pt x="77746" y="6165850"/>
                  <a:pt x="3175" y="6027779"/>
                  <a:pt x="3175" y="5767378"/>
                </a:cubicBezTo>
                <a:cubicBezTo>
                  <a:pt x="1058" y="4017959"/>
                  <a:pt x="2117" y="2189166"/>
                  <a:pt x="0" y="439747"/>
                </a:cubicBezTo>
                <a:close/>
              </a:path>
            </a:pathLst>
          </a:custGeom>
          <a:noFill/>
        </p:spPr>
        <p:txBody>
          <a:bodyPr/>
          <a:lstStyle>
            <a:lvl1pPr marL="0" indent="0">
              <a:buNone/>
              <a:defRPr/>
            </a:lvl1pPr>
          </a:lstStyle>
          <a:p>
            <a:endParaRPr lang="en-US" dirty="0"/>
          </a:p>
        </p:txBody>
      </p:sp>
      <p:sp>
        <p:nvSpPr>
          <p:cNvPr id="14" name="Text Placeholder 13">
            <a:extLst>
              <a:ext uri="{FF2B5EF4-FFF2-40B4-BE49-F238E27FC236}">
                <a16:creationId xmlns:a16="http://schemas.microsoft.com/office/drawing/2014/main" id="{21FCE2C0-C99A-BE4F-073C-622BBAE79D21}"/>
              </a:ext>
            </a:extLst>
          </p:cNvPr>
          <p:cNvSpPr>
            <a:spLocks noGrp="1"/>
          </p:cNvSpPr>
          <p:nvPr>
            <p:ph type="body" sz="quarter" idx="12" hasCustomPrompt="1"/>
          </p:nvPr>
        </p:nvSpPr>
        <p:spPr>
          <a:xfrm>
            <a:off x="4287838" y="2547938"/>
            <a:ext cx="4389437" cy="6443662"/>
          </a:xfrm>
        </p:spPr>
        <p:txBody>
          <a:bodyPr/>
          <a:lstStyle>
            <a:lvl1pPr marL="0" indent="0">
              <a:lnSpc>
                <a:spcPct val="150000"/>
              </a:lnSpc>
              <a:spcBef>
                <a:spcPts val="1000"/>
              </a:spcBef>
              <a:buNone/>
              <a:defRPr sz="1800">
                <a:solidFill>
                  <a:schemeClr val="tx2"/>
                </a:solidFill>
              </a:defRPr>
            </a:lvl1pPr>
            <a:lvl2pPr>
              <a:defRPr sz="1800"/>
            </a:lvl2pPr>
            <a:lvl3pPr>
              <a:defRPr sz="1800"/>
            </a:lvl3pPr>
            <a:lvl4pPr>
              <a:defRPr sz="1800"/>
            </a:lvl4pPr>
            <a:lvl5pPr>
              <a:defRPr sz="1800"/>
            </a:lvl5pPr>
          </a:lstStyle>
          <a:p>
            <a:pPr lvl="0"/>
            <a:r>
              <a:rPr lang="en-US" dirty="0"/>
              <a:t>Click to edit Master text styles </a:t>
            </a:r>
          </a:p>
        </p:txBody>
      </p:sp>
      <p:sp>
        <p:nvSpPr>
          <p:cNvPr id="15" name="Picture Placeholder 10">
            <a:extLst>
              <a:ext uri="{FF2B5EF4-FFF2-40B4-BE49-F238E27FC236}">
                <a16:creationId xmlns:a16="http://schemas.microsoft.com/office/drawing/2014/main" id="{88878753-DB19-96B5-FD52-0056C5E7A26C}"/>
              </a:ext>
            </a:extLst>
          </p:cNvPr>
          <p:cNvSpPr>
            <a:spLocks noGrp="1"/>
          </p:cNvSpPr>
          <p:nvPr>
            <p:ph type="pic" sz="quarter" idx="13"/>
          </p:nvPr>
        </p:nvSpPr>
        <p:spPr>
          <a:xfrm>
            <a:off x="9358312" y="2717324"/>
            <a:ext cx="2847975" cy="6165850"/>
          </a:xfrm>
          <a:custGeom>
            <a:avLst/>
            <a:gdLst>
              <a:gd name="connsiteX0" fmla="*/ 0 w 2828925"/>
              <a:gd name="connsiteY0" fmla="*/ 471497 h 6162675"/>
              <a:gd name="connsiteX1" fmla="*/ 471497 w 2828925"/>
              <a:gd name="connsiteY1" fmla="*/ 0 h 6162675"/>
              <a:gd name="connsiteX2" fmla="*/ 2357428 w 2828925"/>
              <a:gd name="connsiteY2" fmla="*/ 0 h 6162675"/>
              <a:gd name="connsiteX3" fmla="*/ 2828925 w 2828925"/>
              <a:gd name="connsiteY3" fmla="*/ 471497 h 6162675"/>
              <a:gd name="connsiteX4" fmla="*/ 2828925 w 2828925"/>
              <a:gd name="connsiteY4" fmla="*/ 5691178 h 6162675"/>
              <a:gd name="connsiteX5" fmla="*/ 2357428 w 2828925"/>
              <a:gd name="connsiteY5" fmla="*/ 6162675 h 6162675"/>
              <a:gd name="connsiteX6" fmla="*/ 471497 w 2828925"/>
              <a:gd name="connsiteY6" fmla="*/ 6162675 h 6162675"/>
              <a:gd name="connsiteX7" fmla="*/ 0 w 2828925"/>
              <a:gd name="connsiteY7" fmla="*/ 5691178 h 6162675"/>
              <a:gd name="connsiteX8" fmla="*/ 0 w 2828925"/>
              <a:gd name="connsiteY8" fmla="*/ 471497 h 6162675"/>
              <a:gd name="connsiteX0" fmla="*/ 0 w 2828925"/>
              <a:gd name="connsiteY0" fmla="*/ 471497 h 6162675"/>
              <a:gd name="connsiteX1" fmla="*/ 280997 w 2828925"/>
              <a:gd name="connsiteY1" fmla="*/ 6350 h 6162675"/>
              <a:gd name="connsiteX2" fmla="*/ 2357428 w 2828925"/>
              <a:gd name="connsiteY2" fmla="*/ 0 h 6162675"/>
              <a:gd name="connsiteX3" fmla="*/ 2828925 w 2828925"/>
              <a:gd name="connsiteY3" fmla="*/ 471497 h 6162675"/>
              <a:gd name="connsiteX4" fmla="*/ 2828925 w 2828925"/>
              <a:gd name="connsiteY4" fmla="*/ 5691178 h 6162675"/>
              <a:gd name="connsiteX5" fmla="*/ 2357428 w 2828925"/>
              <a:gd name="connsiteY5" fmla="*/ 6162675 h 6162675"/>
              <a:gd name="connsiteX6" fmla="*/ 471497 w 2828925"/>
              <a:gd name="connsiteY6" fmla="*/ 6162675 h 6162675"/>
              <a:gd name="connsiteX7" fmla="*/ 0 w 2828925"/>
              <a:gd name="connsiteY7" fmla="*/ 5691178 h 6162675"/>
              <a:gd name="connsiteX8" fmla="*/ 0 w 2828925"/>
              <a:gd name="connsiteY8" fmla="*/ 471497 h 6162675"/>
              <a:gd name="connsiteX0" fmla="*/ 0 w 2835275"/>
              <a:gd name="connsiteY0" fmla="*/ 442922 h 6162675"/>
              <a:gd name="connsiteX1" fmla="*/ 287347 w 2835275"/>
              <a:gd name="connsiteY1" fmla="*/ 6350 h 6162675"/>
              <a:gd name="connsiteX2" fmla="*/ 2363778 w 2835275"/>
              <a:gd name="connsiteY2" fmla="*/ 0 h 6162675"/>
              <a:gd name="connsiteX3" fmla="*/ 2835275 w 2835275"/>
              <a:gd name="connsiteY3" fmla="*/ 471497 h 6162675"/>
              <a:gd name="connsiteX4" fmla="*/ 2835275 w 2835275"/>
              <a:gd name="connsiteY4" fmla="*/ 5691178 h 6162675"/>
              <a:gd name="connsiteX5" fmla="*/ 2363778 w 2835275"/>
              <a:gd name="connsiteY5" fmla="*/ 6162675 h 6162675"/>
              <a:gd name="connsiteX6" fmla="*/ 477847 w 2835275"/>
              <a:gd name="connsiteY6" fmla="*/ 6162675 h 6162675"/>
              <a:gd name="connsiteX7" fmla="*/ 6350 w 2835275"/>
              <a:gd name="connsiteY7" fmla="*/ 5691178 h 6162675"/>
              <a:gd name="connsiteX8" fmla="*/ 0 w 2835275"/>
              <a:gd name="connsiteY8" fmla="*/ 442922 h 6162675"/>
              <a:gd name="connsiteX0" fmla="*/ 0 w 2835275"/>
              <a:gd name="connsiteY0" fmla="*/ 442922 h 6162675"/>
              <a:gd name="connsiteX1" fmla="*/ 331797 w 2835275"/>
              <a:gd name="connsiteY1" fmla="*/ 9525 h 6162675"/>
              <a:gd name="connsiteX2" fmla="*/ 2363778 w 2835275"/>
              <a:gd name="connsiteY2" fmla="*/ 0 h 6162675"/>
              <a:gd name="connsiteX3" fmla="*/ 2835275 w 2835275"/>
              <a:gd name="connsiteY3" fmla="*/ 471497 h 6162675"/>
              <a:gd name="connsiteX4" fmla="*/ 2835275 w 2835275"/>
              <a:gd name="connsiteY4" fmla="*/ 5691178 h 6162675"/>
              <a:gd name="connsiteX5" fmla="*/ 2363778 w 2835275"/>
              <a:gd name="connsiteY5" fmla="*/ 6162675 h 6162675"/>
              <a:gd name="connsiteX6" fmla="*/ 477847 w 2835275"/>
              <a:gd name="connsiteY6" fmla="*/ 6162675 h 6162675"/>
              <a:gd name="connsiteX7" fmla="*/ 6350 w 2835275"/>
              <a:gd name="connsiteY7" fmla="*/ 5691178 h 6162675"/>
              <a:gd name="connsiteX8" fmla="*/ 0 w 2835275"/>
              <a:gd name="connsiteY8" fmla="*/ 442922 h 6162675"/>
              <a:gd name="connsiteX0" fmla="*/ 0 w 2835275"/>
              <a:gd name="connsiteY0" fmla="*/ 442922 h 6162675"/>
              <a:gd name="connsiteX1" fmla="*/ 306397 w 2835275"/>
              <a:gd name="connsiteY1" fmla="*/ 12700 h 6162675"/>
              <a:gd name="connsiteX2" fmla="*/ 2363778 w 2835275"/>
              <a:gd name="connsiteY2" fmla="*/ 0 h 6162675"/>
              <a:gd name="connsiteX3" fmla="*/ 2835275 w 2835275"/>
              <a:gd name="connsiteY3" fmla="*/ 471497 h 6162675"/>
              <a:gd name="connsiteX4" fmla="*/ 2835275 w 2835275"/>
              <a:gd name="connsiteY4" fmla="*/ 5691178 h 6162675"/>
              <a:gd name="connsiteX5" fmla="*/ 2363778 w 2835275"/>
              <a:gd name="connsiteY5" fmla="*/ 6162675 h 6162675"/>
              <a:gd name="connsiteX6" fmla="*/ 477847 w 2835275"/>
              <a:gd name="connsiteY6" fmla="*/ 6162675 h 6162675"/>
              <a:gd name="connsiteX7" fmla="*/ 6350 w 2835275"/>
              <a:gd name="connsiteY7" fmla="*/ 5691178 h 6162675"/>
              <a:gd name="connsiteX8" fmla="*/ 0 w 2835275"/>
              <a:gd name="connsiteY8" fmla="*/ 442922 h 6162675"/>
              <a:gd name="connsiteX0" fmla="*/ 0 w 2835275"/>
              <a:gd name="connsiteY0" fmla="*/ 442922 h 6162675"/>
              <a:gd name="connsiteX1" fmla="*/ 306397 w 2835275"/>
              <a:gd name="connsiteY1" fmla="*/ 12700 h 6162675"/>
              <a:gd name="connsiteX2" fmla="*/ 2503478 w 2835275"/>
              <a:gd name="connsiteY2" fmla="*/ 0 h 6162675"/>
              <a:gd name="connsiteX3" fmla="*/ 2835275 w 2835275"/>
              <a:gd name="connsiteY3" fmla="*/ 471497 h 6162675"/>
              <a:gd name="connsiteX4" fmla="*/ 2835275 w 2835275"/>
              <a:gd name="connsiteY4" fmla="*/ 5691178 h 6162675"/>
              <a:gd name="connsiteX5" fmla="*/ 2363778 w 2835275"/>
              <a:gd name="connsiteY5" fmla="*/ 6162675 h 6162675"/>
              <a:gd name="connsiteX6" fmla="*/ 477847 w 2835275"/>
              <a:gd name="connsiteY6" fmla="*/ 6162675 h 6162675"/>
              <a:gd name="connsiteX7" fmla="*/ 6350 w 2835275"/>
              <a:gd name="connsiteY7" fmla="*/ 5691178 h 6162675"/>
              <a:gd name="connsiteX8" fmla="*/ 0 w 2835275"/>
              <a:gd name="connsiteY8" fmla="*/ 442922 h 6162675"/>
              <a:gd name="connsiteX0" fmla="*/ 0 w 2838450"/>
              <a:gd name="connsiteY0" fmla="*/ 442922 h 6162675"/>
              <a:gd name="connsiteX1" fmla="*/ 306397 w 2838450"/>
              <a:gd name="connsiteY1" fmla="*/ 12700 h 6162675"/>
              <a:gd name="connsiteX2" fmla="*/ 2503478 w 2838450"/>
              <a:gd name="connsiteY2" fmla="*/ 0 h 6162675"/>
              <a:gd name="connsiteX3" fmla="*/ 2838450 w 2838450"/>
              <a:gd name="connsiteY3" fmla="*/ 401647 h 6162675"/>
              <a:gd name="connsiteX4" fmla="*/ 2835275 w 2838450"/>
              <a:gd name="connsiteY4" fmla="*/ 5691178 h 6162675"/>
              <a:gd name="connsiteX5" fmla="*/ 2363778 w 2838450"/>
              <a:gd name="connsiteY5" fmla="*/ 6162675 h 6162675"/>
              <a:gd name="connsiteX6" fmla="*/ 477847 w 2838450"/>
              <a:gd name="connsiteY6" fmla="*/ 6162675 h 6162675"/>
              <a:gd name="connsiteX7" fmla="*/ 6350 w 2838450"/>
              <a:gd name="connsiteY7" fmla="*/ 5691178 h 6162675"/>
              <a:gd name="connsiteX8" fmla="*/ 0 w 2838450"/>
              <a:gd name="connsiteY8" fmla="*/ 442922 h 6162675"/>
              <a:gd name="connsiteX0" fmla="*/ 0 w 2838450"/>
              <a:gd name="connsiteY0" fmla="*/ 439747 h 6159500"/>
              <a:gd name="connsiteX1" fmla="*/ 306397 w 2838450"/>
              <a:gd name="connsiteY1" fmla="*/ 9525 h 6159500"/>
              <a:gd name="connsiteX2" fmla="*/ 2525703 w 2838450"/>
              <a:gd name="connsiteY2" fmla="*/ 0 h 6159500"/>
              <a:gd name="connsiteX3" fmla="*/ 2838450 w 2838450"/>
              <a:gd name="connsiteY3" fmla="*/ 398472 h 6159500"/>
              <a:gd name="connsiteX4" fmla="*/ 2835275 w 2838450"/>
              <a:gd name="connsiteY4" fmla="*/ 5688003 h 6159500"/>
              <a:gd name="connsiteX5" fmla="*/ 2363778 w 2838450"/>
              <a:gd name="connsiteY5" fmla="*/ 6159500 h 6159500"/>
              <a:gd name="connsiteX6" fmla="*/ 477847 w 2838450"/>
              <a:gd name="connsiteY6" fmla="*/ 6159500 h 6159500"/>
              <a:gd name="connsiteX7" fmla="*/ 6350 w 2838450"/>
              <a:gd name="connsiteY7" fmla="*/ 5688003 h 6159500"/>
              <a:gd name="connsiteX8" fmla="*/ 0 w 2838450"/>
              <a:gd name="connsiteY8" fmla="*/ 439747 h 6159500"/>
              <a:gd name="connsiteX0" fmla="*/ 0 w 2838450"/>
              <a:gd name="connsiteY0" fmla="*/ 439747 h 6159500"/>
              <a:gd name="connsiteX1" fmla="*/ 300047 w 2838450"/>
              <a:gd name="connsiteY1" fmla="*/ 3175 h 6159500"/>
              <a:gd name="connsiteX2" fmla="*/ 2525703 w 2838450"/>
              <a:gd name="connsiteY2" fmla="*/ 0 h 6159500"/>
              <a:gd name="connsiteX3" fmla="*/ 2838450 w 2838450"/>
              <a:gd name="connsiteY3" fmla="*/ 398472 h 6159500"/>
              <a:gd name="connsiteX4" fmla="*/ 2835275 w 2838450"/>
              <a:gd name="connsiteY4" fmla="*/ 5688003 h 6159500"/>
              <a:gd name="connsiteX5" fmla="*/ 2363778 w 2838450"/>
              <a:gd name="connsiteY5" fmla="*/ 6159500 h 6159500"/>
              <a:gd name="connsiteX6" fmla="*/ 477847 w 2838450"/>
              <a:gd name="connsiteY6" fmla="*/ 6159500 h 6159500"/>
              <a:gd name="connsiteX7" fmla="*/ 6350 w 2838450"/>
              <a:gd name="connsiteY7" fmla="*/ 5688003 h 6159500"/>
              <a:gd name="connsiteX8" fmla="*/ 0 w 2838450"/>
              <a:gd name="connsiteY8" fmla="*/ 439747 h 6159500"/>
              <a:gd name="connsiteX0" fmla="*/ 0 w 2838450"/>
              <a:gd name="connsiteY0" fmla="*/ 439747 h 6159500"/>
              <a:gd name="connsiteX1" fmla="*/ 300047 w 2838450"/>
              <a:gd name="connsiteY1" fmla="*/ 3175 h 6159500"/>
              <a:gd name="connsiteX2" fmla="*/ 2525703 w 2838450"/>
              <a:gd name="connsiteY2" fmla="*/ 0 h 6159500"/>
              <a:gd name="connsiteX3" fmla="*/ 2838450 w 2838450"/>
              <a:gd name="connsiteY3" fmla="*/ 398472 h 6159500"/>
              <a:gd name="connsiteX4" fmla="*/ 2835275 w 2838450"/>
              <a:gd name="connsiteY4" fmla="*/ 5688003 h 6159500"/>
              <a:gd name="connsiteX5" fmla="*/ 2516178 w 2838450"/>
              <a:gd name="connsiteY5" fmla="*/ 6159500 h 6159500"/>
              <a:gd name="connsiteX6" fmla="*/ 477847 w 2838450"/>
              <a:gd name="connsiteY6" fmla="*/ 6159500 h 6159500"/>
              <a:gd name="connsiteX7" fmla="*/ 6350 w 2838450"/>
              <a:gd name="connsiteY7" fmla="*/ 5688003 h 6159500"/>
              <a:gd name="connsiteX8" fmla="*/ 0 w 2838450"/>
              <a:gd name="connsiteY8" fmla="*/ 439747 h 6159500"/>
              <a:gd name="connsiteX0" fmla="*/ 0 w 2838450"/>
              <a:gd name="connsiteY0" fmla="*/ 439747 h 6165850"/>
              <a:gd name="connsiteX1" fmla="*/ 300047 w 2838450"/>
              <a:gd name="connsiteY1" fmla="*/ 3175 h 6165850"/>
              <a:gd name="connsiteX2" fmla="*/ 2525703 w 2838450"/>
              <a:gd name="connsiteY2" fmla="*/ 0 h 6165850"/>
              <a:gd name="connsiteX3" fmla="*/ 2838450 w 2838450"/>
              <a:gd name="connsiteY3" fmla="*/ 398472 h 6165850"/>
              <a:gd name="connsiteX4" fmla="*/ 2835275 w 2838450"/>
              <a:gd name="connsiteY4" fmla="*/ 5688003 h 6165850"/>
              <a:gd name="connsiteX5" fmla="*/ 2516178 w 2838450"/>
              <a:gd name="connsiteY5" fmla="*/ 6159500 h 6165850"/>
              <a:gd name="connsiteX6" fmla="*/ 338147 w 2838450"/>
              <a:gd name="connsiteY6" fmla="*/ 6165850 h 6165850"/>
              <a:gd name="connsiteX7" fmla="*/ 6350 w 2838450"/>
              <a:gd name="connsiteY7" fmla="*/ 5688003 h 6165850"/>
              <a:gd name="connsiteX8" fmla="*/ 0 w 2838450"/>
              <a:gd name="connsiteY8" fmla="*/ 439747 h 6165850"/>
              <a:gd name="connsiteX0" fmla="*/ 0 w 2838450"/>
              <a:gd name="connsiteY0" fmla="*/ 439747 h 6165850"/>
              <a:gd name="connsiteX1" fmla="*/ 300047 w 2838450"/>
              <a:gd name="connsiteY1" fmla="*/ 3175 h 6165850"/>
              <a:gd name="connsiteX2" fmla="*/ 2525703 w 2838450"/>
              <a:gd name="connsiteY2" fmla="*/ 0 h 6165850"/>
              <a:gd name="connsiteX3" fmla="*/ 2838450 w 2838450"/>
              <a:gd name="connsiteY3" fmla="*/ 398472 h 6165850"/>
              <a:gd name="connsiteX4" fmla="*/ 2835275 w 2838450"/>
              <a:gd name="connsiteY4" fmla="*/ 5688003 h 6165850"/>
              <a:gd name="connsiteX5" fmla="*/ 2516178 w 2838450"/>
              <a:gd name="connsiteY5" fmla="*/ 6159500 h 6165850"/>
              <a:gd name="connsiteX6" fmla="*/ 338147 w 2838450"/>
              <a:gd name="connsiteY6" fmla="*/ 6165850 h 6165850"/>
              <a:gd name="connsiteX7" fmla="*/ 3175 w 2838450"/>
              <a:gd name="connsiteY7" fmla="*/ 5767378 h 6165850"/>
              <a:gd name="connsiteX8" fmla="*/ 0 w 2838450"/>
              <a:gd name="connsiteY8" fmla="*/ 439747 h 6165850"/>
              <a:gd name="connsiteX0" fmla="*/ 0 w 2844891"/>
              <a:gd name="connsiteY0" fmla="*/ 439747 h 6165850"/>
              <a:gd name="connsiteX1" fmla="*/ 300047 w 2844891"/>
              <a:gd name="connsiteY1" fmla="*/ 3175 h 6165850"/>
              <a:gd name="connsiteX2" fmla="*/ 2525703 w 2844891"/>
              <a:gd name="connsiteY2" fmla="*/ 0 h 6165850"/>
              <a:gd name="connsiteX3" fmla="*/ 2838450 w 2844891"/>
              <a:gd name="connsiteY3" fmla="*/ 398472 h 6165850"/>
              <a:gd name="connsiteX4" fmla="*/ 2844800 w 2844891"/>
              <a:gd name="connsiteY4" fmla="*/ 5770553 h 6165850"/>
              <a:gd name="connsiteX5" fmla="*/ 2516178 w 2844891"/>
              <a:gd name="connsiteY5" fmla="*/ 6159500 h 6165850"/>
              <a:gd name="connsiteX6" fmla="*/ 338147 w 2844891"/>
              <a:gd name="connsiteY6" fmla="*/ 6165850 h 6165850"/>
              <a:gd name="connsiteX7" fmla="*/ 3175 w 2844891"/>
              <a:gd name="connsiteY7" fmla="*/ 5767378 h 6165850"/>
              <a:gd name="connsiteX8" fmla="*/ 0 w 2844891"/>
              <a:gd name="connsiteY8" fmla="*/ 439747 h 6165850"/>
              <a:gd name="connsiteX0" fmla="*/ 0 w 2844891"/>
              <a:gd name="connsiteY0" fmla="*/ 439747 h 6165850"/>
              <a:gd name="connsiteX1" fmla="*/ 300047 w 2844891"/>
              <a:gd name="connsiteY1" fmla="*/ 3175 h 6165850"/>
              <a:gd name="connsiteX2" fmla="*/ 507999 w 2844891"/>
              <a:gd name="connsiteY2" fmla="*/ 3174 h 6165850"/>
              <a:gd name="connsiteX3" fmla="*/ 2525703 w 2844891"/>
              <a:gd name="connsiteY3" fmla="*/ 0 h 6165850"/>
              <a:gd name="connsiteX4" fmla="*/ 2838450 w 2844891"/>
              <a:gd name="connsiteY4" fmla="*/ 398472 h 6165850"/>
              <a:gd name="connsiteX5" fmla="*/ 2844800 w 2844891"/>
              <a:gd name="connsiteY5" fmla="*/ 5770553 h 6165850"/>
              <a:gd name="connsiteX6" fmla="*/ 2516178 w 2844891"/>
              <a:gd name="connsiteY6" fmla="*/ 6159500 h 6165850"/>
              <a:gd name="connsiteX7" fmla="*/ 338147 w 2844891"/>
              <a:gd name="connsiteY7" fmla="*/ 6165850 h 6165850"/>
              <a:gd name="connsiteX8" fmla="*/ 3175 w 2844891"/>
              <a:gd name="connsiteY8" fmla="*/ 5767378 h 6165850"/>
              <a:gd name="connsiteX9" fmla="*/ 0 w 2844891"/>
              <a:gd name="connsiteY9" fmla="*/ 439747 h 6165850"/>
              <a:gd name="connsiteX0" fmla="*/ 0 w 2844891"/>
              <a:gd name="connsiteY0" fmla="*/ 439748 h 6165851"/>
              <a:gd name="connsiteX1" fmla="*/ 300047 w 2844891"/>
              <a:gd name="connsiteY1" fmla="*/ 3176 h 6165851"/>
              <a:gd name="connsiteX2" fmla="*/ 507999 w 2844891"/>
              <a:gd name="connsiteY2" fmla="*/ 3175 h 6165851"/>
              <a:gd name="connsiteX3" fmla="*/ 2263774 w 2844891"/>
              <a:gd name="connsiteY3" fmla="*/ 0 h 6165851"/>
              <a:gd name="connsiteX4" fmla="*/ 2525703 w 2844891"/>
              <a:gd name="connsiteY4" fmla="*/ 1 h 6165851"/>
              <a:gd name="connsiteX5" fmla="*/ 2838450 w 2844891"/>
              <a:gd name="connsiteY5" fmla="*/ 398473 h 6165851"/>
              <a:gd name="connsiteX6" fmla="*/ 2844800 w 2844891"/>
              <a:gd name="connsiteY6" fmla="*/ 5770554 h 6165851"/>
              <a:gd name="connsiteX7" fmla="*/ 2516178 w 2844891"/>
              <a:gd name="connsiteY7" fmla="*/ 6159501 h 6165851"/>
              <a:gd name="connsiteX8" fmla="*/ 338147 w 2844891"/>
              <a:gd name="connsiteY8" fmla="*/ 6165851 h 6165851"/>
              <a:gd name="connsiteX9" fmla="*/ 3175 w 2844891"/>
              <a:gd name="connsiteY9" fmla="*/ 5767379 h 6165851"/>
              <a:gd name="connsiteX10" fmla="*/ 0 w 2844891"/>
              <a:gd name="connsiteY10" fmla="*/ 439748 h 6165851"/>
              <a:gd name="connsiteX0" fmla="*/ 0 w 2844891"/>
              <a:gd name="connsiteY0" fmla="*/ 439748 h 6165851"/>
              <a:gd name="connsiteX1" fmla="*/ 300047 w 2844891"/>
              <a:gd name="connsiteY1" fmla="*/ 3176 h 6165851"/>
              <a:gd name="connsiteX2" fmla="*/ 507999 w 2844891"/>
              <a:gd name="connsiteY2" fmla="*/ 3175 h 6165851"/>
              <a:gd name="connsiteX3" fmla="*/ 901699 w 2844891"/>
              <a:gd name="connsiteY3" fmla="*/ 1 h 6165851"/>
              <a:gd name="connsiteX4" fmla="*/ 2263774 w 2844891"/>
              <a:gd name="connsiteY4" fmla="*/ 0 h 6165851"/>
              <a:gd name="connsiteX5" fmla="*/ 2525703 w 2844891"/>
              <a:gd name="connsiteY5" fmla="*/ 1 h 6165851"/>
              <a:gd name="connsiteX6" fmla="*/ 2838450 w 2844891"/>
              <a:gd name="connsiteY6" fmla="*/ 398473 h 6165851"/>
              <a:gd name="connsiteX7" fmla="*/ 2844800 w 2844891"/>
              <a:gd name="connsiteY7" fmla="*/ 5770554 h 6165851"/>
              <a:gd name="connsiteX8" fmla="*/ 2516178 w 2844891"/>
              <a:gd name="connsiteY8" fmla="*/ 6159501 h 6165851"/>
              <a:gd name="connsiteX9" fmla="*/ 338147 w 2844891"/>
              <a:gd name="connsiteY9" fmla="*/ 6165851 h 6165851"/>
              <a:gd name="connsiteX10" fmla="*/ 3175 w 2844891"/>
              <a:gd name="connsiteY10" fmla="*/ 5767379 h 6165851"/>
              <a:gd name="connsiteX11" fmla="*/ 0 w 2844891"/>
              <a:gd name="connsiteY11" fmla="*/ 439748 h 6165851"/>
              <a:gd name="connsiteX0" fmla="*/ 0 w 2844891"/>
              <a:gd name="connsiteY0" fmla="*/ 439748 h 6165851"/>
              <a:gd name="connsiteX1" fmla="*/ 300047 w 2844891"/>
              <a:gd name="connsiteY1" fmla="*/ 3176 h 6165851"/>
              <a:gd name="connsiteX2" fmla="*/ 507999 w 2844891"/>
              <a:gd name="connsiteY2" fmla="*/ 3175 h 6165851"/>
              <a:gd name="connsiteX3" fmla="*/ 901699 w 2844891"/>
              <a:gd name="connsiteY3" fmla="*/ 1 h 6165851"/>
              <a:gd name="connsiteX4" fmla="*/ 1879599 w 2844891"/>
              <a:gd name="connsiteY4" fmla="*/ 1 h 6165851"/>
              <a:gd name="connsiteX5" fmla="*/ 2263774 w 2844891"/>
              <a:gd name="connsiteY5" fmla="*/ 0 h 6165851"/>
              <a:gd name="connsiteX6" fmla="*/ 2525703 w 2844891"/>
              <a:gd name="connsiteY6" fmla="*/ 1 h 6165851"/>
              <a:gd name="connsiteX7" fmla="*/ 2838450 w 2844891"/>
              <a:gd name="connsiteY7" fmla="*/ 398473 h 6165851"/>
              <a:gd name="connsiteX8" fmla="*/ 2844800 w 2844891"/>
              <a:gd name="connsiteY8" fmla="*/ 5770554 h 6165851"/>
              <a:gd name="connsiteX9" fmla="*/ 2516178 w 2844891"/>
              <a:gd name="connsiteY9" fmla="*/ 6159501 h 6165851"/>
              <a:gd name="connsiteX10" fmla="*/ 338147 w 2844891"/>
              <a:gd name="connsiteY10" fmla="*/ 6165851 h 6165851"/>
              <a:gd name="connsiteX11" fmla="*/ 3175 w 2844891"/>
              <a:gd name="connsiteY11" fmla="*/ 5767379 h 6165851"/>
              <a:gd name="connsiteX12" fmla="*/ 0 w 2844891"/>
              <a:gd name="connsiteY12" fmla="*/ 439748 h 6165851"/>
              <a:gd name="connsiteX0" fmla="*/ 0 w 2844891"/>
              <a:gd name="connsiteY0" fmla="*/ 442922 h 6169025"/>
              <a:gd name="connsiteX1" fmla="*/ 300047 w 2844891"/>
              <a:gd name="connsiteY1" fmla="*/ 6350 h 6169025"/>
              <a:gd name="connsiteX2" fmla="*/ 507999 w 2844891"/>
              <a:gd name="connsiteY2" fmla="*/ 6349 h 6169025"/>
              <a:gd name="connsiteX3" fmla="*/ 901699 w 2844891"/>
              <a:gd name="connsiteY3" fmla="*/ 3175 h 6169025"/>
              <a:gd name="connsiteX4" fmla="*/ 1670049 w 2844891"/>
              <a:gd name="connsiteY4" fmla="*/ 0 h 6169025"/>
              <a:gd name="connsiteX5" fmla="*/ 1879599 w 2844891"/>
              <a:gd name="connsiteY5" fmla="*/ 3175 h 6169025"/>
              <a:gd name="connsiteX6" fmla="*/ 2263774 w 2844891"/>
              <a:gd name="connsiteY6" fmla="*/ 3174 h 6169025"/>
              <a:gd name="connsiteX7" fmla="*/ 2525703 w 2844891"/>
              <a:gd name="connsiteY7" fmla="*/ 3175 h 6169025"/>
              <a:gd name="connsiteX8" fmla="*/ 2838450 w 2844891"/>
              <a:gd name="connsiteY8" fmla="*/ 401647 h 6169025"/>
              <a:gd name="connsiteX9" fmla="*/ 2844800 w 2844891"/>
              <a:gd name="connsiteY9" fmla="*/ 5773728 h 6169025"/>
              <a:gd name="connsiteX10" fmla="*/ 2516178 w 2844891"/>
              <a:gd name="connsiteY10" fmla="*/ 6162675 h 6169025"/>
              <a:gd name="connsiteX11" fmla="*/ 338147 w 2844891"/>
              <a:gd name="connsiteY11" fmla="*/ 6169025 h 6169025"/>
              <a:gd name="connsiteX12" fmla="*/ 3175 w 2844891"/>
              <a:gd name="connsiteY12" fmla="*/ 5770553 h 6169025"/>
              <a:gd name="connsiteX13" fmla="*/ 0 w 2844891"/>
              <a:gd name="connsiteY13" fmla="*/ 442922 h 6169025"/>
              <a:gd name="connsiteX0" fmla="*/ 0 w 2844891"/>
              <a:gd name="connsiteY0" fmla="*/ 442922 h 6169025"/>
              <a:gd name="connsiteX1" fmla="*/ 300047 w 2844891"/>
              <a:gd name="connsiteY1" fmla="*/ 6350 h 6169025"/>
              <a:gd name="connsiteX2" fmla="*/ 507999 w 2844891"/>
              <a:gd name="connsiteY2" fmla="*/ 6349 h 6169025"/>
              <a:gd name="connsiteX3" fmla="*/ 901699 w 2844891"/>
              <a:gd name="connsiteY3" fmla="*/ 3175 h 6169025"/>
              <a:gd name="connsiteX4" fmla="*/ 1311274 w 2844891"/>
              <a:gd name="connsiteY4" fmla="*/ 0 h 6169025"/>
              <a:gd name="connsiteX5" fmla="*/ 1670049 w 2844891"/>
              <a:gd name="connsiteY5" fmla="*/ 0 h 6169025"/>
              <a:gd name="connsiteX6" fmla="*/ 1879599 w 2844891"/>
              <a:gd name="connsiteY6" fmla="*/ 3175 h 6169025"/>
              <a:gd name="connsiteX7" fmla="*/ 2263774 w 2844891"/>
              <a:gd name="connsiteY7" fmla="*/ 3174 h 6169025"/>
              <a:gd name="connsiteX8" fmla="*/ 2525703 w 2844891"/>
              <a:gd name="connsiteY8" fmla="*/ 3175 h 6169025"/>
              <a:gd name="connsiteX9" fmla="*/ 2838450 w 2844891"/>
              <a:gd name="connsiteY9" fmla="*/ 401647 h 6169025"/>
              <a:gd name="connsiteX10" fmla="*/ 2844800 w 2844891"/>
              <a:gd name="connsiteY10" fmla="*/ 5773728 h 6169025"/>
              <a:gd name="connsiteX11" fmla="*/ 2516178 w 2844891"/>
              <a:gd name="connsiteY11" fmla="*/ 6162675 h 6169025"/>
              <a:gd name="connsiteX12" fmla="*/ 338147 w 2844891"/>
              <a:gd name="connsiteY12" fmla="*/ 6169025 h 6169025"/>
              <a:gd name="connsiteX13" fmla="*/ 3175 w 2844891"/>
              <a:gd name="connsiteY13" fmla="*/ 5770553 h 6169025"/>
              <a:gd name="connsiteX14" fmla="*/ 0 w 2844891"/>
              <a:gd name="connsiteY14" fmla="*/ 442922 h 6169025"/>
              <a:gd name="connsiteX0" fmla="*/ 0 w 2844891"/>
              <a:gd name="connsiteY0" fmla="*/ 442922 h 6169025"/>
              <a:gd name="connsiteX1" fmla="*/ 300047 w 2844891"/>
              <a:gd name="connsiteY1" fmla="*/ 6350 h 6169025"/>
              <a:gd name="connsiteX2" fmla="*/ 507999 w 2844891"/>
              <a:gd name="connsiteY2" fmla="*/ 6349 h 6169025"/>
              <a:gd name="connsiteX3" fmla="*/ 901699 w 2844891"/>
              <a:gd name="connsiteY3" fmla="*/ 3175 h 6169025"/>
              <a:gd name="connsiteX4" fmla="*/ 1257299 w 2844891"/>
              <a:gd name="connsiteY4" fmla="*/ 285750 h 6169025"/>
              <a:gd name="connsiteX5" fmla="*/ 1670049 w 2844891"/>
              <a:gd name="connsiteY5" fmla="*/ 0 h 6169025"/>
              <a:gd name="connsiteX6" fmla="*/ 1879599 w 2844891"/>
              <a:gd name="connsiteY6" fmla="*/ 3175 h 6169025"/>
              <a:gd name="connsiteX7" fmla="*/ 2263774 w 2844891"/>
              <a:gd name="connsiteY7" fmla="*/ 3174 h 6169025"/>
              <a:gd name="connsiteX8" fmla="*/ 2525703 w 2844891"/>
              <a:gd name="connsiteY8" fmla="*/ 3175 h 6169025"/>
              <a:gd name="connsiteX9" fmla="*/ 2838450 w 2844891"/>
              <a:gd name="connsiteY9" fmla="*/ 401647 h 6169025"/>
              <a:gd name="connsiteX10" fmla="*/ 2844800 w 2844891"/>
              <a:gd name="connsiteY10" fmla="*/ 5773728 h 6169025"/>
              <a:gd name="connsiteX11" fmla="*/ 2516178 w 2844891"/>
              <a:gd name="connsiteY11" fmla="*/ 6162675 h 6169025"/>
              <a:gd name="connsiteX12" fmla="*/ 338147 w 2844891"/>
              <a:gd name="connsiteY12" fmla="*/ 6169025 h 6169025"/>
              <a:gd name="connsiteX13" fmla="*/ 3175 w 2844891"/>
              <a:gd name="connsiteY13" fmla="*/ 5770553 h 6169025"/>
              <a:gd name="connsiteX14" fmla="*/ 0 w 2844891"/>
              <a:gd name="connsiteY14" fmla="*/ 442922 h 6169025"/>
              <a:gd name="connsiteX0" fmla="*/ 0 w 2844891"/>
              <a:gd name="connsiteY0" fmla="*/ 442922 h 6169025"/>
              <a:gd name="connsiteX1" fmla="*/ 300047 w 2844891"/>
              <a:gd name="connsiteY1" fmla="*/ 6350 h 6169025"/>
              <a:gd name="connsiteX2" fmla="*/ 507999 w 2844891"/>
              <a:gd name="connsiteY2" fmla="*/ 6349 h 6169025"/>
              <a:gd name="connsiteX3" fmla="*/ 527049 w 2844891"/>
              <a:gd name="connsiteY3" fmla="*/ 196850 h 6169025"/>
              <a:gd name="connsiteX4" fmla="*/ 1257299 w 2844891"/>
              <a:gd name="connsiteY4" fmla="*/ 285750 h 6169025"/>
              <a:gd name="connsiteX5" fmla="*/ 1670049 w 2844891"/>
              <a:gd name="connsiteY5" fmla="*/ 0 h 6169025"/>
              <a:gd name="connsiteX6" fmla="*/ 1879599 w 2844891"/>
              <a:gd name="connsiteY6" fmla="*/ 3175 h 6169025"/>
              <a:gd name="connsiteX7" fmla="*/ 2263774 w 2844891"/>
              <a:gd name="connsiteY7" fmla="*/ 3174 h 6169025"/>
              <a:gd name="connsiteX8" fmla="*/ 2525703 w 2844891"/>
              <a:gd name="connsiteY8" fmla="*/ 3175 h 6169025"/>
              <a:gd name="connsiteX9" fmla="*/ 2838450 w 2844891"/>
              <a:gd name="connsiteY9" fmla="*/ 401647 h 6169025"/>
              <a:gd name="connsiteX10" fmla="*/ 2844800 w 2844891"/>
              <a:gd name="connsiteY10" fmla="*/ 5773728 h 6169025"/>
              <a:gd name="connsiteX11" fmla="*/ 2516178 w 2844891"/>
              <a:gd name="connsiteY11" fmla="*/ 6162675 h 6169025"/>
              <a:gd name="connsiteX12" fmla="*/ 338147 w 2844891"/>
              <a:gd name="connsiteY12" fmla="*/ 6169025 h 6169025"/>
              <a:gd name="connsiteX13" fmla="*/ 3175 w 2844891"/>
              <a:gd name="connsiteY13" fmla="*/ 5770553 h 6169025"/>
              <a:gd name="connsiteX14" fmla="*/ 0 w 2844891"/>
              <a:gd name="connsiteY14" fmla="*/ 442922 h 6169025"/>
              <a:gd name="connsiteX0" fmla="*/ 0 w 2844891"/>
              <a:gd name="connsiteY0" fmla="*/ 442922 h 6169025"/>
              <a:gd name="connsiteX1" fmla="*/ 300047 w 2844891"/>
              <a:gd name="connsiteY1" fmla="*/ 6350 h 6169025"/>
              <a:gd name="connsiteX2" fmla="*/ 507999 w 2844891"/>
              <a:gd name="connsiteY2" fmla="*/ 6349 h 6169025"/>
              <a:gd name="connsiteX3" fmla="*/ 619124 w 2844891"/>
              <a:gd name="connsiteY3" fmla="*/ 82550 h 6169025"/>
              <a:gd name="connsiteX4" fmla="*/ 1257299 w 2844891"/>
              <a:gd name="connsiteY4" fmla="*/ 285750 h 6169025"/>
              <a:gd name="connsiteX5" fmla="*/ 1670049 w 2844891"/>
              <a:gd name="connsiteY5" fmla="*/ 0 h 6169025"/>
              <a:gd name="connsiteX6" fmla="*/ 1879599 w 2844891"/>
              <a:gd name="connsiteY6" fmla="*/ 3175 h 6169025"/>
              <a:gd name="connsiteX7" fmla="*/ 2263774 w 2844891"/>
              <a:gd name="connsiteY7" fmla="*/ 3174 h 6169025"/>
              <a:gd name="connsiteX8" fmla="*/ 2525703 w 2844891"/>
              <a:gd name="connsiteY8" fmla="*/ 3175 h 6169025"/>
              <a:gd name="connsiteX9" fmla="*/ 2838450 w 2844891"/>
              <a:gd name="connsiteY9" fmla="*/ 401647 h 6169025"/>
              <a:gd name="connsiteX10" fmla="*/ 2844800 w 2844891"/>
              <a:gd name="connsiteY10" fmla="*/ 5773728 h 6169025"/>
              <a:gd name="connsiteX11" fmla="*/ 2516178 w 2844891"/>
              <a:gd name="connsiteY11" fmla="*/ 6162675 h 6169025"/>
              <a:gd name="connsiteX12" fmla="*/ 338147 w 2844891"/>
              <a:gd name="connsiteY12" fmla="*/ 6169025 h 6169025"/>
              <a:gd name="connsiteX13" fmla="*/ 3175 w 2844891"/>
              <a:gd name="connsiteY13" fmla="*/ 5770553 h 6169025"/>
              <a:gd name="connsiteX14" fmla="*/ 0 w 2844891"/>
              <a:gd name="connsiteY14" fmla="*/ 442922 h 6169025"/>
              <a:gd name="connsiteX0" fmla="*/ 0 w 2844891"/>
              <a:gd name="connsiteY0" fmla="*/ 442922 h 6169025"/>
              <a:gd name="connsiteX1" fmla="*/ 300047 w 2844891"/>
              <a:gd name="connsiteY1" fmla="*/ 6350 h 6169025"/>
              <a:gd name="connsiteX2" fmla="*/ 615949 w 2844891"/>
              <a:gd name="connsiteY2" fmla="*/ 9524 h 6169025"/>
              <a:gd name="connsiteX3" fmla="*/ 619124 w 2844891"/>
              <a:gd name="connsiteY3" fmla="*/ 82550 h 6169025"/>
              <a:gd name="connsiteX4" fmla="*/ 1257299 w 2844891"/>
              <a:gd name="connsiteY4" fmla="*/ 285750 h 6169025"/>
              <a:gd name="connsiteX5" fmla="*/ 1670049 w 2844891"/>
              <a:gd name="connsiteY5" fmla="*/ 0 h 6169025"/>
              <a:gd name="connsiteX6" fmla="*/ 1879599 w 2844891"/>
              <a:gd name="connsiteY6" fmla="*/ 3175 h 6169025"/>
              <a:gd name="connsiteX7" fmla="*/ 2263774 w 2844891"/>
              <a:gd name="connsiteY7" fmla="*/ 3174 h 6169025"/>
              <a:gd name="connsiteX8" fmla="*/ 2525703 w 2844891"/>
              <a:gd name="connsiteY8" fmla="*/ 3175 h 6169025"/>
              <a:gd name="connsiteX9" fmla="*/ 2838450 w 2844891"/>
              <a:gd name="connsiteY9" fmla="*/ 401647 h 6169025"/>
              <a:gd name="connsiteX10" fmla="*/ 2844800 w 2844891"/>
              <a:gd name="connsiteY10" fmla="*/ 5773728 h 6169025"/>
              <a:gd name="connsiteX11" fmla="*/ 2516178 w 2844891"/>
              <a:gd name="connsiteY11" fmla="*/ 6162675 h 6169025"/>
              <a:gd name="connsiteX12" fmla="*/ 338147 w 2844891"/>
              <a:gd name="connsiteY12" fmla="*/ 6169025 h 6169025"/>
              <a:gd name="connsiteX13" fmla="*/ 3175 w 2844891"/>
              <a:gd name="connsiteY13" fmla="*/ 5770553 h 6169025"/>
              <a:gd name="connsiteX14" fmla="*/ 0 w 2844891"/>
              <a:gd name="connsiteY14" fmla="*/ 442922 h 6169025"/>
              <a:gd name="connsiteX0" fmla="*/ 0 w 2844891"/>
              <a:gd name="connsiteY0" fmla="*/ 442922 h 6169025"/>
              <a:gd name="connsiteX1" fmla="*/ 300047 w 2844891"/>
              <a:gd name="connsiteY1" fmla="*/ 6350 h 6169025"/>
              <a:gd name="connsiteX2" fmla="*/ 615949 w 2844891"/>
              <a:gd name="connsiteY2" fmla="*/ 9524 h 6169025"/>
              <a:gd name="connsiteX3" fmla="*/ 619124 w 2844891"/>
              <a:gd name="connsiteY3" fmla="*/ 82550 h 6169025"/>
              <a:gd name="connsiteX4" fmla="*/ 841374 w 2844891"/>
              <a:gd name="connsiteY4" fmla="*/ 254000 h 6169025"/>
              <a:gd name="connsiteX5" fmla="*/ 1670049 w 2844891"/>
              <a:gd name="connsiteY5" fmla="*/ 0 h 6169025"/>
              <a:gd name="connsiteX6" fmla="*/ 1879599 w 2844891"/>
              <a:gd name="connsiteY6" fmla="*/ 3175 h 6169025"/>
              <a:gd name="connsiteX7" fmla="*/ 2263774 w 2844891"/>
              <a:gd name="connsiteY7" fmla="*/ 3174 h 6169025"/>
              <a:gd name="connsiteX8" fmla="*/ 2525703 w 2844891"/>
              <a:gd name="connsiteY8" fmla="*/ 3175 h 6169025"/>
              <a:gd name="connsiteX9" fmla="*/ 2838450 w 2844891"/>
              <a:gd name="connsiteY9" fmla="*/ 401647 h 6169025"/>
              <a:gd name="connsiteX10" fmla="*/ 2844800 w 2844891"/>
              <a:gd name="connsiteY10" fmla="*/ 5773728 h 6169025"/>
              <a:gd name="connsiteX11" fmla="*/ 2516178 w 2844891"/>
              <a:gd name="connsiteY11" fmla="*/ 6162675 h 6169025"/>
              <a:gd name="connsiteX12" fmla="*/ 338147 w 2844891"/>
              <a:gd name="connsiteY12" fmla="*/ 6169025 h 6169025"/>
              <a:gd name="connsiteX13" fmla="*/ 3175 w 2844891"/>
              <a:gd name="connsiteY13" fmla="*/ 5770553 h 6169025"/>
              <a:gd name="connsiteX14" fmla="*/ 0 w 2844891"/>
              <a:gd name="connsiteY14" fmla="*/ 442922 h 6169025"/>
              <a:gd name="connsiteX0" fmla="*/ 0 w 2844891"/>
              <a:gd name="connsiteY0" fmla="*/ 442922 h 6169025"/>
              <a:gd name="connsiteX1" fmla="*/ 300047 w 2844891"/>
              <a:gd name="connsiteY1" fmla="*/ 6350 h 6169025"/>
              <a:gd name="connsiteX2" fmla="*/ 615949 w 2844891"/>
              <a:gd name="connsiteY2" fmla="*/ 9524 h 6169025"/>
              <a:gd name="connsiteX3" fmla="*/ 619124 w 2844891"/>
              <a:gd name="connsiteY3" fmla="*/ 82550 h 6169025"/>
              <a:gd name="connsiteX4" fmla="*/ 679449 w 2844891"/>
              <a:gd name="connsiteY4" fmla="*/ 342900 h 6169025"/>
              <a:gd name="connsiteX5" fmla="*/ 1670049 w 2844891"/>
              <a:gd name="connsiteY5" fmla="*/ 0 h 6169025"/>
              <a:gd name="connsiteX6" fmla="*/ 1879599 w 2844891"/>
              <a:gd name="connsiteY6" fmla="*/ 3175 h 6169025"/>
              <a:gd name="connsiteX7" fmla="*/ 2263774 w 2844891"/>
              <a:gd name="connsiteY7" fmla="*/ 3174 h 6169025"/>
              <a:gd name="connsiteX8" fmla="*/ 2525703 w 2844891"/>
              <a:gd name="connsiteY8" fmla="*/ 3175 h 6169025"/>
              <a:gd name="connsiteX9" fmla="*/ 2838450 w 2844891"/>
              <a:gd name="connsiteY9" fmla="*/ 401647 h 6169025"/>
              <a:gd name="connsiteX10" fmla="*/ 2844800 w 2844891"/>
              <a:gd name="connsiteY10" fmla="*/ 5773728 h 6169025"/>
              <a:gd name="connsiteX11" fmla="*/ 2516178 w 2844891"/>
              <a:gd name="connsiteY11" fmla="*/ 6162675 h 6169025"/>
              <a:gd name="connsiteX12" fmla="*/ 338147 w 2844891"/>
              <a:gd name="connsiteY12" fmla="*/ 6169025 h 6169025"/>
              <a:gd name="connsiteX13" fmla="*/ 3175 w 2844891"/>
              <a:gd name="connsiteY13" fmla="*/ 5770553 h 6169025"/>
              <a:gd name="connsiteX14" fmla="*/ 0 w 2844891"/>
              <a:gd name="connsiteY14" fmla="*/ 442922 h 6169025"/>
              <a:gd name="connsiteX0" fmla="*/ 0 w 2844891"/>
              <a:gd name="connsiteY0" fmla="*/ 442922 h 6169025"/>
              <a:gd name="connsiteX1" fmla="*/ 300047 w 2844891"/>
              <a:gd name="connsiteY1" fmla="*/ 6350 h 6169025"/>
              <a:gd name="connsiteX2" fmla="*/ 615949 w 2844891"/>
              <a:gd name="connsiteY2" fmla="*/ 9524 h 6169025"/>
              <a:gd name="connsiteX3" fmla="*/ 619124 w 2844891"/>
              <a:gd name="connsiteY3" fmla="*/ 82550 h 6169025"/>
              <a:gd name="connsiteX4" fmla="*/ 888999 w 2844891"/>
              <a:gd name="connsiteY4" fmla="*/ 254000 h 6169025"/>
              <a:gd name="connsiteX5" fmla="*/ 1670049 w 2844891"/>
              <a:gd name="connsiteY5" fmla="*/ 0 h 6169025"/>
              <a:gd name="connsiteX6" fmla="*/ 1879599 w 2844891"/>
              <a:gd name="connsiteY6" fmla="*/ 3175 h 6169025"/>
              <a:gd name="connsiteX7" fmla="*/ 2263774 w 2844891"/>
              <a:gd name="connsiteY7" fmla="*/ 3174 h 6169025"/>
              <a:gd name="connsiteX8" fmla="*/ 2525703 w 2844891"/>
              <a:gd name="connsiteY8" fmla="*/ 3175 h 6169025"/>
              <a:gd name="connsiteX9" fmla="*/ 2838450 w 2844891"/>
              <a:gd name="connsiteY9" fmla="*/ 401647 h 6169025"/>
              <a:gd name="connsiteX10" fmla="*/ 2844800 w 2844891"/>
              <a:gd name="connsiteY10" fmla="*/ 5773728 h 6169025"/>
              <a:gd name="connsiteX11" fmla="*/ 2516178 w 2844891"/>
              <a:gd name="connsiteY11" fmla="*/ 6162675 h 6169025"/>
              <a:gd name="connsiteX12" fmla="*/ 338147 w 2844891"/>
              <a:gd name="connsiteY12" fmla="*/ 6169025 h 6169025"/>
              <a:gd name="connsiteX13" fmla="*/ 3175 w 2844891"/>
              <a:gd name="connsiteY13" fmla="*/ 5770553 h 6169025"/>
              <a:gd name="connsiteX14" fmla="*/ 0 w 2844891"/>
              <a:gd name="connsiteY14" fmla="*/ 442922 h 6169025"/>
              <a:gd name="connsiteX0" fmla="*/ 0 w 2844891"/>
              <a:gd name="connsiteY0" fmla="*/ 442922 h 6169025"/>
              <a:gd name="connsiteX1" fmla="*/ 300047 w 2844891"/>
              <a:gd name="connsiteY1" fmla="*/ 6350 h 6169025"/>
              <a:gd name="connsiteX2" fmla="*/ 615949 w 2844891"/>
              <a:gd name="connsiteY2" fmla="*/ 9524 h 6169025"/>
              <a:gd name="connsiteX3" fmla="*/ 619124 w 2844891"/>
              <a:gd name="connsiteY3" fmla="*/ 82550 h 6169025"/>
              <a:gd name="connsiteX4" fmla="*/ 888999 w 2844891"/>
              <a:gd name="connsiteY4" fmla="*/ 254000 h 6169025"/>
              <a:gd name="connsiteX5" fmla="*/ 1670049 w 2844891"/>
              <a:gd name="connsiteY5" fmla="*/ 0 h 6169025"/>
              <a:gd name="connsiteX6" fmla="*/ 1879599 w 2844891"/>
              <a:gd name="connsiteY6" fmla="*/ 3175 h 6169025"/>
              <a:gd name="connsiteX7" fmla="*/ 2263774 w 2844891"/>
              <a:gd name="connsiteY7" fmla="*/ 3174 h 6169025"/>
              <a:gd name="connsiteX8" fmla="*/ 2525703 w 2844891"/>
              <a:gd name="connsiteY8" fmla="*/ 3175 h 6169025"/>
              <a:gd name="connsiteX9" fmla="*/ 2838450 w 2844891"/>
              <a:gd name="connsiteY9" fmla="*/ 401647 h 6169025"/>
              <a:gd name="connsiteX10" fmla="*/ 2844800 w 2844891"/>
              <a:gd name="connsiteY10" fmla="*/ 5773728 h 6169025"/>
              <a:gd name="connsiteX11" fmla="*/ 2516178 w 2844891"/>
              <a:gd name="connsiteY11" fmla="*/ 6162675 h 6169025"/>
              <a:gd name="connsiteX12" fmla="*/ 338147 w 2844891"/>
              <a:gd name="connsiteY12" fmla="*/ 6169025 h 6169025"/>
              <a:gd name="connsiteX13" fmla="*/ 3175 w 2844891"/>
              <a:gd name="connsiteY13" fmla="*/ 5770553 h 6169025"/>
              <a:gd name="connsiteX14" fmla="*/ 0 w 2844891"/>
              <a:gd name="connsiteY14" fmla="*/ 442922 h 6169025"/>
              <a:gd name="connsiteX0" fmla="*/ 0 w 2844891"/>
              <a:gd name="connsiteY0" fmla="*/ 442922 h 6169025"/>
              <a:gd name="connsiteX1" fmla="*/ 300047 w 2844891"/>
              <a:gd name="connsiteY1" fmla="*/ 6350 h 6169025"/>
              <a:gd name="connsiteX2" fmla="*/ 615949 w 2844891"/>
              <a:gd name="connsiteY2" fmla="*/ 9524 h 6169025"/>
              <a:gd name="connsiteX3" fmla="*/ 619124 w 2844891"/>
              <a:gd name="connsiteY3" fmla="*/ 82550 h 6169025"/>
              <a:gd name="connsiteX4" fmla="*/ 888999 w 2844891"/>
              <a:gd name="connsiteY4" fmla="*/ 254000 h 6169025"/>
              <a:gd name="connsiteX5" fmla="*/ 1670049 w 2844891"/>
              <a:gd name="connsiteY5" fmla="*/ 0 h 6169025"/>
              <a:gd name="connsiteX6" fmla="*/ 1965324 w 2844891"/>
              <a:gd name="connsiteY6" fmla="*/ 254000 h 6169025"/>
              <a:gd name="connsiteX7" fmla="*/ 2263774 w 2844891"/>
              <a:gd name="connsiteY7" fmla="*/ 3174 h 6169025"/>
              <a:gd name="connsiteX8" fmla="*/ 2525703 w 2844891"/>
              <a:gd name="connsiteY8" fmla="*/ 3175 h 6169025"/>
              <a:gd name="connsiteX9" fmla="*/ 2838450 w 2844891"/>
              <a:gd name="connsiteY9" fmla="*/ 401647 h 6169025"/>
              <a:gd name="connsiteX10" fmla="*/ 2844800 w 2844891"/>
              <a:gd name="connsiteY10" fmla="*/ 5773728 h 6169025"/>
              <a:gd name="connsiteX11" fmla="*/ 2516178 w 2844891"/>
              <a:gd name="connsiteY11" fmla="*/ 6162675 h 6169025"/>
              <a:gd name="connsiteX12" fmla="*/ 338147 w 2844891"/>
              <a:gd name="connsiteY12" fmla="*/ 6169025 h 6169025"/>
              <a:gd name="connsiteX13" fmla="*/ 3175 w 2844891"/>
              <a:gd name="connsiteY13" fmla="*/ 5770553 h 6169025"/>
              <a:gd name="connsiteX14" fmla="*/ 0 w 2844891"/>
              <a:gd name="connsiteY14" fmla="*/ 442922 h 6169025"/>
              <a:gd name="connsiteX0" fmla="*/ 0 w 2844891"/>
              <a:gd name="connsiteY0" fmla="*/ 442922 h 6169025"/>
              <a:gd name="connsiteX1" fmla="*/ 300047 w 2844891"/>
              <a:gd name="connsiteY1" fmla="*/ 6350 h 6169025"/>
              <a:gd name="connsiteX2" fmla="*/ 615949 w 2844891"/>
              <a:gd name="connsiteY2" fmla="*/ 9524 h 6169025"/>
              <a:gd name="connsiteX3" fmla="*/ 619124 w 2844891"/>
              <a:gd name="connsiteY3" fmla="*/ 82550 h 6169025"/>
              <a:gd name="connsiteX4" fmla="*/ 888999 w 2844891"/>
              <a:gd name="connsiteY4" fmla="*/ 254000 h 6169025"/>
              <a:gd name="connsiteX5" fmla="*/ 1670049 w 2844891"/>
              <a:gd name="connsiteY5" fmla="*/ 0 h 6169025"/>
              <a:gd name="connsiteX6" fmla="*/ 2365374 w 2844891"/>
              <a:gd name="connsiteY6" fmla="*/ 333375 h 6169025"/>
              <a:gd name="connsiteX7" fmla="*/ 2263774 w 2844891"/>
              <a:gd name="connsiteY7" fmla="*/ 3174 h 6169025"/>
              <a:gd name="connsiteX8" fmla="*/ 2525703 w 2844891"/>
              <a:gd name="connsiteY8" fmla="*/ 3175 h 6169025"/>
              <a:gd name="connsiteX9" fmla="*/ 2838450 w 2844891"/>
              <a:gd name="connsiteY9" fmla="*/ 401647 h 6169025"/>
              <a:gd name="connsiteX10" fmla="*/ 2844800 w 2844891"/>
              <a:gd name="connsiteY10" fmla="*/ 5773728 h 6169025"/>
              <a:gd name="connsiteX11" fmla="*/ 2516178 w 2844891"/>
              <a:gd name="connsiteY11" fmla="*/ 6162675 h 6169025"/>
              <a:gd name="connsiteX12" fmla="*/ 338147 w 2844891"/>
              <a:gd name="connsiteY12" fmla="*/ 6169025 h 6169025"/>
              <a:gd name="connsiteX13" fmla="*/ 3175 w 2844891"/>
              <a:gd name="connsiteY13" fmla="*/ 5770553 h 6169025"/>
              <a:gd name="connsiteX14" fmla="*/ 0 w 2844891"/>
              <a:gd name="connsiteY14" fmla="*/ 442922 h 6169025"/>
              <a:gd name="connsiteX0" fmla="*/ 0 w 2844891"/>
              <a:gd name="connsiteY0" fmla="*/ 442922 h 6169025"/>
              <a:gd name="connsiteX1" fmla="*/ 300047 w 2844891"/>
              <a:gd name="connsiteY1" fmla="*/ 6350 h 6169025"/>
              <a:gd name="connsiteX2" fmla="*/ 615949 w 2844891"/>
              <a:gd name="connsiteY2" fmla="*/ 9524 h 6169025"/>
              <a:gd name="connsiteX3" fmla="*/ 619124 w 2844891"/>
              <a:gd name="connsiteY3" fmla="*/ 82550 h 6169025"/>
              <a:gd name="connsiteX4" fmla="*/ 888999 w 2844891"/>
              <a:gd name="connsiteY4" fmla="*/ 254000 h 6169025"/>
              <a:gd name="connsiteX5" fmla="*/ 1670049 w 2844891"/>
              <a:gd name="connsiteY5" fmla="*/ 0 h 6169025"/>
              <a:gd name="connsiteX6" fmla="*/ 2232024 w 2844891"/>
              <a:gd name="connsiteY6" fmla="*/ 95250 h 6169025"/>
              <a:gd name="connsiteX7" fmla="*/ 2263774 w 2844891"/>
              <a:gd name="connsiteY7" fmla="*/ 3174 h 6169025"/>
              <a:gd name="connsiteX8" fmla="*/ 2525703 w 2844891"/>
              <a:gd name="connsiteY8" fmla="*/ 3175 h 6169025"/>
              <a:gd name="connsiteX9" fmla="*/ 2838450 w 2844891"/>
              <a:gd name="connsiteY9" fmla="*/ 401647 h 6169025"/>
              <a:gd name="connsiteX10" fmla="*/ 2844800 w 2844891"/>
              <a:gd name="connsiteY10" fmla="*/ 5773728 h 6169025"/>
              <a:gd name="connsiteX11" fmla="*/ 2516178 w 2844891"/>
              <a:gd name="connsiteY11" fmla="*/ 6162675 h 6169025"/>
              <a:gd name="connsiteX12" fmla="*/ 338147 w 2844891"/>
              <a:gd name="connsiteY12" fmla="*/ 6169025 h 6169025"/>
              <a:gd name="connsiteX13" fmla="*/ 3175 w 2844891"/>
              <a:gd name="connsiteY13" fmla="*/ 5770553 h 6169025"/>
              <a:gd name="connsiteX14" fmla="*/ 0 w 2844891"/>
              <a:gd name="connsiteY14" fmla="*/ 442922 h 6169025"/>
              <a:gd name="connsiteX0" fmla="*/ 0 w 2844891"/>
              <a:gd name="connsiteY0" fmla="*/ 442922 h 6169025"/>
              <a:gd name="connsiteX1" fmla="*/ 300047 w 2844891"/>
              <a:gd name="connsiteY1" fmla="*/ 6350 h 6169025"/>
              <a:gd name="connsiteX2" fmla="*/ 615949 w 2844891"/>
              <a:gd name="connsiteY2" fmla="*/ 9524 h 6169025"/>
              <a:gd name="connsiteX3" fmla="*/ 619124 w 2844891"/>
              <a:gd name="connsiteY3" fmla="*/ 82550 h 6169025"/>
              <a:gd name="connsiteX4" fmla="*/ 888999 w 2844891"/>
              <a:gd name="connsiteY4" fmla="*/ 254000 h 6169025"/>
              <a:gd name="connsiteX5" fmla="*/ 1670049 w 2844891"/>
              <a:gd name="connsiteY5" fmla="*/ 0 h 6169025"/>
              <a:gd name="connsiteX6" fmla="*/ 2232024 w 2844891"/>
              <a:gd name="connsiteY6" fmla="*/ 95250 h 6169025"/>
              <a:gd name="connsiteX7" fmla="*/ 2241549 w 2844891"/>
              <a:gd name="connsiteY7" fmla="*/ 6349 h 6169025"/>
              <a:gd name="connsiteX8" fmla="*/ 2525703 w 2844891"/>
              <a:gd name="connsiteY8" fmla="*/ 3175 h 6169025"/>
              <a:gd name="connsiteX9" fmla="*/ 2838450 w 2844891"/>
              <a:gd name="connsiteY9" fmla="*/ 401647 h 6169025"/>
              <a:gd name="connsiteX10" fmla="*/ 2844800 w 2844891"/>
              <a:gd name="connsiteY10" fmla="*/ 5773728 h 6169025"/>
              <a:gd name="connsiteX11" fmla="*/ 2516178 w 2844891"/>
              <a:gd name="connsiteY11" fmla="*/ 6162675 h 6169025"/>
              <a:gd name="connsiteX12" fmla="*/ 338147 w 2844891"/>
              <a:gd name="connsiteY12" fmla="*/ 6169025 h 6169025"/>
              <a:gd name="connsiteX13" fmla="*/ 3175 w 2844891"/>
              <a:gd name="connsiteY13" fmla="*/ 5770553 h 6169025"/>
              <a:gd name="connsiteX14" fmla="*/ 0 w 2844891"/>
              <a:gd name="connsiteY14" fmla="*/ 442922 h 6169025"/>
              <a:gd name="connsiteX0" fmla="*/ 0 w 2844891"/>
              <a:gd name="connsiteY0" fmla="*/ 439747 h 6165850"/>
              <a:gd name="connsiteX1" fmla="*/ 300047 w 2844891"/>
              <a:gd name="connsiteY1" fmla="*/ 3175 h 6165850"/>
              <a:gd name="connsiteX2" fmla="*/ 615949 w 2844891"/>
              <a:gd name="connsiteY2" fmla="*/ 6349 h 6165850"/>
              <a:gd name="connsiteX3" fmla="*/ 619124 w 2844891"/>
              <a:gd name="connsiteY3" fmla="*/ 79375 h 6165850"/>
              <a:gd name="connsiteX4" fmla="*/ 888999 w 2844891"/>
              <a:gd name="connsiteY4" fmla="*/ 250825 h 6165850"/>
              <a:gd name="connsiteX5" fmla="*/ 1809749 w 2844891"/>
              <a:gd name="connsiteY5" fmla="*/ 317500 h 6165850"/>
              <a:gd name="connsiteX6" fmla="*/ 2232024 w 2844891"/>
              <a:gd name="connsiteY6" fmla="*/ 92075 h 6165850"/>
              <a:gd name="connsiteX7" fmla="*/ 2241549 w 2844891"/>
              <a:gd name="connsiteY7" fmla="*/ 3174 h 6165850"/>
              <a:gd name="connsiteX8" fmla="*/ 2525703 w 2844891"/>
              <a:gd name="connsiteY8" fmla="*/ 0 h 6165850"/>
              <a:gd name="connsiteX9" fmla="*/ 2838450 w 2844891"/>
              <a:gd name="connsiteY9" fmla="*/ 398472 h 6165850"/>
              <a:gd name="connsiteX10" fmla="*/ 2844800 w 2844891"/>
              <a:gd name="connsiteY10" fmla="*/ 5770553 h 6165850"/>
              <a:gd name="connsiteX11" fmla="*/ 2516178 w 2844891"/>
              <a:gd name="connsiteY11" fmla="*/ 6159500 h 6165850"/>
              <a:gd name="connsiteX12" fmla="*/ 338147 w 2844891"/>
              <a:gd name="connsiteY12" fmla="*/ 6165850 h 6165850"/>
              <a:gd name="connsiteX13" fmla="*/ 3175 w 2844891"/>
              <a:gd name="connsiteY13" fmla="*/ 5767378 h 6165850"/>
              <a:gd name="connsiteX14" fmla="*/ 0 w 2844891"/>
              <a:gd name="connsiteY14" fmla="*/ 439747 h 6165850"/>
              <a:gd name="connsiteX0" fmla="*/ 0 w 2844891"/>
              <a:gd name="connsiteY0" fmla="*/ 439747 h 6165850"/>
              <a:gd name="connsiteX1" fmla="*/ 300047 w 2844891"/>
              <a:gd name="connsiteY1" fmla="*/ 3175 h 6165850"/>
              <a:gd name="connsiteX2" fmla="*/ 615949 w 2844891"/>
              <a:gd name="connsiteY2" fmla="*/ 6349 h 6165850"/>
              <a:gd name="connsiteX3" fmla="*/ 619124 w 2844891"/>
              <a:gd name="connsiteY3" fmla="*/ 79375 h 6165850"/>
              <a:gd name="connsiteX4" fmla="*/ 888999 w 2844891"/>
              <a:gd name="connsiteY4" fmla="*/ 250825 h 6165850"/>
              <a:gd name="connsiteX5" fmla="*/ 2298699 w 2844891"/>
              <a:gd name="connsiteY5" fmla="*/ 266700 h 6165850"/>
              <a:gd name="connsiteX6" fmla="*/ 2232024 w 2844891"/>
              <a:gd name="connsiteY6" fmla="*/ 92075 h 6165850"/>
              <a:gd name="connsiteX7" fmla="*/ 2241549 w 2844891"/>
              <a:gd name="connsiteY7" fmla="*/ 3174 h 6165850"/>
              <a:gd name="connsiteX8" fmla="*/ 2525703 w 2844891"/>
              <a:gd name="connsiteY8" fmla="*/ 0 h 6165850"/>
              <a:gd name="connsiteX9" fmla="*/ 2838450 w 2844891"/>
              <a:gd name="connsiteY9" fmla="*/ 398472 h 6165850"/>
              <a:gd name="connsiteX10" fmla="*/ 2844800 w 2844891"/>
              <a:gd name="connsiteY10" fmla="*/ 5770553 h 6165850"/>
              <a:gd name="connsiteX11" fmla="*/ 2516178 w 2844891"/>
              <a:gd name="connsiteY11" fmla="*/ 6159500 h 6165850"/>
              <a:gd name="connsiteX12" fmla="*/ 338147 w 2844891"/>
              <a:gd name="connsiteY12" fmla="*/ 6165850 h 6165850"/>
              <a:gd name="connsiteX13" fmla="*/ 3175 w 2844891"/>
              <a:gd name="connsiteY13" fmla="*/ 5767378 h 6165850"/>
              <a:gd name="connsiteX14" fmla="*/ 0 w 2844891"/>
              <a:gd name="connsiteY14" fmla="*/ 439747 h 6165850"/>
              <a:gd name="connsiteX0" fmla="*/ 0 w 2844891"/>
              <a:gd name="connsiteY0" fmla="*/ 439747 h 6165850"/>
              <a:gd name="connsiteX1" fmla="*/ 300047 w 2844891"/>
              <a:gd name="connsiteY1" fmla="*/ 3175 h 6165850"/>
              <a:gd name="connsiteX2" fmla="*/ 615949 w 2844891"/>
              <a:gd name="connsiteY2" fmla="*/ 6349 h 6165850"/>
              <a:gd name="connsiteX3" fmla="*/ 619124 w 2844891"/>
              <a:gd name="connsiteY3" fmla="*/ 79375 h 6165850"/>
              <a:gd name="connsiteX4" fmla="*/ 888999 w 2844891"/>
              <a:gd name="connsiteY4" fmla="*/ 250825 h 6165850"/>
              <a:gd name="connsiteX5" fmla="*/ 1978024 w 2844891"/>
              <a:gd name="connsiteY5" fmla="*/ 241300 h 6165850"/>
              <a:gd name="connsiteX6" fmla="*/ 2232024 w 2844891"/>
              <a:gd name="connsiteY6" fmla="*/ 92075 h 6165850"/>
              <a:gd name="connsiteX7" fmla="*/ 2241549 w 2844891"/>
              <a:gd name="connsiteY7" fmla="*/ 3174 h 6165850"/>
              <a:gd name="connsiteX8" fmla="*/ 2525703 w 2844891"/>
              <a:gd name="connsiteY8" fmla="*/ 0 h 6165850"/>
              <a:gd name="connsiteX9" fmla="*/ 2838450 w 2844891"/>
              <a:gd name="connsiteY9" fmla="*/ 398472 h 6165850"/>
              <a:gd name="connsiteX10" fmla="*/ 2844800 w 2844891"/>
              <a:gd name="connsiteY10" fmla="*/ 5770553 h 6165850"/>
              <a:gd name="connsiteX11" fmla="*/ 2516178 w 2844891"/>
              <a:gd name="connsiteY11" fmla="*/ 6159500 h 6165850"/>
              <a:gd name="connsiteX12" fmla="*/ 338147 w 2844891"/>
              <a:gd name="connsiteY12" fmla="*/ 6165850 h 6165850"/>
              <a:gd name="connsiteX13" fmla="*/ 3175 w 2844891"/>
              <a:gd name="connsiteY13" fmla="*/ 5767378 h 6165850"/>
              <a:gd name="connsiteX14" fmla="*/ 0 w 2844891"/>
              <a:gd name="connsiteY14" fmla="*/ 439747 h 6165850"/>
              <a:gd name="connsiteX0" fmla="*/ 0 w 2844891"/>
              <a:gd name="connsiteY0" fmla="*/ 439747 h 6165850"/>
              <a:gd name="connsiteX1" fmla="*/ 300047 w 2844891"/>
              <a:gd name="connsiteY1" fmla="*/ 3175 h 6165850"/>
              <a:gd name="connsiteX2" fmla="*/ 615949 w 2844891"/>
              <a:gd name="connsiteY2" fmla="*/ 6349 h 6165850"/>
              <a:gd name="connsiteX3" fmla="*/ 619124 w 2844891"/>
              <a:gd name="connsiteY3" fmla="*/ 79375 h 6165850"/>
              <a:gd name="connsiteX4" fmla="*/ 888999 w 2844891"/>
              <a:gd name="connsiteY4" fmla="*/ 250825 h 6165850"/>
              <a:gd name="connsiteX5" fmla="*/ 1978024 w 2844891"/>
              <a:gd name="connsiteY5" fmla="*/ 241300 h 6165850"/>
              <a:gd name="connsiteX6" fmla="*/ 2232024 w 2844891"/>
              <a:gd name="connsiteY6" fmla="*/ 92075 h 6165850"/>
              <a:gd name="connsiteX7" fmla="*/ 2241549 w 2844891"/>
              <a:gd name="connsiteY7" fmla="*/ 3174 h 6165850"/>
              <a:gd name="connsiteX8" fmla="*/ 2525703 w 2844891"/>
              <a:gd name="connsiteY8" fmla="*/ 0 h 6165850"/>
              <a:gd name="connsiteX9" fmla="*/ 2838450 w 2844891"/>
              <a:gd name="connsiteY9" fmla="*/ 398472 h 6165850"/>
              <a:gd name="connsiteX10" fmla="*/ 2844800 w 2844891"/>
              <a:gd name="connsiteY10" fmla="*/ 5770553 h 6165850"/>
              <a:gd name="connsiteX11" fmla="*/ 2516178 w 2844891"/>
              <a:gd name="connsiteY11" fmla="*/ 6159500 h 6165850"/>
              <a:gd name="connsiteX12" fmla="*/ 338147 w 2844891"/>
              <a:gd name="connsiteY12" fmla="*/ 6165850 h 6165850"/>
              <a:gd name="connsiteX13" fmla="*/ 3175 w 2844891"/>
              <a:gd name="connsiteY13" fmla="*/ 5767378 h 6165850"/>
              <a:gd name="connsiteX14" fmla="*/ 0 w 2844891"/>
              <a:gd name="connsiteY14" fmla="*/ 439747 h 6165850"/>
              <a:gd name="connsiteX0" fmla="*/ 0 w 2844891"/>
              <a:gd name="connsiteY0" fmla="*/ 439747 h 6165850"/>
              <a:gd name="connsiteX1" fmla="*/ 300047 w 2844891"/>
              <a:gd name="connsiteY1" fmla="*/ 3175 h 6165850"/>
              <a:gd name="connsiteX2" fmla="*/ 615949 w 2844891"/>
              <a:gd name="connsiteY2" fmla="*/ 6349 h 6165850"/>
              <a:gd name="connsiteX3" fmla="*/ 619124 w 2844891"/>
              <a:gd name="connsiteY3" fmla="*/ 79375 h 6165850"/>
              <a:gd name="connsiteX4" fmla="*/ 888999 w 2844891"/>
              <a:gd name="connsiteY4" fmla="*/ 250825 h 6165850"/>
              <a:gd name="connsiteX5" fmla="*/ 1978024 w 2844891"/>
              <a:gd name="connsiteY5" fmla="*/ 241300 h 6165850"/>
              <a:gd name="connsiteX6" fmla="*/ 2241549 w 2844891"/>
              <a:gd name="connsiteY6" fmla="*/ 3174 h 6165850"/>
              <a:gd name="connsiteX7" fmla="*/ 2525703 w 2844891"/>
              <a:gd name="connsiteY7" fmla="*/ 0 h 6165850"/>
              <a:gd name="connsiteX8" fmla="*/ 2838450 w 2844891"/>
              <a:gd name="connsiteY8" fmla="*/ 398472 h 6165850"/>
              <a:gd name="connsiteX9" fmla="*/ 2844800 w 2844891"/>
              <a:gd name="connsiteY9" fmla="*/ 5770553 h 6165850"/>
              <a:gd name="connsiteX10" fmla="*/ 2516178 w 2844891"/>
              <a:gd name="connsiteY10" fmla="*/ 6159500 h 6165850"/>
              <a:gd name="connsiteX11" fmla="*/ 338147 w 2844891"/>
              <a:gd name="connsiteY11" fmla="*/ 6165850 h 6165850"/>
              <a:gd name="connsiteX12" fmla="*/ 3175 w 2844891"/>
              <a:gd name="connsiteY12" fmla="*/ 5767378 h 6165850"/>
              <a:gd name="connsiteX13" fmla="*/ 0 w 2844891"/>
              <a:gd name="connsiteY13" fmla="*/ 439747 h 6165850"/>
              <a:gd name="connsiteX0" fmla="*/ 0 w 2844891"/>
              <a:gd name="connsiteY0" fmla="*/ 439747 h 6165850"/>
              <a:gd name="connsiteX1" fmla="*/ 300047 w 2844891"/>
              <a:gd name="connsiteY1" fmla="*/ 3175 h 6165850"/>
              <a:gd name="connsiteX2" fmla="*/ 615949 w 2844891"/>
              <a:gd name="connsiteY2" fmla="*/ 6349 h 6165850"/>
              <a:gd name="connsiteX3" fmla="*/ 619124 w 2844891"/>
              <a:gd name="connsiteY3" fmla="*/ 79375 h 6165850"/>
              <a:gd name="connsiteX4" fmla="*/ 888999 w 2844891"/>
              <a:gd name="connsiteY4" fmla="*/ 250825 h 6165850"/>
              <a:gd name="connsiteX5" fmla="*/ 1978024 w 2844891"/>
              <a:gd name="connsiteY5" fmla="*/ 241300 h 6165850"/>
              <a:gd name="connsiteX6" fmla="*/ 2241549 w 2844891"/>
              <a:gd name="connsiteY6" fmla="*/ 3174 h 6165850"/>
              <a:gd name="connsiteX7" fmla="*/ 2525703 w 2844891"/>
              <a:gd name="connsiteY7" fmla="*/ 0 h 6165850"/>
              <a:gd name="connsiteX8" fmla="*/ 2838450 w 2844891"/>
              <a:gd name="connsiteY8" fmla="*/ 398472 h 6165850"/>
              <a:gd name="connsiteX9" fmla="*/ 2844800 w 2844891"/>
              <a:gd name="connsiteY9" fmla="*/ 5770553 h 6165850"/>
              <a:gd name="connsiteX10" fmla="*/ 2516178 w 2844891"/>
              <a:gd name="connsiteY10" fmla="*/ 6159500 h 6165850"/>
              <a:gd name="connsiteX11" fmla="*/ 338147 w 2844891"/>
              <a:gd name="connsiteY11" fmla="*/ 6165850 h 6165850"/>
              <a:gd name="connsiteX12" fmla="*/ 3175 w 2844891"/>
              <a:gd name="connsiteY12" fmla="*/ 5767378 h 6165850"/>
              <a:gd name="connsiteX13" fmla="*/ 0 w 2844891"/>
              <a:gd name="connsiteY13" fmla="*/ 439747 h 6165850"/>
              <a:gd name="connsiteX0" fmla="*/ 0 w 2844891"/>
              <a:gd name="connsiteY0" fmla="*/ 439747 h 6165850"/>
              <a:gd name="connsiteX1" fmla="*/ 300047 w 2844891"/>
              <a:gd name="connsiteY1" fmla="*/ 3175 h 6165850"/>
              <a:gd name="connsiteX2" fmla="*/ 615949 w 2844891"/>
              <a:gd name="connsiteY2" fmla="*/ 6349 h 6165850"/>
              <a:gd name="connsiteX3" fmla="*/ 619124 w 2844891"/>
              <a:gd name="connsiteY3" fmla="*/ 79375 h 6165850"/>
              <a:gd name="connsiteX4" fmla="*/ 888999 w 2844891"/>
              <a:gd name="connsiteY4" fmla="*/ 250825 h 6165850"/>
              <a:gd name="connsiteX5" fmla="*/ 1978024 w 2844891"/>
              <a:gd name="connsiteY5" fmla="*/ 241300 h 6165850"/>
              <a:gd name="connsiteX6" fmla="*/ 2241549 w 2844891"/>
              <a:gd name="connsiteY6" fmla="*/ 3174 h 6165850"/>
              <a:gd name="connsiteX7" fmla="*/ 2525703 w 2844891"/>
              <a:gd name="connsiteY7" fmla="*/ 0 h 6165850"/>
              <a:gd name="connsiteX8" fmla="*/ 2838450 w 2844891"/>
              <a:gd name="connsiteY8" fmla="*/ 398472 h 6165850"/>
              <a:gd name="connsiteX9" fmla="*/ 2844800 w 2844891"/>
              <a:gd name="connsiteY9" fmla="*/ 5770553 h 6165850"/>
              <a:gd name="connsiteX10" fmla="*/ 2516178 w 2844891"/>
              <a:gd name="connsiteY10" fmla="*/ 6159500 h 6165850"/>
              <a:gd name="connsiteX11" fmla="*/ 338147 w 2844891"/>
              <a:gd name="connsiteY11" fmla="*/ 6165850 h 6165850"/>
              <a:gd name="connsiteX12" fmla="*/ 3175 w 2844891"/>
              <a:gd name="connsiteY12" fmla="*/ 5767378 h 6165850"/>
              <a:gd name="connsiteX13" fmla="*/ 0 w 2844891"/>
              <a:gd name="connsiteY13" fmla="*/ 439747 h 6165850"/>
              <a:gd name="connsiteX0" fmla="*/ 0 w 2844891"/>
              <a:gd name="connsiteY0" fmla="*/ 439747 h 6165850"/>
              <a:gd name="connsiteX1" fmla="*/ 300047 w 2844891"/>
              <a:gd name="connsiteY1" fmla="*/ 3175 h 6165850"/>
              <a:gd name="connsiteX2" fmla="*/ 615949 w 2844891"/>
              <a:gd name="connsiteY2" fmla="*/ 6349 h 6165850"/>
              <a:gd name="connsiteX3" fmla="*/ 619124 w 2844891"/>
              <a:gd name="connsiteY3" fmla="*/ 79375 h 6165850"/>
              <a:gd name="connsiteX4" fmla="*/ 822324 w 2844891"/>
              <a:gd name="connsiteY4" fmla="*/ 231775 h 6165850"/>
              <a:gd name="connsiteX5" fmla="*/ 1978024 w 2844891"/>
              <a:gd name="connsiteY5" fmla="*/ 241300 h 6165850"/>
              <a:gd name="connsiteX6" fmla="*/ 2241549 w 2844891"/>
              <a:gd name="connsiteY6" fmla="*/ 3174 h 6165850"/>
              <a:gd name="connsiteX7" fmla="*/ 2525703 w 2844891"/>
              <a:gd name="connsiteY7" fmla="*/ 0 h 6165850"/>
              <a:gd name="connsiteX8" fmla="*/ 2838450 w 2844891"/>
              <a:gd name="connsiteY8" fmla="*/ 398472 h 6165850"/>
              <a:gd name="connsiteX9" fmla="*/ 2844800 w 2844891"/>
              <a:gd name="connsiteY9" fmla="*/ 5770553 h 6165850"/>
              <a:gd name="connsiteX10" fmla="*/ 2516178 w 2844891"/>
              <a:gd name="connsiteY10" fmla="*/ 6159500 h 6165850"/>
              <a:gd name="connsiteX11" fmla="*/ 338147 w 2844891"/>
              <a:gd name="connsiteY11" fmla="*/ 6165850 h 6165850"/>
              <a:gd name="connsiteX12" fmla="*/ 3175 w 2844891"/>
              <a:gd name="connsiteY12" fmla="*/ 5767378 h 6165850"/>
              <a:gd name="connsiteX13" fmla="*/ 0 w 2844891"/>
              <a:gd name="connsiteY13" fmla="*/ 439747 h 6165850"/>
              <a:gd name="connsiteX0" fmla="*/ 0 w 2844891"/>
              <a:gd name="connsiteY0" fmla="*/ 439747 h 6165850"/>
              <a:gd name="connsiteX1" fmla="*/ 300047 w 2844891"/>
              <a:gd name="connsiteY1" fmla="*/ 3175 h 6165850"/>
              <a:gd name="connsiteX2" fmla="*/ 615949 w 2844891"/>
              <a:gd name="connsiteY2" fmla="*/ 6349 h 6165850"/>
              <a:gd name="connsiteX3" fmla="*/ 619124 w 2844891"/>
              <a:gd name="connsiteY3" fmla="*/ 79375 h 6165850"/>
              <a:gd name="connsiteX4" fmla="*/ 822324 w 2844891"/>
              <a:gd name="connsiteY4" fmla="*/ 231775 h 6165850"/>
              <a:gd name="connsiteX5" fmla="*/ 1978024 w 2844891"/>
              <a:gd name="connsiteY5" fmla="*/ 241300 h 6165850"/>
              <a:gd name="connsiteX6" fmla="*/ 2241549 w 2844891"/>
              <a:gd name="connsiteY6" fmla="*/ 3174 h 6165850"/>
              <a:gd name="connsiteX7" fmla="*/ 2525703 w 2844891"/>
              <a:gd name="connsiteY7" fmla="*/ 0 h 6165850"/>
              <a:gd name="connsiteX8" fmla="*/ 2838450 w 2844891"/>
              <a:gd name="connsiteY8" fmla="*/ 398472 h 6165850"/>
              <a:gd name="connsiteX9" fmla="*/ 2844800 w 2844891"/>
              <a:gd name="connsiteY9" fmla="*/ 5770553 h 6165850"/>
              <a:gd name="connsiteX10" fmla="*/ 2516178 w 2844891"/>
              <a:gd name="connsiteY10" fmla="*/ 6159500 h 6165850"/>
              <a:gd name="connsiteX11" fmla="*/ 338147 w 2844891"/>
              <a:gd name="connsiteY11" fmla="*/ 6165850 h 6165850"/>
              <a:gd name="connsiteX12" fmla="*/ 3175 w 2844891"/>
              <a:gd name="connsiteY12" fmla="*/ 5767378 h 6165850"/>
              <a:gd name="connsiteX13" fmla="*/ 0 w 2844891"/>
              <a:gd name="connsiteY13" fmla="*/ 439747 h 6165850"/>
              <a:gd name="connsiteX0" fmla="*/ 0 w 2844891"/>
              <a:gd name="connsiteY0" fmla="*/ 439747 h 6165850"/>
              <a:gd name="connsiteX1" fmla="*/ 300047 w 2844891"/>
              <a:gd name="connsiteY1" fmla="*/ 3175 h 6165850"/>
              <a:gd name="connsiteX2" fmla="*/ 615949 w 2844891"/>
              <a:gd name="connsiteY2" fmla="*/ 6349 h 6165850"/>
              <a:gd name="connsiteX3" fmla="*/ 822324 w 2844891"/>
              <a:gd name="connsiteY3" fmla="*/ 231775 h 6165850"/>
              <a:gd name="connsiteX4" fmla="*/ 1978024 w 2844891"/>
              <a:gd name="connsiteY4" fmla="*/ 241300 h 6165850"/>
              <a:gd name="connsiteX5" fmla="*/ 2241549 w 2844891"/>
              <a:gd name="connsiteY5" fmla="*/ 3174 h 6165850"/>
              <a:gd name="connsiteX6" fmla="*/ 2525703 w 2844891"/>
              <a:gd name="connsiteY6" fmla="*/ 0 h 6165850"/>
              <a:gd name="connsiteX7" fmla="*/ 2838450 w 2844891"/>
              <a:gd name="connsiteY7" fmla="*/ 398472 h 6165850"/>
              <a:gd name="connsiteX8" fmla="*/ 2844800 w 2844891"/>
              <a:gd name="connsiteY8" fmla="*/ 5770553 h 6165850"/>
              <a:gd name="connsiteX9" fmla="*/ 2516178 w 2844891"/>
              <a:gd name="connsiteY9" fmla="*/ 6159500 h 6165850"/>
              <a:gd name="connsiteX10" fmla="*/ 338147 w 2844891"/>
              <a:gd name="connsiteY10" fmla="*/ 6165850 h 6165850"/>
              <a:gd name="connsiteX11" fmla="*/ 3175 w 2844891"/>
              <a:gd name="connsiteY11" fmla="*/ 5767378 h 6165850"/>
              <a:gd name="connsiteX12" fmla="*/ 0 w 2844891"/>
              <a:gd name="connsiteY12" fmla="*/ 439747 h 6165850"/>
              <a:gd name="connsiteX0" fmla="*/ 0 w 2844891"/>
              <a:gd name="connsiteY0" fmla="*/ 439747 h 6165850"/>
              <a:gd name="connsiteX1" fmla="*/ 300047 w 2844891"/>
              <a:gd name="connsiteY1" fmla="*/ 3175 h 6165850"/>
              <a:gd name="connsiteX2" fmla="*/ 615949 w 2844891"/>
              <a:gd name="connsiteY2" fmla="*/ 6349 h 6165850"/>
              <a:gd name="connsiteX3" fmla="*/ 822324 w 2844891"/>
              <a:gd name="connsiteY3" fmla="*/ 231775 h 6165850"/>
              <a:gd name="connsiteX4" fmla="*/ 1978024 w 2844891"/>
              <a:gd name="connsiteY4" fmla="*/ 241300 h 6165850"/>
              <a:gd name="connsiteX5" fmla="*/ 2241549 w 2844891"/>
              <a:gd name="connsiteY5" fmla="*/ 3174 h 6165850"/>
              <a:gd name="connsiteX6" fmla="*/ 2525703 w 2844891"/>
              <a:gd name="connsiteY6" fmla="*/ 0 h 6165850"/>
              <a:gd name="connsiteX7" fmla="*/ 2838450 w 2844891"/>
              <a:gd name="connsiteY7" fmla="*/ 398472 h 6165850"/>
              <a:gd name="connsiteX8" fmla="*/ 2844800 w 2844891"/>
              <a:gd name="connsiteY8" fmla="*/ 5770553 h 6165850"/>
              <a:gd name="connsiteX9" fmla="*/ 2516178 w 2844891"/>
              <a:gd name="connsiteY9" fmla="*/ 6159500 h 6165850"/>
              <a:gd name="connsiteX10" fmla="*/ 338147 w 2844891"/>
              <a:gd name="connsiteY10" fmla="*/ 6165850 h 6165850"/>
              <a:gd name="connsiteX11" fmla="*/ 3175 w 2844891"/>
              <a:gd name="connsiteY11" fmla="*/ 5767378 h 6165850"/>
              <a:gd name="connsiteX12" fmla="*/ 0 w 2844891"/>
              <a:gd name="connsiteY12" fmla="*/ 439747 h 6165850"/>
              <a:gd name="connsiteX0" fmla="*/ 0 w 2844891"/>
              <a:gd name="connsiteY0" fmla="*/ 439747 h 6165850"/>
              <a:gd name="connsiteX1" fmla="*/ 300047 w 2844891"/>
              <a:gd name="connsiteY1" fmla="*/ 3175 h 6165850"/>
              <a:gd name="connsiteX2" fmla="*/ 615949 w 2844891"/>
              <a:gd name="connsiteY2" fmla="*/ 6349 h 6165850"/>
              <a:gd name="connsiteX3" fmla="*/ 822324 w 2844891"/>
              <a:gd name="connsiteY3" fmla="*/ 231775 h 6165850"/>
              <a:gd name="connsiteX4" fmla="*/ 1978024 w 2844891"/>
              <a:gd name="connsiteY4" fmla="*/ 241300 h 6165850"/>
              <a:gd name="connsiteX5" fmla="*/ 2241549 w 2844891"/>
              <a:gd name="connsiteY5" fmla="*/ 3174 h 6165850"/>
              <a:gd name="connsiteX6" fmla="*/ 2525703 w 2844891"/>
              <a:gd name="connsiteY6" fmla="*/ 0 h 6165850"/>
              <a:gd name="connsiteX7" fmla="*/ 2838450 w 2844891"/>
              <a:gd name="connsiteY7" fmla="*/ 398472 h 6165850"/>
              <a:gd name="connsiteX8" fmla="*/ 2844800 w 2844891"/>
              <a:gd name="connsiteY8" fmla="*/ 5770553 h 6165850"/>
              <a:gd name="connsiteX9" fmla="*/ 2516178 w 2844891"/>
              <a:gd name="connsiteY9" fmla="*/ 6159500 h 6165850"/>
              <a:gd name="connsiteX10" fmla="*/ 338147 w 2844891"/>
              <a:gd name="connsiteY10" fmla="*/ 6165850 h 6165850"/>
              <a:gd name="connsiteX11" fmla="*/ 3175 w 2844891"/>
              <a:gd name="connsiteY11" fmla="*/ 5767378 h 6165850"/>
              <a:gd name="connsiteX12" fmla="*/ 0 w 2844891"/>
              <a:gd name="connsiteY12" fmla="*/ 439747 h 6165850"/>
              <a:gd name="connsiteX0" fmla="*/ 0 w 2844891"/>
              <a:gd name="connsiteY0" fmla="*/ 439747 h 6165850"/>
              <a:gd name="connsiteX1" fmla="*/ 300047 w 2844891"/>
              <a:gd name="connsiteY1" fmla="*/ 3175 h 6165850"/>
              <a:gd name="connsiteX2" fmla="*/ 625474 w 2844891"/>
              <a:gd name="connsiteY2" fmla="*/ 6349 h 6165850"/>
              <a:gd name="connsiteX3" fmla="*/ 822324 w 2844891"/>
              <a:gd name="connsiteY3" fmla="*/ 231775 h 6165850"/>
              <a:gd name="connsiteX4" fmla="*/ 1978024 w 2844891"/>
              <a:gd name="connsiteY4" fmla="*/ 241300 h 6165850"/>
              <a:gd name="connsiteX5" fmla="*/ 2241549 w 2844891"/>
              <a:gd name="connsiteY5" fmla="*/ 3174 h 6165850"/>
              <a:gd name="connsiteX6" fmla="*/ 2525703 w 2844891"/>
              <a:gd name="connsiteY6" fmla="*/ 0 h 6165850"/>
              <a:gd name="connsiteX7" fmla="*/ 2838450 w 2844891"/>
              <a:gd name="connsiteY7" fmla="*/ 398472 h 6165850"/>
              <a:gd name="connsiteX8" fmla="*/ 2844800 w 2844891"/>
              <a:gd name="connsiteY8" fmla="*/ 5770553 h 6165850"/>
              <a:gd name="connsiteX9" fmla="*/ 2516178 w 2844891"/>
              <a:gd name="connsiteY9" fmla="*/ 6159500 h 6165850"/>
              <a:gd name="connsiteX10" fmla="*/ 338147 w 2844891"/>
              <a:gd name="connsiteY10" fmla="*/ 6165850 h 6165850"/>
              <a:gd name="connsiteX11" fmla="*/ 3175 w 2844891"/>
              <a:gd name="connsiteY11" fmla="*/ 5767378 h 6165850"/>
              <a:gd name="connsiteX12" fmla="*/ 0 w 2844891"/>
              <a:gd name="connsiteY12" fmla="*/ 439747 h 6165850"/>
              <a:gd name="connsiteX0" fmla="*/ 0 w 2844891"/>
              <a:gd name="connsiteY0" fmla="*/ 439747 h 6165850"/>
              <a:gd name="connsiteX1" fmla="*/ 300047 w 2844891"/>
              <a:gd name="connsiteY1" fmla="*/ 3175 h 6165850"/>
              <a:gd name="connsiteX2" fmla="*/ 625474 w 2844891"/>
              <a:gd name="connsiteY2" fmla="*/ 6349 h 6165850"/>
              <a:gd name="connsiteX3" fmla="*/ 869949 w 2844891"/>
              <a:gd name="connsiteY3" fmla="*/ 238125 h 6165850"/>
              <a:gd name="connsiteX4" fmla="*/ 1978024 w 2844891"/>
              <a:gd name="connsiteY4" fmla="*/ 241300 h 6165850"/>
              <a:gd name="connsiteX5" fmla="*/ 2241549 w 2844891"/>
              <a:gd name="connsiteY5" fmla="*/ 3174 h 6165850"/>
              <a:gd name="connsiteX6" fmla="*/ 2525703 w 2844891"/>
              <a:gd name="connsiteY6" fmla="*/ 0 h 6165850"/>
              <a:gd name="connsiteX7" fmla="*/ 2838450 w 2844891"/>
              <a:gd name="connsiteY7" fmla="*/ 398472 h 6165850"/>
              <a:gd name="connsiteX8" fmla="*/ 2844800 w 2844891"/>
              <a:gd name="connsiteY8" fmla="*/ 5770553 h 6165850"/>
              <a:gd name="connsiteX9" fmla="*/ 2516178 w 2844891"/>
              <a:gd name="connsiteY9" fmla="*/ 6159500 h 6165850"/>
              <a:gd name="connsiteX10" fmla="*/ 338147 w 2844891"/>
              <a:gd name="connsiteY10" fmla="*/ 6165850 h 6165850"/>
              <a:gd name="connsiteX11" fmla="*/ 3175 w 2844891"/>
              <a:gd name="connsiteY11" fmla="*/ 5767378 h 6165850"/>
              <a:gd name="connsiteX12" fmla="*/ 0 w 2844891"/>
              <a:gd name="connsiteY12" fmla="*/ 439747 h 6165850"/>
              <a:gd name="connsiteX0" fmla="*/ 0 w 2844891"/>
              <a:gd name="connsiteY0" fmla="*/ 439747 h 6165850"/>
              <a:gd name="connsiteX1" fmla="*/ 300047 w 2844891"/>
              <a:gd name="connsiteY1" fmla="*/ 3175 h 6165850"/>
              <a:gd name="connsiteX2" fmla="*/ 625474 w 2844891"/>
              <a:gd name="connsiteY2" fmla="*/ 6349 h 6165850"/>
              <a:gd name="connsiteX3" fmla="*/ 869949 w 2844891"/>
              <a:gd name="connsiteY3" fmla="*/ 238125 h 6165850"/>
              <a:gd name="connsiteX4" fmla="*/ 1987549 w 2844891"/>
              <a:gd name="connsiteY4" fmla="*/ 238125 h 6165850"/>
              <a:gd name="connsiteX5" fmla="*/ 2241549 w 2844891"/>
              <a:gd name="connsiteY5" fmla="*/ 3174 h 6165850"/>
              <a:gd name="connsiteX6" fmla="*/ 2525703 w 2844891"/>
              <a:gd name="connsiteY6" fmla="*/ 0 h 6165850"/>
              <a:gd name="connsiteX7" fmla="*/ 2838450 w 2844891"/>
              <a:gd name="connsiteY7" fmla="*/ 398472 h 6165850"/>
              <a:gd name="connsiteX8" fmla="*/ 2844800 w 2844891"/>
              <a:gd name="connsiteY8" fmla="*/ 5770553 h 6165850"/>
              <a:gd name="connsiteX9" fmla="*/ 2516178 w 2844891"/>
              <a:gd name="connsiteY9" fmla="*/ 6159500 h 6165850"/>
              <a:gd name="connsiteX10" fmla="*/ 338147 w 2844891"/>
              <a:gd name="connsiteY10" fmla="*/ 6165850 h 6165850"/>
              <a:gd name="connsiteX11" fmla="*/ 3175 w 2844891"/>
              <a:gd name="connsiteY11" fmla="*/ 5767378 h 6165850"/>
              <a:gd name="connsiteX12" fmla="*/ 0 w 2844891"/>
              <a:gd name="connsiteY12" fmla="*/ 439747 h 6165850"/>
              <a:gd name="connsiteX0" fmla="*/ 0 w 2847975"/>
              <a:gd name="connsiteY0" fmla="*/ 439747 h 6165850"/>
              <a:gd name="connsiteX1" fmla="*/ 300047 w 2847975"/>
              <a:gd name="connsiteY1" fmla="*/ 3175 h 6165850"/>
              <a:gd name="connsiteX2" fmla="*/ 625474 w 2847975"/>
              <a:gd name="connsiteY2" fmla="*/ 6349 h 6165850"/>
              <a:gd name="connsiteX3" fmla="*/ 869949 w 2847975"/>
              <a:gd name="connsiteY3" fmla="*/ 238125 h 6165850"/>
              <a:gd name="connsiteX4" fmla="*/ 1987549 w 2847975"/>
              <a:gd name="connsiteY4" fmla="*/ 238125 h 6165850"/>
              <a:gd name="connsiteX5" fmla="*/ 2241549 w 2847975"/>
              <a:gd name="connsiteY5" fmla="*/ 3174 h 6165850"/>
              <a:gd name="connsiteX6" fmla="*/ 2525703 w 2847975"/>
              <a:gd name="connsiteY6" fmla="*/ 0 h 6165850"/>
              <a:gd name="connsiteX7" fmla="*/ 2847975 w 2847975"/>
              <a:gd name="connsiteY7" fmla="*/ 392122 h 6165850"/>
              <a:gd name="connsiteX8" fmla="*/ 2844800 w 2847975"/>
              <a:gd name="connsiteY8" fmla="*/ 5770553 h 6165850"/>
              <a:gd name="connsiteX9" fmla="*/ 2516178 w 2847975"/>
              <a:gd name="connsiteY9" fmla="*/ 6159500 h 6165850"/>
              <a:gd name="connsiteX10" fmla="*/ 338147 w 2847975"/>
              <a:gd name="connsiteY10" fmla="*/ 6165850 h 6165850"/>
              <a:gd name="connsiteX11" fmla="*/ 3175 w 2847975"/>
              <a:gd name="connsiteY11" fmla="*/ 5767378 h 6165850"/>
              <a:gd name="connsiteX12" fmla="*/ 0 w 2847975"/>
              <a:gd name="connsiteY12" fmla="*/ 439747 h 6165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847975" h="6165850">
                <a:moveTo>
                  <a:pt x="0" y="439747"/>
                </a:moveTo>
                <a:cubicBezTo>
                  <a:pt x="0" y="179346"/>
                  <a:pt x="39646" y="3175"/>
                  <a:pt x="300047" y="3175"/>
                </a:cubicBezTo>
                <a:lnTo>
                  <a:pt x="625474" y="6349"/>
                </a:lnTo>
                <a:cubicBezTo>
                  <a:pt x="624416" y="-4234"/>
                  <a:pt x="594782" y="258233"/>
                  <a:pt x="869949" y="238125"/>
                </a:cubicBezTo>
                <a:lnTo>
                  <a:pt x="1987549" y="238125"/>
                </a:lnTo>
                <a:cubicBezTo>
                  <a:pt x="2273299" y="250825"/>
                  <a:pt x="2255044" y="-4234"/>
                  <a:pt x="2241549" y="3174"/>
                </a:cubicBezTo>
                <a:lnTo>
                  <a:pt x="2525703" y="0"/>
                </a:lnTo>
                <a:cubicBezTo>
                  <a:pt x="2786104" y="0"/>
                  <a:pt x="2847975" y="131721"/>
                  <a:pt x="2847975" y="392122"/>
                </a:cubicBezTo>
                <a:cubicBezTo>
                  <a:pt x="2846917" y="2155299"/>
                  <a:pt x="2845858" y="4007376"/>
                  <a:pt x="2844800" y="5770553"/>
                </a:cubicBezTo>
                <a:cubicBezTo>
                  <a:pt x="2844800" y="6030954"/>
                  <a:pt x="2776579" y="6159500"/>
                  <a:pt x="2516178" y="6159500"/>
                </a:cubicBezTo>
                <a:lnTo>
                  <a:pt x="338147" y="6165850"/>
                </a:lnTo>
                <a:cubicBezTo>
                  <a:pt x="77746" y="6165850"/>
                  <a:pt x="3175" y="6027779"/>
                  <a:pt x="3175" y="5767378"/>
                </a:cubicBezTo>
                <a:cubicBezTo>
                  <a:pt x="1058" y="4017959"/>
                  <a:pt x="2117" y="2189166"/>
                  <a:pt x="0" y="439747"/>
                </a:cubicBezTo>
                <a:close/>
              </a:path>
            </a:pathLst>
          </a:custGeom>
          <a:noFill/>
        </p:spPr>
        <p:txBody>
          <a:bodyPr/>
          <a:lstStyle>
            <a:lvl1pPr marL="0" indent="0">
              <a:buNone/>
              <a:defRPr/>
            </a:lvl1pPr>
          </a:lstStyle>
          <a:p>
            <a:endParaRPr lang="en-US" dirty="0"/>
          </a:p>
        </p:txBody>
      </p:sp>
      <p:sp>
        <p:nvSpPr>
          <p:cNvPr id="17" name="Text Placeholder 16">
            <a:extLst>
              <a:ext uri="{FF2B5EF4-FFF2-40B4-BE49-F238E27FC236}">
                <a16:creationId xmlns:a16="http://schemas.microsoft.com/office/drawing/2014/main" id="{B22910CE-00C0-B516-B46B-0BB6F3169F31}"/>
              </a:ext>
            </a:extLst>
          </p:cNvPr>
          <p:cNvSpPr>
            <a:spLocks noGrp="1"/>
          </p:cNvSpPr>
          <p:nvPr>
            <p:ph type="body" sz="quarter" idx="14" hasCustomPrompt="1"/>
          </p:nvPr>
        </p:nvSpPr>
        <p:spPr>
          <a:xfrm>
            <a:off x="12780963" y="2547938"/>
            <a:ext cx="4389120" cy="6443662"/>
          </a:xfrm>
        </p:spPr>
        <p:txBody>
          <a:bodyPr/>
          <a:lstStyle>
            <a:lvl1pPr marL="0" indent="0">
              <a:lnSpc>
                <a:spcPct val="150000"/>
              </a:lnSpc>
              <a:spcBef>
                <a:spcPts val="1000"/>
              </a:spcBef>
              <a:buNone/>
              <a:defRPr sz="1800">
                <a:solidFill>
                  <a:schemeClr val="tx2"/>
                </a:solidFill>
              </a:defRPr>
            </a:lvl1pPr>
          </a:lstStyle>
          <a:p>
            <a:pPr lvl="0"/>
            <a:r>
              <a:rPr lang="en-US" dirty="0"/>
              <a:t>Click to edit Master text styles </a:t>
            </a:r>
          </a:p>
        </p:txBody>
      </p:sp>
      <p:cxnSp>
        <p:nvCxnSpPr>
          <p:cNvPr id="5" name="Straight Connector 4">
            <a:extLst>
              <a:ext uri="{FF2B5EF4-FFF2-40B4-BE49-F238E27FC236}">
                <a16:creationId xmlns:a16="http://schemas.microsoft.com/office/drawing/2014/main" id="{95C20E21-4F7B-458F-37EE-814761C11212}"/>
              </a:ext>
            </a:extLst>
          </p:cNvPr>
          <p:cNvCxnSpPr/>
          <p:nvPr userDrawn="1"/>
        </p:nvCxnSpPr>
        <p:spPr>
          <a:xfrm>
            <a:off x="793683" y="2119302"/>
            <a:ext cx="807260" cy="0"/>
          </a:xfrm>
          <a:prstGeom prst="line">
            <a:avLst/>
          </a:prstGeom>
          <a:ln w="47625">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0510547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15_3_Laptop">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2C0F85-796C-B065-8DA8-0B280576D9B8}"/>
              </a:ext>
            </a:extLst>
          </p:cNvPr>
          <p:cNvSpPr>
            <a:spLocks noGrp="1"/>
          </p:cNvSpPr>
          <p:nvPr>
            <p:ph type="title"/>
          </p:nvPr>
        </p:nvSpPr>
        <p:spPr/>
        <p:txBody>
          <a:bodyPr/>
          <a:lstStyle>
            <a:lvl1pPr algn="ctr">
              <a:defRPr/>
            </a:lvl1pPr>
          </a:lstStyle>
          <a:p>
            <a:r>
              <a:rPr lang="en-US" dirty="0"/>
              <a:t>Click to edit Master title style</a:t>
            </a:r>
          </a:p>
        </p:txBody>
      </p:sp>
      <p:sp>
        <p:nvSpPr>
          <p:cNvPr id="3" name="Slide Number Placeholder 2">
            <a:extLst>
              <a:ext uri="{FF2B5EF4-FFF2-40B4-BE49-F238E27FC236}">
                <a16:creationId xmlns:a16="http://schemas.microsoft.com/office/drawing/2014/main" id="{7EE2CEEC-4C12-356F-239D-B5CA8E13FAE0}"/>
              </a:ext>
            </a:extLst>
          </p:cNvPr>
          <p:cNvSpPr>
            <a:spLocks noGrp="1"/>
          </p:cNvSpPr>
          <p:nvPr>
            <p:ph type="sldNum" sz="quarter" idx="10"/>
          </p:nvPr>
        </p:nvSpPr>
        <p:spPr/>
        <p:txBody>
          <a:bodyPr/>
          <a:lstStyle/>
          <a:p>
            <a:fld id="{8CC5BBF2-D04D-C048-9F75-C3CD7CC10D78}" type="slidenum">
              <a:rPr lang="en-US" smtClean="0"/>
              <a:pPr/>
              <a:t>‹#›</a:t>
            </a:fld>
            <a:endParaRPr lang="en-US" dirty="0"/>
          </a:p>
        </p:txBody>
      </p:sp>
      <p:pic>
        <p:nvPicPr>
          <p:cNvPr id="6" name="Picture 5" descr="A computer with a blank screen&#10;&#10;Description automatically generated">
            <a:extLst>
              <a:ext uri="{FF2B5EF4-FFF2-40B4-BE49-F238E27FC236}">
                <a16:creationId xmlns:a16="http://schemas.microsoft.com/office/drawing/2014/main" id="{62B095E9-CE16-BCF3-5EBF-4B42A1BAB06A}"/>
              </a:ext>
            </a:extLst>
          </p:cNvPr>
          <p:cNvPicPr>
            <a:picLocks noChangeAspect="1"/>
          </p:cNvPicPr>
          <p:nvPr userDrawn="1"/>
        </p:nvPicPr>
        <p:blipFill>
          <a:blip r:embed="rId2"/>
          <a:stretch>
            <a:fillRect/>
          </a:stretch>
        </p:blipFill>
        <p:spPr>
          <a:xfrm>
            <a:off x="3095709" y="2413948"/>
            <a:ext cx="12019351" cy="6844352"/>
          </a:xfrm>
          <a:prstGeom prst="rect">
            <a:avLst/>
          </a:prstGeom>
        </p:spPr>
      </p:pic>
      <p:sp>
        <p:nvSpPr>
          <p:cNvPr id="8" name="Picture Placeholder 7">
            <a:extLst>
              <a:ext uri="{FF2B5EF4-FFF2-40B4-BE49-F238E27FC236}">
                <a16:creationId xmlns:a16="http://schemas.microsoft.com/office/drawing/2014/main" id="{209FBD37-09F2-7BB9-A89A-EE4E6B4B8240}"/>
              </a:ext>
            </a:extLst>
          </p:cNvPr>
          <p:cNvSpPr>
            <a:spLocks noGrp="1"/>
          </p:cNvSpPr>
          <p:nvPr>
            <p:ph type="pic" sz="quarter" idx="11"/>
          </p:nvPr>
        </p:nvSpPr>
        <p:spPr>
          <a:xfrm>
            <a:off x="4381500" y="2716213"/>
            <a:ext cx="9440008" cy="5909041"/>
          </a:xfrm>
          <a:noFill/>
        </p:spPr>
        <p:txBody>
          <a:bodyPr/>
          <a:lstStyle>
            <a:lvl1pPr marL="0" indent="0">
              <a:buFontTx/>
              <a:buNone/>
              <a:defRPr/>
            </a:lvl1pPr>
          </a:lstStyle>
          <a:p>
            <a:endParaRPr lang="en-US"/>
          </a:p>
        </p:txBody>
      </p:sp>
      <p:cxnSp>
        <p:nvCxnSpPr>
          <p:cNvPr id="5" name="Straight Connector 4">
            <a:extLst>
              <a:ext uri="{FF2B5EF4-FFF2-40B4-BE49-F238E27FC236}">
                <a16:creationId xmlns:a16="http://schemas.microsoft.com/office/drawing/2014/main" id="{99A1612F-A5CF-69B6-2DEB-5859C65543FE}"/>
              </a:ext>
            </a:extLst>
          </p:cNvPr>
          <p:cNvCxnSpPr/>
          <p:nvPr userDrawn="1"/>
        </p:nvCxnSpPr>
        <p:spPr>
          <a:xfrm>
            <a:off x="8740370" y="2119302"/>
            <a:ext cx="807260" cy="0"/>
          </a:xfrm>
          <a:prstGeom prst="line">
            <a:avLst/>
          </a:prstGeom>
          <a:ln w="47625">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86804203"/>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15_4_Copy and Laptop">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CB9F8E-0CA7-1626-9339-C9E375465468}"/>
              </a:ext>
            </a:extLst>
          </p:cNvPr>
          <p:cNvSpPr>
            <a:spLocks noGrp="1"/>
          </p:cNvSpPr>
          <p:nvPr>
            <p:ph type="title"/>
          </p:nvPr>
        </p:nvSpPr>
        <p:spPr>
          <a:xfrm>
            <a:off x="666235" y="271849"/>
            <a:ext cx="16897865" cy="1663307"/>
          </a:xfrm>
        </p:spPr>
        <p:txBody>
          <a:bodyPr/>
          <a:lstStyle/>
          <a:p>
            <a:r>
              <a:rPr lang="en-US" dirty="0"/>
              <a:t>Click to edit Master title style</a:t>
            </a:r>
          </a:p>
        </p:txBody>
      </p:sp>
      <p:sp>
        <p:nvSpPr>
          <p:cNvPr id="3" name="Slide Number Placeholder 2">
            <a:extLst>
              <a:ext uri="{FF2B5EF4-FFF2-40B4-BE49-F238E27FC236}">
                <a16:creationId xmlns:a16="http://schemas.microsoft.com/office/drawing/2014/main" id="{698C4EC4-A18A-744B-D65C-9A8C85FD2348}"/>
              </a:ext>
            </a:extLst>
          </p:cNvPr>
          <p:cNvSpPr>
            <a:spLocks noGrp="1"/>
          </p:cNvSpPr>
          <p:nvPr>
            <p:ph type="sldNum" sz="quarter" idx="10"/>
          </p:nvPr>
        </p:nvSpPr>
        <p:spPr/>
        <p:txBody>
          <a:bodyPr/>
          <a:lstStyle/>
          <a:p>
            <a:fld id="{8CC5BBF2-D04D-C048-9F75-C3CD7CC10D78}" type="slidenum">
              <a:rPr lang="en-US" smtClean="0"/>
              <a:pPr/>
              <a:t>‹#›</a:t>
            </a:fld>
            <a:endParaRPr lang="en-US" dirty="0"/>
          </a:p>
        </p:txBody>
      </p:sp>
      <p:sp>
        <p:nvSpPr>
          <p:cNvPr id="6" name="Text Placeholder 5">
            <a:extLst>
              <a:ext uri="{FF2B5EF4-FFF2-40B4-BE49-F238E27FC236}">
                <a16:creationId xmlns:a16="http://schemas.microsoft.com/office/drawing/2014/main" id="{238738AB-54E0-8A27-715E-C19F35B14AF6}"/>
              </a:ext>
            </a:extLst>
          </p:cNvPr>
          <p:cNvSpPr>
            <a:spLocks noGrp="1"/>
          </p:cNvSpPr>
          <p:nvPr>
            <p:ph type="body" sz="quarter" idx="11" hasCustomPrompt="1"/>
          </p:nvPr>
        </p:nvSpPr>
        <p:spPr>
          <a:xfrm>
            <a:off x="685801" y="2400300"/>
            <a:ext cx="5897880" cy="6858000"/>
          </a:xfrm>
        </p:spPr>
        <p:txBody>
          <a:bodyPr/>
          <a:lstStyle>
            <a:lvl1pPr marL="0" indent="0">
              <a:lnSpc>
                <a:spcPct val="150000"/>
              </a:lnSpc>
              <a:spcBef>
                <a:spcPts val="1000"/>
              </a:spcBef>
              <a:buNone/>
              <a:defRPr sz="1800"/>
            </a:lvl1pPr>
          </a:lstStyle>
          <a:p>
            <a:pPr lvl="0"/>
            <a:r>
              <a:rPr lang="en-US" dirty="0"/>
              <a:t>Click to edit Master text styles </a:t>
            </a:r>
          </a:p>
        </p:txBody>
      </p:sp>
      <p:pic>
        <p:nvPicPr>
          <p:cNvPr id="8" name="Picture 7" descr="A computer with a blank screen&#10;&#10;Description automatically generated">
            <a:extLst>
              <a:ext uri="{FF2B5EF4-FFF2-40B4-BE49-F238E27FC236}">
                <a16:creationId xmlns:a16="http://schemas.microsoft.com/office/drawing/2014/main" id="{DA546D84-5B8F-0F19-3380-61CB141FA486}"/>
              </a:ext>
            </a:extLst>
          </p:cNvPr>
          <p:cNvPicPr>
            <a:picLocks noChangeAspect="1"/>
          </p:cNvPicPr>
          <p:nvPr userDrawn="1"/>
        </p:nvPicPr>
        <p:blipFill>
          <a:blip r:embed="rId2"/>
          <a:stretch>
            <a:fillRect/>
          </a:stretch>
        </p:blipFill>
        <p:spPr>
          <a:xfrm>
            <a:off x="6811879" y="2400299"/>
            <a:ext cx="12043316" cy="6858000"/>
          </a:xfrm>
          <a:prstGeom prst="rect">
            <a:avLst/>
          </a:prstGeom>
        </p:spPr>
      </p:pic>
      <p:sp>
        <p:nvSpPr>
          <p:cNvPr id="10" name="Picture Placeholder 9">
            <a:extLst>
              <a:ext uri="{FF2B5EF4-FFF2-40B4-BE49-F238E27FC236}">
                <a16:creationId xmlns:a16="http://schemas.microsoft.com/office/drawing/2014/main" id="{142209D1-6BAE-AAC7-50A7-4F19804B80E4}"/>
              </a:ext>
            </a:extLst>
          </p:cNvPr>
          <p:cNvSpPr>
            <a:spLocks noGrp="1"/>
          </p:cNvSpPr>
          <p:nvPr>
            <p:ph type="pic" sz="quarter" idx="12"/>
          </p:nvPr>
        </p:nvSpPr>
        <p:spPr>
          <a:xfrm>
            <a:off x="8113350" y="2733249"/>
            <a:ext cx="9450750" cy="5868310"/>
          </a:xfrm>
          <a:noFill/>
        </p:spPr>
        <p:txBody>
          <a:bodyPr/>
          <a:lstStyle>
            <a:lvl1pPr marL="0" indent="0">
              <a:buNone/>
              <a:defRPr/>
            </a:lvl1pPr>
          </a:lstStyle>
          <a:p>
            <a:endParaRPr lang="en-US" dirty="0"/>
          </a:p>
        </p:txBody>
      </p:sp>
      <p:cxnSp>
        <p:nvCxnSpPr>
          <p:cNvPr id="5" name="Straight Connector 4">
            <a:extLst>
              <a:ext uri="{FF2B5EF4-FFF2-40B4-BE49-F238E27FC236}">
                <a16:creationId xmlns:a16="http://schemas.microsoft.com/office/drawing/2014/main" id="{DD9226C5-0BF5-B255-5066-815DF839BDE8}"/>
              </a:ext>
            </a:extLst>
          </p:cNvPr>
          <p:cNvCxnSpPr/>
          <p:nvPr userDrawn="1"/>
        </p:nvCxnSpPr>
        <p:spPr>
          <a:xfrm>
            <a:off x="793683" y="2119302"/>
            <a:ext cx="807260" cy="0"/>
          </a:xfrm>
          <a:prstGeom prst="line">
            <a:avLst/>
          </a:prstGeom>
          <a:ln w="47625">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4295717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16_1_Vide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EDD89C-0373-D149-F5DC-ED75639E46B9}"/>
              </a:ext>
            </a:extLst>
          </p:cNvPr>
          <p:cNvSpPr>
            <a:spLocks noGrp="1"/>
          </p:cNvSpPr>
          <p:nvPr>
            <p:ph type="title"/>
          </p:nvPr>
        </p:nvSpPr>
        <p:spPr/>
        <p:txBody>
          <a:bodyPr/>
          <a:lstStyle/>
          <a:p>
            <a:r>
              <a:rPr lang="en-US" dirty="0"/>
              <a:t>Click to edit Master title style</a:t>
            </a:r>
          </a:p>
        </p:txBody>
      </p:sp>
      <p:sp>
        <p:nvSpPr>
          <p:cNvPr id="3" name="Slide Number Placeholder 2">
            <a:extLst>
              <a:ext uri="{FF2B5EF4-FFF2-40B4-BE49-F238E27FC236}">
                <a16:creationId xmlns:a16="http://schemas.microsoft.com/office/drawing/2014/main" id="{6D786FE6-6A65-7CA5-7239-C92F0170D5B4}"/>
              </a:ext>
            </a:extLst>
          </p:cNvPr>
          <p:cNvSpPr>
            <a:spLocks noGrp="1"/>
          </p:cNvSpPr>
          <p:nvPr>
            <p:ph type="sldNum" sz="quarter" idx="10"/>
          </p:nvPr>
        </p:nvSpPr>
        <p:spPr/>
        <p:txBody>
          <a:bodyPr/>
          <a:lstStyle/>
          <a:p>
            <a:fld id="{8CC5BBF2-D04D-C048-9F75-C3CD7CC10D78}" type="slidenum">
              <a:rPr lang="en-US" smtClean="0"/>
              <a:pPr/>
              <a:t>‹#›</a:t>
            </a:fld>
            <a:endParaRPr lang="en-US" dirty="0"/>
          </a:p>
        </p:txBody>
      </p:sp>
      <p:sp>
        <p:nvSpPr>
          <p:cNvPr id="6" name="Text Placeholder 5">
            <a:extLst>
              <a:ext uri="{FF2B5EF4-FFF2-40B4-BE49-F238E27FC236}">
                <a16:creationId xmlns:a16="http://schemas.microsoft.com/office/drawing/2014/main" id="{E7413924-73E9-E61A-C429-B39E0B8F7974}"/>
              </a:ext>
            </a:extLst>
          </p:cNvPr>
          <p:cNvSpPr>
            <a:spLocks noGrp="1"/>
          </p:cNvSpPr>
          <p:nvPr>
            <p:ph type="body" sz="quarter" idx="11" hasCustomPrompt="1"/>
          </p:nvPr>
        </p:nvSpPr>
        <p:spPr>
          <a:xfrm>
            <a:off x="685800" y="2400300"/>
            <a:ext cx="5934456" cy="6756400"/>
          </a:xfrm>
        </p:spPr>
        <p:txBody>
          <a:bodyPr/>
          <a:lstStyle>
            <a:lvl1pPr marL="0" indent="0">
              <a:lnSpc>
                <a:spcPct val="150000"/>
              </a:lnSpc>
              <a:spcBef>
                <a:spcPts val="1000"/>
              </a:spcBef>
              <a:buFontTx/>
              <a:buNone/>
              <a:defRPr sz="1800">
                <a:solidFill>
                  <a:schemeClr val="tx2"/>
                </a:solidFill>
              </a:defRPr>
            </a:lvl1pPr>
          </a:lstStyle>
          <a:p>
            <a:pPr lvl="0"/>
            <a:r>
              <a:rPr lang="en-US" dirty="0"/>
              <a:t>Click to edit Master text styles </a:t>
            </a:r>
          </a:p>
        </p:txBody>
      </p:sp>
      <p:pic>
        <p:nvPicPr>
          <p:cNvPr id="7" name="Picture 6" descr="A computer with a blank screen&#10;&#10;Description automatically generated">
            <a:extLst>
              <a:ext uri="{FF2B5EF4-FFF2-40B4-BE49-F238E27FC236}">
                <a16:creationId xmlns:a16="http://schemas.microsoft.com/office/drawing/2014/main" id="{B095A241-FBA3-E58B-D3F9-0EB208013F3E}"/>
              </a:ext>
            </a:extLst>
          </p:cNvPr>
          <p:cNvPicPr>
            <a:picLocks noChangeAspect="1"/>
          </p:cNvPicPr>
          <p:nvPr userDrawn="1"/>
        </p:nvPicPr>
        <p:blipFill>
          <a:blip r:embed="rId2"/>
          <a:stretch>
            <a:fillRect/>
          </a:stretch>
        </p:blipFill>
        <p:spPr>
          <a:xfrm>
            <a:off x="6811879" y="2400299"/>
            <a:ext cx="12043316" cy="6858000"/>
          </a:xfrm>
          <a:prstGeom prst="rect">
            <a:avLst/>
          </a:prstGeom>
        </p:spPr>
      </p:pic>
      <p:sp>
        <p:nvSpPr>
          <p:cNvPr id="9" name="Media Placeholder 8">
            <a:extLst>
              <a:ext uri="{FF2B5EF4-FFF2-40B4-BE49-F238E27FC236}">
                <a16:creationId xmlns:a16="http://schemas.microsoft.com/office/drawing/2014/main" id="{C716C2FC-6AAD-016C-8E71-90D63557BB6A}"/>
              </a:ext>
            </a:extLst>
          </p:cNvPr>
          <p:cNvSpPr>
            <a:spLocks noGrp="1"/>
          </p:cNvSpPr>
          <p:nvPr>
            <p:ph type="media" sz="quarter" idx="12"/>
          </p:nvPr>
        </p:nvSpPr>
        <p:spPr>
          <a:xfrm>
            <a:off x="8107200" y="2700000"/>
            <a:ext cx="9437850" cy="5924888"/>
          </a:xfrm>
        </p:spPr>
        <p:txBody>
          <a:bodyPr/>
          <a:lstStyle>
            <a:lvl1pPr marL="0" indent="0">
              <a:buNone/>
              <a:defRPr/>
            </a:lvl1pPr>
          </a:lstStyle>
          <a:p>
            <a:endParaRPr lang="en-US"/>
          </a:p>
        </p:txBody>
      </p:sp>
      <p:sp>
        <p:nvSpPr>
          <p:cNvPr id="10" name="Rectangle 9">
            <a:extLst>
              <a:ext uri="{FF2B5EF4-FFF2-40B4-BE49-F238E27FC236}">
                <a16:creationId xmlns:a16="http://schemas.microsoft.com/office/drawing/2014/main" id="{C5B011CA-8665-C2A2-2D96-025C9204644A}"/>
              </a:ext>
            </a:extLst>
          </p:cNvPr>
          <p:cNvSpPr/>
          <p:nvPr userDrawn="1"/>
        </p:nvSpPr>
        <p:spPr>
          <a:xfrm>
            <a:off x="8107200" y="2700000"/>
            <a:ext cx="9456900" cy="5931382"/>
          </a:xfrm>
          <a:prstGeom prst="rect">
            <a:avLst/>
          </a:prstGeom>
          <a:solidFill>
            <a:schemeClr val="tx1">
              <a:alpha val="7488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 name="Straight Connector 4">
            <a:extLst>
              <a:ext uri="{FF2B5EF4-FFF2-40B4-BE49-F238E27FC236}">
                <a16:creationId xmlns:a16="http://schemas.microsoft.com/office/drawing/2014/main" id="{27CD22A3-4F1B-A453-7584-813929637D15}"/>
              </a:ext>
            </a:extLst>
          </p:cNvPr>
          <p:cNvCxnSpPr/>
          <p:nvPr userDrawn="1"/>
        </p:nvCxnSpPr>
        <p:spPr>
          <a:xfrm>
            <a:off x="793683" y="2119302"/>
            <a:ext cx="807260" cy="0"/>
          </a:xfrm>
          <a:prstGeom prst="line">
            <a:avLst/>
          </a:prstGeom>
          <a:ln w="47625">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3649102"/>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17_1_Red Collage">
    <p:bg>
      <p:bgPr>
        <a:gradFill>
          <a:gsLst>
            <a:gs pos="0">
              <a:schemeClr val="accent1"/>
            </a:gs>
            <a:gs pos="99000">
              <a:schemeClr val="accent2"/>
            </a:gs>
          </a:gsLst>
          <a:lin ang="0" scaled="0"/>
        </a:grad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CE1BDD2-6F54-B4B3-AC11-71F0BC0694CA}"/>
              </a:ext>
            </a:extLst>
          </p:cNvPr>
          <p:cNvSpPr>
            <a:spLocks noGrp="1"/>
          </p:cNvSpPr>
          <p:nvPr>
            <p:ph type="sldNum" sz="quarter" idx="10"/>
          </p:nvPr>
        </p:nvSpPr>
        <p:spPr/>
        <p:txBody>
          <a:bodyPr/>
          <a:lstStyle/>
          <a:p>
            <a:fld id="{8CC5BBF2-D04D-C048-9F75-C3CD7CC10D78}" type="slidenum">
              <a:rPr lang="en-US" smtClean="0"/>
              <a:pPr/>
              <a:t>‹#›</a:t>
            </a:fld>
            <a:endParaRPr lang="en-US" dirty="0"/>
          </a:p>
        </p:txBody>
      </p:sp>
      <p:sp>
        <p:nvSpPr>
          <p:cNvPr id="5" name="Picture Placeholder 4">
            <a:extLst>
              <a:ext uri="{FF2B5EF4-FFF2-40B4-BE49-F238E27FC236}">
                <a16:creationId xmlns:a16="http://schemas.microsoft.com/office/drawing/2014/main" id="{4D70DC3D-999E-BF6E-C11A-8FCC8EFCC89A}"/>
              </a:ext>
            </a:extLst>
          </p:cNvPr>
          <p:cNvSpPr>
            <a:spLocks noGrp="1"/>
          </p:cNvSpPr>
          <p:nvPr>
            <p:ph type="pic" sz="quarter" idx="11"/>
          </p:nvPr>
        </p:nvSpPr>
        <p:spPr>
          <a:xfrm>
            <a:off x="685800" y="723900"/>
            <a:ext cx="8108533" cy="8534400"/>
          </a:xfrm>
        </p:spPr>
        <p:txBody>
          <a:bodyPr/>
          <a:lstStyle/>
          <a:p>
            <a:endParaRPr lang="en-US"/>
          </a:p>
        </p:txBody>
      </p:sp>
      <p:sp>
        <p:nvSpPr>
          <p:cNvPr id="7" name="Picture Placeholder 6">
            <a:extLst>
              <a:ext uri="{FF2B5EF4-FFF2-40B4-BE49-F238E27FC236}">
                <a16:creationId xmlns:a16="http://schemas.microsoft.com/office/drawing/2014/main" id="{CF3E4842-7549-3477-4B88-42B0DDBF33B7}"/>
              </a:ext>
            </a:extLst>
          </p:cNvPr>
          <p:cNvSpPr>
            <a:spLocks noGrp="1"/>
          </p:cNvSpPr>
          <p:nvPr>
            <p:ph type="pic" sz="quarter" idx="12"/>
          </p:nvPr>
        </p:nvSpPr>
        <p:spPr>
          <a:xfrm>
            <a:off x="9061704" y="723900"/>
            <a:ext cx="4114800" cy="4114800"/>
          </a:xfrm>
        </p:spPr>
        <p:txBody>
          <a:bodyPr/>
          <a:lstStyle/>
          <a:p>
            <a:endParaRPr lang="en-US"/>
          </a:p>
        </p:txBody>
      </p:sp>
      <p:sp>
        <p:nvSpPr>
          <p:cNvPr id="9" name="Picture Placeholder 8">
            <a:extLst>
              <a:ext uri="{FF2B5EF4-FFF2-40B4-BE49-F238E27FC236}">
                <a16:creationId xmlns:a16="http://schemas.microsoft.com/office/drawing/2014/main" id="{99C37A3D-4CA7-1135-F5F1-DC2CD873B3CF}"/>
              </a:ext>
            </a:extLst>
          </p:cNvPr>
          <p:cNvSpPr>
            <a:spLocks noGrp="1"/>
          </p:cNvSpPr>
          <p:nvPr>
            <p:ph type="pic" sz="quarter" idx="13"/>
          </p:nvPr>
        </p:nvSpPr>
        <p:spPr>
          <a:xfrm>
            <a:off x="13423392" y="723900"/>
            <a:ext cx="4114800" cy="4114800"/>
          </a:xfrm>
        </p:spPr>
        <p:txBody>
          <a:bodyPr/>
          <a:lstStyle/>
          <a:p>
            <a:endParaRPr lang="en-US"/>
          </a:p>
        </p:txBody>
      </p:sp>
      <p:sp>
        <p:nvSpPr>
          <p:cNvPr id="11" name="Picture Placeholder 10">
            <a:extLst>
              <a:ext uri="{FF2B5EF4-FFF2-40B4-BE49-F238E27FC236}">
                <a16:creationId xmlns:a16="http://schemas.microsoft.com/office/drawing/2014/main" id="{6811E85A-4E2B-4105-4FBC-8A7367C710DB}"/>
              </a:ext>
            </a:extLst>
          </p:cNvPr>
          <p:cNvSpPr>
            <a:spLocks noGrp="1"/>
          </p:cNvSpPr>
          <p:nvPr>
            <p:ph type="pic" sz="quarter" idx="14"/>
          </p:nvPr>
        </p:nvSpPr>
        <p:spPr>
          <a:xfrm>
            <a:off x="9065188" y="5143500"/>
            <a:ext cx="4114800" cy="4114800"/>
          </a:xfrm>
        </p:spPr>
        <p:txBody>
          <a:bodyPr/>
          <a:lstStyle/>
          <a:p>
            <a:endParaRPr lang="en-US"/>
          </a:p>
        </p:txBody>
      </p:sp>
      <p:sp>
        <p:nvSpPr>
          <p:cNvPr id="13" name="Picture Placeholder 12">
            <a:extLst>
              <a:ext uri="{FF2B5EF4-FFF2-40B4-BE49-F238E27FC236}">
                <a16:creationId xmlns:a16="http://schemas.microsoft.com/office/drawing/2014/main" id="{58F7DCEA-3E5E-005E-8BAB-2B6C5991BC9A}"/>
              </a:ext>
            </a:extLst>
          </p:cNvPr>
          <p:cNvSpPr>
            <a:spLocks noGrp="1"/>
          </p:cNvSpPr>
          <p:nvPr>
            <p:ph type="pic" sz="quarter" idx="15"/>
          </p:nvPr>
        </p:nvSpPr>
        <p:spPr>
          <a:xfrm>
            <a:off x="13422121" y="5143500"/>
            <a:ext cx="4114800" cy="4114800"/>
          </a:xfrm>
        </p:spPr>
        <p:txBody>
          <a:bodyPr/>
          <a:lstStyle/>
          <a:p>
            <a:endParaRPr lang="en-US"/>
          </a:p>
        </p:txBody>
      </p:sp>
    </p:spTree>
    <p:extLst>
      <p:ext uri="{BB962C8B-B14F-4D97-AF65-F5344CB8AC3E}">
        <p14:creationId xmlns:p14="http://schemas.microsoft.com/office/powerpoint/2010/main" val="269649559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17_2_Blue Collage">
    <p:bg>
      <p:bgPr>
        <a:solidFill>
          <a:schemeClr val="accent3"/>
        </a:solid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573E3C6-70B5-30FE-08B2-5B2AD48795D4}"/>
              </a:ext>
            </a:extLst>
          </p:cNvPr>
          <p:cNvSpPr>
            <a:spLocks noGrp="1"/>
          </p:cNvSpPr>
          <p:nvPr>
            <p:ph type="sldNum" sz="quarter" idx="10"/>
          </p:nvPr>
        </p:nvSpPr>
        <p:spPr/>
        <p:txBody>
          <a:bodyPr/>
          <a:lstStyle/>
          <a:p>
            <a:fld id="{8CC5BBF2-D04D-C048-9F75-C3CD7CC10D78}" type="slidenum">
              <a:rPr lang="en-US" smtClean="0"/>
              <a:pPr/>
              <a:t>‹#›</a:t>
            </a:fld>
            <a:endParaRPr lang="en-US" dirty="0"/>
          </a:p>
        </p:txBody>
      </p:sp>
      <p:sp>
        <p:nvSpPr>
          <p:cNvPr id="5" name="Picture Placeholder 4">
            <a:extLst>
              <a:ext uri="{FF2B5EF4-FFF2-40B4-BE49-F238E27FC236}">
                <a16:creationId xmlns:a16="http://schemas.microsoft.com/office/drawing/2014/main" id="{4544EDA2-0B2E-9DF7-C647-0D397B86D924}"/>
              </a:ext>
            </a:extLst>
          </p:cNvPr>
          <p:cNvSpPr>
            <a:spLocks noGrp="1"/>
          </p:cNvSpPr>
          <p:nvPr>
            <p:ph type="pic" sz="quarter" idx="11"/>
          </p:nvPr>
        </p:nvSpPr>
        <p:spPr>
          <a:xfrm>
            <a:off x="685801" y="723900"/>
            <a:ext cx="8110727" cy="8534400"/>
          </a:xfrm>
        </p:spPr>
        <p:txBody>
          <a:bodyPr/>
          <a:lstStyle/>
          <a:p>
            <a:endParaRPr lang="en-US"/>
          </a:p>
        </p:txBody>
      </p:sp>
      <p:sp>
        <p:nvSpPr>
          <p:cNvPr id="7" name="Picture Placeholder 6">
            <a:extLst>
              <a:ext uri="{FF2B5EF4-FFF2-40B4-BE49-F238E27FC236}">
                <a16:creationId xmlns:a16="http://schemas.microsoft.com/office/drawing/2014/main" id="{4124E622-9115-AD8E-CBF5-0D6AEA5A68F4}"/>
              </a:ext>
            </a:extLst>
          </p:cNvPr>
          <p:cNvSpPr>
            <a:spLocks noGrp="1"/>
          </p:cNvSpPr>
          <p:nvPr>
            <p:ph type="pic" sz="quarter" idx="12"/>
          </p:nvPr>
        </p:nvSpPr>
        <p:spPr>
          <a:xfrm>
            <a:off x="9061704" y="722376"/>
            <a:ext cx="4114800" cy="4114800"/>
          </a:xfrm>
        </p:spPr>
        <p:txBody>
          <a:bodyPr/>
          <a:lstStyle/>
          <a:p>
            <a:endParaRPr lang="en-US"/>
          </a:p>
        </p:txBody>
      </p:sp>
      <p:sp>
        <p:nvSpPr>
          <p:cNvPr id="9" name="Picture Placeholder 8">
            <a:extLst>
              <a:ext uri="{FF2B5EF4-FFF2-40B4-BE49-F238E27FC236}">
                <a16:creationId xmlns:a16="http://schemas.microsoft.com/office/drawing/2014/main" id="{C92B2ECB-9D78-78A9-9D17-685CE1C69D7B}"/>
              </a:ext>
            </a:extLst>
          </p:cNvPr>
          <p:cNvSpPr>
            <a:spLocks noGrp="1"/>
          </p:cNvSpPr>
          <p:nvPr>
            <p:ph type="pic" sz="quarter" idx="13"/>
          </p:nvPr>
        </p:nvSpPr>
        <p:spPr>
          <a:xfrm>
            <a:off x="13423392" y="722376"/>
            <a:ext cx="4114800" cy="4114800"/>
          </a:xfrm>
        </p:spPr>
        <p:txBody>
          <a:bodyPr/>
          <a:lstStyle/>
          <a:p>
            <a:endParaRPr lang="en-US"/>
          </a:p>
        </p:txBody>
      </p:sp>
      <p:sp>
        <p:nvSpPr>
          <p:cNvPr id="11" name="Picture Placeholder 10">
            <a:extLst>
              <a:ext uri="{FF2B5EF4-FFF2-40B4-BE49-F238E27FC236}">
                <a16:creationId xmlns:a16="http://schemas.microsoft.com/office/drawing/2014/main" id="{C797EDEF-A510-7A78-D3CD-C78E6C206D16}"/>
              </a:ext>
            </a:extLst>
          </p:cNvPr>
          <p:cNvSpPr>
            <a:spLocks noGrp="1"/>
          </p:cNvSpPr>
          <p:nvPr>
            <p:ph type="pic" sz="quarter" idx="14"/>
          </p:nvPr>
        </p:nvSpPr>
        <p:spPr>
          <a:xfrm>
            <a:off x="9061704" y="5148072"/>
            <a:ext cx="4114800" cy="4114800"/>
          </a:xfrm>
        </p:spPr>
        <p:txBody>
          <a:bodyPr/>
          <a:lstStyle/>
          <a:p>
            <a:endParaRPr lang="en-US"/>
          </a:p>
        </p:txBody>
      </p:sp>
      <p:sp>
        <p:nvSpPr>
          <p:cNvPr id="13" name="Picture Placeholder 12">
            <a:extLst>
              <a:ext uri="{FF2B5EF4-FFF2-40B4-BE49-F238E27FC236}">
                <a16:creationId xmlns:a16="http://schemas.microsoft.com/office/drawing/2014/main" id="{93453AED-7050-B314-F4EB-E344B41D4658}"/>
              </a:ext>
            </a:extLst>
          </p:cNvPr>
          <p:cNvSpPr>
            <a:spLocks noGrp="1"/>
          </p:cNvSpPr>
          <p:nvPr>
            <p:ph type="pic" sz="quarter" idx="15"/>
          </p:nvPr>
        </p:nvSpPr>
        <p:spPr>
          <a:xfrm>
            <a:off x="13423392" y="5148072"/>
            <a:ext cx="4114800" cy="4114800"/>
          </a:xfrm>
        </p:spPr>
        <p:txBody>
          <a:bodyPr/>
          <a:lstStyle/>
          <a:p>
            <a:endParaRPr lang="en-US"/>
          </a:p>
        </p:txBody>
      </p:sp>
    </p:spTree>
    <p:extLst>
      <p:ext uri="{BB962C8B-B14F-4D97-AF65-F5344CB8AC3E}">
        <p14:creationId xmlns:p14="http://schemas.microsoft.com/office/powerpoint/2010/main" val="125193265"/>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17_3_White Collage">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714EB6D-DCC6-4AE0-173B-AB82DBA3B25E}"/>
              </a:ext>
            </a:extLst>
          </p:cNvPr>
          <p:cNvSpPr>
            <a:spLocks noGrp="1"/>
          </p:cNvSpPr>
          <p:nvPr>
            <p:ph type="sldNum" sz="quarter" idx="10"/>
          </p:nvPr>
        </p:nvSpPr>
        <p:spPr/>
        <p:txBody>
          <a:bodyPr/>
          <a:lstStyle/>
          <a:p>
            <a:fld id="{8CC5BBF2-D04D-C048-9F75-C3CD7CC10D78}" type="slidenum">
              <a:rPr lang="en-US" smtClean="0"/>
              <a:pPr/>
              <a:t>‹#›</a:t>
            </a:fld>
            <a:endParaRPr lang="en-US" dirty="0"/>
          </a:p>
        </p:txBody>
      </p:sp>
      <p:sp>
        <p:nvSpPr>
          <p:cNvPr id="5" name="Picture Placeholder 4">
            <a:extLst>
              <a:ext uri="{FF2B5EF4-FFF2-40B4-BE49-F238E27FC236}">
                <a16:creationId xmlns:a16="http://schemas.microsoft.com/office/drawing/2014/main" id="{BED3D1D6-3262-3931-4A36-C26C3110141F}"/>
              </a:ext>
            </a:extLst>
          </p:cNvPr>
          <p:cNvSpPr>
            <a:spLocks noGrp="1"/>
          </p:cNvSpPr>
          <p:nvPr>
            <p:ph type="pic" sz="quarter" idx="11"/>
          </p:nvPr>
        </p:nvSpPr>
        <p:spPr>
          <a:xfrm>
            <a:off x="685801" y="734878"/>
            <a:ext cx="8110727" cy="8534400"/>
          </a:xfrm>
        </p:spPr>
        <p:txBody>
          <a:bodyPr/>
          <a:lstStyle/>
          <a:p>
            <a:endParaRPr lang="en-US"/>
          </a:p>
        </p:txBody>
      </p:sp>
      <p:sp>
        <p:nvSpPr>
          <p:cNvPr id="7" name="Picture Placeholder 6">
            <a:extLst>
              <a:ext uri="{FF2B5EF4-FFF2-40B4-BE49-F238E27FC236}">
                <a16:creationId xmlns:a16="http://schemas.microsoft.com/office/drawing/2014/main" id="{66ABAAF7-5EEA-EB97-6105-DAD3B04281DF}"/>
              </a:ext>
            </a:extLst>
          </p:cNvPr>
          <p:cNvSpPr>
            <a:spLocks noGrp="1"/>
          </p:cNvSpPr>
          <p:nvPr>
            <p:ph type="pic" sz="quarter" idx="12"/>
          </p:nvPr>
        </p:nvSpPr>
        <p:spPr>
          <a:xfrm>
            <a:off x="9061704" y="731520"/>
            <a:ext cx="4114800" cy="4114800"/>
          </a:xfrm>
        </p:spPr>
        <p:txBody>
          <a:bodyPr/>
          <a:lstStyle/>
          <a:p>
            <a:endParaRPr lang="en-US"/>
          </a:p>
        </p:txBody>
      </p:sp>
      <p:sp>
        <p:nvSpPr>
          <p:cNvPr id="9" name="Picture Placeholder 8">
            <a:extLst>
              <a:ext uri="{FF2B5EF4-FFF2-40B4-BE49-F238E27FC236}">
                <a16:creationId xmlns:a16="http://schemas.microsoft.com/office/drawing/2014/main" id="{6E8F9518-54FF-1D18-5C4D-270CB73845A6}"/>
              </a:ext>
            </a:extLst>
          </p:cNvPr>
          <p:cNvSpPr>
            <a:spLocks noGrp="1"/>
          </p:cNvSpPr>
          <p:nvPr>
            <p:ph type="pic" sz="quarter" idx="13"/>
          </p:nvPr>
        </p:nvSpPr>
        <p:spPr>
          <a:xfrm>
            <a:off x="13449300" y="730359"/>
            <a:ext cx="4114800" cy="4114800"/>
          </a:xfrm>
        </p:spPr>
        <p:txBody>
          <a:bodyPr/>
          <a:lstStyle/>
          <a:p>
            <a:endParaRPr lang="en-US"/>
          </a:p>
        </p:txBody>
      </p:sp>
      <p:sp>
        <p:nvSpPr>
          <p:cNvPr id="11" name="Picture Placeholder 10">
            <a:extLst>
              <a:ext uri="{FF2B5EF4-FFF2-40B4-BE49-F238E27FC236}">
                <a16:creationId xmlns:a16="http://schemas.microsoft.com/office/drawing/2014/main" id="{289F2EF5-955D-0F42-22CE-266372E6E6C3}"/>
              </a:ext>
            </a:extLst>
          </p:cNvPr>
          <p:cNvSpPr>
            <a:spLocks noGrp="1"/>
          </p:cNvSpPr>
          <p:nvPr>
            <p:ph type="pic" sz="quarter" idx="14"/>
          </p:nvPr>
        </p:nvSpPr>
        <p:spPr>
          <a:xfrm>
            <a:off x="9061704" y="5148072"/>
            <a:ext cx="4114800" cy="4114800"/>
          </a:xfrm>
        </p:spPr>
        <p:txBody>
          <a:bodyPr/>
          <a:lstStyle/>
          <a:p>
            <a:endParaRPr lang="en-US"/>
          </a:p>
        </p:txBody>
      </p:sp>
      <p:sp>
        <p:nvSpPr>
          <p:cNvPr id="13" name="Picture Placeholder 12">
            <a:extLst>
              <a:ext uri="{FF2B5EF4-FFF2-40B4-BE49-F238E27FC236}">
                <a16:creationId xmlns:a16="http://schemas.microsoft.com/office/drawing/2014/main" id="{E9C24306-E5F9-1F69-6CE0-B13C24A8DCE0}"/>
              </a:ext>
            </a:extLst>
          </p:cNvPr>
          <p:cNvSpPr>
            <a:spLocks noGrp="1"/>
          </p:cNvSpPr>
          <p:nvPr>
            <p:ph type="pic" sz="quarter" idx="15"/>
          </p:nvPr>
        </p:nvSpPr>
        <p:spPr>
          <a:xfrm>
            <a:off x="13449300" y="5143500"/>
            <a:ext cx="4114800" cy="4114800"/>
          </a:xfrm>
        </p:spPr>
        <p:txBody>
          <a:bodyPr/>
          <a:lstStyle/>
          <a:p>
            <a:endParaRPr lang="en-US"/>
          </a:p>
        </p:txBody>
      </p:sp>
    </p:spTree>
    <p:extLst>
      <p:ext uri="{BB962C8B-B14F-4D97-AF65-F5344CB8AC3E}">
        <p14:creationId xmlns:p14="http://schemas.microsoft.com/office/powerpoint/2010/main" val="1495309331"/>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18_1_Red Closing">
    <p:bg>
      <p:bgPr>
        <a:solidFill>
          <a:schemeClr val="accent1"/>
        </a:solidFill>
        <a:effectLst/>
      </p:bgPr>
    </p:bg>
    <p:spTree>
      <p:nvGrpSpPr>
        <p:cNvPr id="1" name=""/>
        <p:cNvGrpSpPr/>
        <p:nvPr/>
      </p:nvGrpSpPr>
      <p:grpSpPr>
        <a:xfrm>
          <a:off x="0" y="0"/>
          <a:ext cx="0" cy="0"/>
          <a:chOff x="0" y="0"/>
          <a:chExt cx="0" cy="0"/>
        </a:xfrm>
      </p:grpSpPr>
      <p:pic>
        <p:nvPicPr>
          <p:cNvPr id="3" name="Picture 1">
            <a:extLst>
              <a:ext uri="{FF2B5EF4-FFF2-40B4-BE49-F238E27FC236}">
                <a16:creationId xmlns:a16="http://schemas.microsoft.com/office/drawing/2014/main" id="{3976E09B-EA91-6428-0399-5A047D387DB6}"/>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7766050" y="3931414"/>
            <a:ext cx="2787650" cy="2452100"/>
          </a:xfrm>
          <a:prstGeom prst="rect">
            <a:avLst/>
          </a:prstGeom>
        </p:spPr>
      </p:pic>
    </p:spTree>
    <p:extLst>
      <p:ext uri="{BB962C8B-B14F-4D97-AF65-F5344CB8AC3E}">
        <p14:creationId xmlns:p14="http://schemas.microsoft.com/office/powerpoint/2010/main" val="1615238348"/>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18_2_Blue Closing">
    <p:bg>
      <p:bgPr>
        <a:solidFill>
          <a:srgbClr val="00437B"/>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1F59931-6533-EE3E-6A80-49C9100C04F7}"/>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7766050" y="3931414"/>
            <a:ext cx="2787650" cy="2452100"/>
          </a:xfrm>
          <a:prstGeom prst="rect">
            <a:avLst/>
          </a:prstGeom>
        </p:spPr>
      </p:pic>
    </p:spTree>
    <p:extLst>
      <p:ext uri="{BB962C8B-B14F-4D97-AF65-F5344CB8AC3E}">
        <p14:creationId xmlns:p14="http://schemas.microsoft.com/office/powerpoint/2010/main" val="90395649"/>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18_3_Red Questions">
    <p:bg>
      <p:bgPr>
        <a:solidFill>
          <a:schemeClr val="accent1"/>
        </a:solidFill>
        <a:effectLst/>
      </p:bgPr>
    </p:bg>
    <p:spTree>
      <p:nvGrpSpPr>
        <p:cNvPr id="1" name=""/>
        <p:cNvGrpSpPr/>
        <p:nvPr/>
      </p:nvGrpSpPr>
      <p:grpSpPr>
        <a:xfrm>
          <a:off x="0" y="0"/>
          <a:ext cx="0" cy="0"/>
          <a:chOff x="0" y="0"/>
          <a:chExt cx="0" cy="0"/>
        </a:xfrm>
      </p:grpSpPr>
      <p:sp>
        <p:nvSpPr>
          <p:cNvPr id="4" name="Text Placeholder 1">
            <a:extLst>
              <a:ext uri="{FF2B5EF4-FFF2-40B4-BE49-F238E27FC236}">
                <a16:creationId xmlns:a16="http://schemas.microsoft.com/office/drawing/2014/main" id="{C5E03AA0-D20A-D229-142F-D8A437A4EC30}"/>
              </a:ext>
            </a:extLst>
          </p:cNvPr>
          <p:cNvSpPr>
            <a:spLocks noGrp="1"/>
          </p:cNvSpPr>
          <p:nvPr>
            <p:ph type="body" sz="quarter" idx="11" hasCustomPrompt="1"/>
          </p:nvPr>
        </p:nvSpPr>
        <p:spPr>
          <a:xfrm>
            <a:off x="6154244" y="4634542"/>
            <a:ext cx="5979513" cy="1017917"/>
          </a:xfrm>
        </p:spPr>
        <p:txBody>
          <a:bodyPr anchor="ctr"/>
          <a:lstStyle>
            <a:lvl1pPr marL="0" indent="0" algn="ctr">
              <a:buFontTx/>
              <a:buNone/>
              <a:defRPr sz="6700" b="1">
                <a:solidFill>
                  <a:schemeClr val="bg1"/>
                </a:solidFill>
              </a:defRPr>
            </a:lvl1pPr>
          </a:lstStyle>
          <a:p>
            <a:r>
              <a:rPr lang="en-US" dirty="0"/>
              <a:t>Questions?</a:t>
            </a:r>
          </a:p>
        </p:txBody>
      </p:sp>
    </p:spTree>
    <p:extLst>
      <p:ext uri="{BB962C8B-B14F-4D97-AF65-F5344CB8AC3E}">
        <p14:creationId xmlns:p14="http://schemas.microsoft.com/office/powerpoint/2010/main" val="3826760888"/>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18_4_Blue Questions">
    <p:bg>
      <p:bgPr>
        <a:solidFill>
          <a:srgbClr val="00437B"/>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18054A32-C86F-09A0-4CA5-D7B8F5E9B3F6}"/>
              </a:ext>
            </a:extLst>
          </p:cNvPr>
          <p:cNvSpPr>
            <a:spLocks noGrp="1"/>
          </p:cNvSpPr>
          <p:nvPr>
            <p:ph type="body" sz="quarter" idx="10" hasCustomPrompt="1"/>
          </p:nvPr>
        </p:nvSpPr>
        <p:spPr>
          <a:xfrm>
            <a:off x="6153912" y="4636008"/>
            <a:ext cx="5980176" cy="1014984"/>
          </a:xfrm>
        </p:spPr>
        <p:txBody>
          <a:bodyPr anchor="ctr"/>
          <a:lstStyle>
            <a:lvl1pPr marL="0" indent="0" algn="ctr">
              <a:buNone/>
              <a:defRPr sz="6700" b="1">
                <a:solidFill>
                  <a:schemeClr val="bg1"/>
                </a:solidFill>
              </a:defRPr>
            </a:lvl1pPr>
          </a:lstStyle>
          <a:p>
            <a:pPr lvl="0"/>
            <a:r>
              <a:rPr lang="en-US" dirty="0"/>
              <a:t>Questions?</a:t>
            </a:r>
          </a:p>
        </p:txBody>
      </p:sp>
    </p:spTree>
    <p:extLst>
      <p:ext uri="{BB962C8B-B14F-4D97-AF65-F5344CB8AC3E}">
        <p14:creationId xmlns:p14="http://schemas.microsoft.com/office/powerpoint/2010/main" val="3704405310"/>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18_5_Red Thank You">
    <p:bg>
      <p:bgPr>
        <a:solidFill>
          <a:schemeClr val="accent1"/>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9FC95217-5765-6490-37B6-467335A535EB}"/>
              </a:ext>
            </a:extLst>
          </p:cNvPr>
          <p:cNvSpPr>
            <a:spLocks noGrp="1"/>
          </p:cNvSpPr>
          <p:nvPr>
            <p:ph type="body" sz="quarter" idx="10" hasCustomPrompt="1"/>
          </p:nvPr>
        </p:nvSpPr>
        <p:spPr>
          <a:xfrm>
            <a:off x="5811837" y="4677569"/>
            <a:ext cx="6664325" cy="931862"/>
          </a:xfrm>
        </p:spPr>
        <p:txBody>
          <a:bodyPr anchor="ctr"/>
          <a:lstStyle>
            <a:lvl1pPr marL="0" indent="0" algn="ctr">
              <a:buFontTx/>
              <a:buNone/>
              <a:defRPr sz="6700" b="1">
                <a:solidFill>
                  <a:schemeClr val="bg1"/>
                </a:solidFill>
              </a:defRPr>
            </a:lvl1pPr>
          </a:lstStyle>
          <a:p>
            <a:pPr lvl="0"/>
            <a:r>
              <a:rPr lang="en-US" dirty="0"/>
              <a:t>Thank You</a:t>
            </a:r>
          </a:p>
        </p:txBody>
      </p:sp>
      <p:sp>
        <p:nvSpPr>
          <p:cNvPr id="7" name="Text Placeholder 6">
            <a:extLst>
              <a:ext uri="{FF2B5EF4-FFF2-40B4-BE49-F238E27FC236}">
                <a16:creationId xmlns:a16="http://schemas.microsoft.com/office/drawing/2014/main" id="{D020F721-798D-EE45-CA94-66FD7583939A}"/>
              </a:ext>
            </a:extLst>
          </p:cNvPr>
          <p:cNvSpPr>
            <a:spLocks noGrp="1"/>
          </p:cNvSpPr>
          <p:nvPr>
            <p:ph type="body" sz="quarter" idx="11"/>
          </p:nvPr>
        </p:nvSpPr>
        <p:spPr>
          <a:xfrm>
            <a:off x="5056620" y="5961888"/>
            <a:ext cx="8174736" cy="1177203"/>
          </a:xfrm>
        </p:spPr>
        <p:txBody>
          <a:bodyPr/>
          <a:lstStyle>
            <a:lvl1pPr marL="0" indent="0" algn="ctr">
              <a:lnSpc>
                <a:spcPts val="3640"/>
              </a:lnSpc>
              <a:spcBef>
                <a:spcPts val="1000"/>
              </a:spcBef>
              <a:buNone/>
              <a:defRPr sz="3200">
                <a:solidFill>
                  <a:schemeClr val="bg1"/>
                </a:solidFill>
              </a:defRPr>
            </a:lvl1pPr>
            <a:lvl2pPr algn="ctr">
              <a:defRPr/>
            </a:lvl2pPr>
            <a:lvl3pPr algn="ctr">
              <a:defRPr/>
            </a:lvl3pPr>
            <a:lvl4pPr algn="ctr">
              <a:defRPr/>
            </a:lvl4pPr>
            <a:lvl5pPr algn="ctr">
              <a:defRPr/>
            </a:lvl5pPr>
          </a:lstStyle>
          <a:p>
            <a:pPr lvl="0"/>
            <a:r>
              <a:rPr lang="en-US" dirty="0"/>
              <a:t>Click to edit Master text styles</a:t>
            </a:r>
          </a:p>
        </p:txBody>
      </p:sp>
    </p:spTree>
    <p:extLst>
      <p:ext uri="{BB962C8B-B14F-4D97-AF65-F5344CB8AC3E}">
        <p14:creationId xmlns:p14="http://schemas.microsoft.com/office/powerpoint/2010/main" val="1550507598"/>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18_6_Blue Thank You">
    <p:bg>
      <p:bgPr>
        <a:solidFill>
          <a:srgbClr val="00437B"/>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C4E8FDFF-2994-FB2D-7071-D12113541E23}"/>
              </a:ext>
            </a:extLst>
          </p:cNvPr>
          <p:cNvSpPr>
            <a:spLocks noGrp="1"/>
          </p:cNvSpPr>
          <p:nvPr>
            <p:ph type="body" sz="quarter" idx="10" hasCustomPrompt="1"/>
          </p:nvPr>
        </p:nvSpPr>
        <p:spPr>
          <a:xfrm>
            <a:off x="5811012" y="4616738"/>
            <a:ext cx="6665976" cy="1053523"/>
          </a:xfrm>
        </p:spPr>
        <p:txBody>
          <a:bodyPr anchor="ctr"/>
          <a:lstStyle>
            <a:lvl1pPr marL="0" indent="0" algn="ctr">
              <a:buFontTx/>
              <a:buNone/>
              <a:defRPr sz="6700" b="1">
                <a:solidFill>
                  <a:schemeClr val="bg1"/>
                </a:solidFill>
              </a:defRPr>
            </a:lvl1pPr>
            <a:lvl2pPr marL="685800" indent="0" algn="ctr">
              <a:buFontTx/>
              <a:buNone/>
              <a:defRPr sz="6700"/>
            </a:lvl2pPr>
            <a:lvl3pPr marL="1371600" indent="0" algn="ctr">
              <a:buFontTx/>
              <a:buNone/>
              <a:defRPr sz="6700"/>
            </a:lvl3pPr>
            <a:lvl4pPr marL="2057400" indent="0" algn="ctr">
              <a:buFontTx/>
              <a:buNone/>
              <a:defRPr sz="6700"/>
            </a:lvl4pPr>
            <a:lvl5pPr marL="2743200" indent="0" algn="ctr">
              <a:buFontTx/>
              <a:buNone/>
              <a:defRPr sz="6700"/>
            </a:lvl5pPr>
          </a:lstStyle>
          <a:p>
            <a:pPr lvl="0"/>
            <a:r>
              <a:rPr lang="en-US" dirty="0"/>
              <a:t>Thank You</a:t>
            </a:r>
          </a:p>
        </p:txBody>
      </p:sp>
      <p:sp>
        <p:nvSpPr>
          <p:cNvPr id="7" name="Text Placeholder 6">
            <a:extLst>
              <a:ext uri="{FF2B5EF4-FFF2-40B4-BE49-F238E27FC236}">
                <a16:creationId xmlns:a16="http://schemas.microsoft.com/office/drawing/2014/main" id="{B3F181F8-4834-E951-7B91-F79F6B5AB652}"/>
              </a:ext>
            </a:extLst>
          </p:cNvPr>
          <p:cNvSpPr>
            <a:spLocks noGrp="1"/>
          </p:cNvSpPr>
          <p:nvPr>
            <p:ph type="body" sz="quarter" idx="11"/>
          </p:nvPr>
        </p:nvSpPr>
        <p:spPr>
          <a:xfrm>
            <a:off x="5056632" y="5961888"/>
            <a:ext cx="8174736" cy="1179576"/>
          </a:xfrm>
        </p:spPr>
        <p:txBody>
          <a:bodyPr/>
          <a:lstStyle>
            <a:lvl1pPr marL="0" indent="0" algn="ctr">
              <a:buFontTx/>
              <a:buNone/>
              <a:defRPr sz="3200">
                <a:solidFill>
                  <a:schemeClr val="bg1"/>
                </a:solidFill>
              </a:defRPr>
            </a:lvl1pPr>
            <a:lvl2pPr marL="685800" indent="0" algn="ctr">
              <a:buFontTx/>
              <a:buNone/>
              <a:defRPr sz="3200">
                <a:solidFill>
                  <a:schemeClr val="bg1"/>
                </a:solidFill>
              </a:defRPr>
            </a:lvl2pPr>
            <a:lvl3pPr marL="1371600" indent="0" algn="ctr">
              <a:buFontTx/>
              <a:buNone/>
              <a:defRPr sz="3200">
                <a:solidFill>
                  <a:schemeClr val="bg1"/>
                </a:solidFill>
              </a:defRPr>
            </a:lvl3pPr>
            <a:lvl4pPr marL="2057400" indent="0" algn="ctr">
              <a:buFontTx/>
              <a:buNone/>
              <a:defRPr sz="3200">
                <a:solidFill>
                  <a:schemeClr val="bg1"/>
                </a:solidFill>
              </a:defRPr>
            </a:lvl4pPr>
            <a:lvl5pPr marL="2743200" indent="0" algn="ctr">
              <a:buFontTx/>
              <a:buNone/>
              <a:defRPr sz="3200">
                <a:solidFill>
                  <a:schemeClr val="bg1"/>
                </a:solidFill>
              </a:defRPr>
            </a:lvl5pPr>
          </a:lstStyle>
          <a:p>
            <a:pPr lvl="0"/>
            <a:r>
              <a:rPr lang="en-US" dirty="0"/>
              <a:t>Click to edit Master text styles</a:t>
            </a:r>
          </a:p>
        </p:txBody>
      </p:sp>
    </p:spTree>
    <p:extLst>
      <p:ext uri="{BB962C8B-B14F-4D97-AF65-F5344CB8AC3E}">
        <p14:creationId xmlns:p14="http://schemas.microsoft.com/office/powerpoint/2010/main" val="3874843293"/>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19_1_Survey">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2F920FA-AD42-076F-73BA-8EA158FC9455}"/>
              </a:ext>
            </a:extLst>
          </p:cNvPr>
          <p:cNvSpPr/>
          <p:nvPr userDrawn="1"/>
        </p:nvSpPr>
        <p:spPr>
          <a:xfrm>
            <a:off x="0" y="0"/>
            <a:ext cx="9144000" cy="10287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5">
            <a:extLst>
              <a:ext uri="{FF2B5EF4-FFF2-40B4-BE49-F238E27FC236}">
                <a16:creationId xmlns:a16="http://schemas.microsoft.com/office/drawing/2014/main" id="{78B52490-2695-AFC4-EDFA-20022AA6FF46}"/>
              </a:ext>
            </a:extLst>
          </p:cNvPr>
          <p:cNvSpPr>
            <a:spLocks noGrp="1"/>
          </p:cNvSpPr>
          <p:nvPr>
            <p:ph type="body" sz="quarter" idx="10" hasCustomPrompt="1"/>
          </p:nvPr>
        </p:nvSpPr>
        <p:spPr>
          <a:xfrm>
            <a:off x="710406" y="2403764"/>
            <a:ext cx="7723188" cy="5524500"/>
          </a:xfrm>
        </p:spPr>
        <p:txBody>
          <a:bodyPr anchor="ctr"/>
          <a:lstStyle>
            <a:lvl1pPr marL="0" indent="0">
              <a:lnSpc>
                <a:spcPts val="7640"/>
              </a:lnSpc>
              <a:buFontTx/>
              <a:buNone/>
              <a:defRPr sz="6700" b="1">
                <a:solidFill>
                  <a:schemeClr val="bg1"/>
                </a:solidFill>
              </a:defRPr>
            </a:lvl1pPr>
          </a:lstStyle>
          <a:p>
            <a:pPr lvl="0"/>
            <a:r>
              <a:rPr lang="en-US" dirty="0"/>
              <a:t>Click to edit Master text styles </a:t>
            </a:r>
          </a:p>
        </p:txBody>
      </p:sp>
      <p:sp>
        <p:nvSpPr>
          <p:cNvPr id="8" name="Picture Placeholder 7">
            <a:extLst>
              <a:ext uri="{FF2B5EF4-FFF2-40B4-BE49-F238E27FC236}">
                <a16:creationId xmlns:a16="http://schemas.microsoft.com/office/drawing/2014/main" id="{5558B487-7704-417C-3270-8E833C7DD08F}"/>
              </a:ext>
            </a:extLst>
          </p:cNvPr>
          <p:cNvSpPr>
            <a:spLocks noGrp="1"/>
          </p:cNvSpPr>
          <p:nvPr>
            <p:ph type="pic" sz="quarter" idx="11"/>
          </p:nvPr>
        </p:nvSpPr>
        <p:spPr>
          <a:xfrm>
            <a:off x="10016404" y="1485900"/>
            <a:ext cx="7315200" cy="7315200"/>
          </a:xfrm>
        </p:spPr>
        <p:txBody>
          <a:bodyPr/>
          <a:lstStyle/>
          <a:p>
            <a:endParaRPr lang="en-US"/>
          </a:p>
        </p:txBody>
      </p:sp>
    </p:spTree>
    <p:extLst>
      <p:ext uri="{BB962C8B-B14F-4D97-AF65-F5344CB8AC3E}">
        <p14:creationId xmlns:p14="http://schemas.microsoft.com/office/powerpoint/2010/main" val="3968043369"/>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9_Agenda_Image">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8A24D9CC-80BB-E3DB-AD51-E6C92115CD13}"/>
              </a:ext>
            </a:extLst>
          </p:cNvPr>
          <p:cNvSpPr>
            <a:spLocks noGrp="1"/>
          </p:cNvSpPr>
          <p:nvPr>
            <p:ph type="pic" sz="quarter" idx="13"/>
          </p:nvPr>
        </p:nvSpPr>
        <p:spPr>
          <a:xfrm>
            <a:off x="0" y="0"/>
            <a:ext cx="18288000" cy="9677399"/>
          </a:xfrm>
          <a:prstGeom prst="rect">
            <a:avLst/>
          </a:prstGeom>
        </p:spPr>
        <p:txBody>
          <a:bodyPr/>
          <a:lstStyle/>
          <a:p>
            <a:r>
              <a:rPr lang="en-US"/>
              <a:t>Click icon to add picture</a:t>
            </a:r>
          </a:p>
        </p:txBody>
      </p:sp>
      <p:sp>
        <p:nvSpPr>
          <p:cNvPr id="2" name="Title 1">
            <a:extLst>
              <a:ext uri="{FF2B5EF4-FFF2-40B4-BE49-F238E27FC236}">
                <a16:creationId xmlns:a16="http://schemas.microsoft.com/office/drawing/2014/main" id="{D5AAA151-B135-0017-B0A3-F369786B3EFD}"/>
              </a:ext>
            </a:extLst>
          </p:cNvPr>
          <p:cNvSpPr>
            <a:spLocks noGrp="1"/>
          </p:cNvSpPr>
          <p:nvPr>
            <p:ph type="title" hasCustomPrompt="1"/>
          </p:nvPr>
        </p:nvSpPr>
        <p:spPr>
          <a:xfrm>
            <a:off x="685800" y="548641"/>
            <a:ext cx="16878300" cy="1402990"/>
          </a:xfrm>
          <a:prstGeom prst="rect">
            <a:avLst/>
          </a:prstGeom>
        </p:spPr>
        <p:txBody>
          <a:bodyPr/>
          <a:lstStyle>
            <a:lvl1pPr>
              <a:defRPr>
                <a:solidFill>
                  <a:schemeClr val="bg1"/>
                </a:solidFill>
              </a:defRPr>
            </a:lvl1pPr>
          </a:lstStyle>
          <a:p>
            <a:r>
              <a:rPr lang="en-US" dirty="0"/>
              <a:t>Today’s Agenda Items</a:t>
            </a:r>
          </a:p>
        </p:txBody>
      </p:sp>
      <p:sp>
        <p:nvSpPr>
          <p:cNvPr id="3" name="Slide Number Placeholder 2">
            <a:extLst>
              <a:ext uri="{FF2B5EF4-FFF2-40B4-BE49-F238E27FC236}">
                <a16:creationId xmlns:a16="http://schemas.microsoft.com/office/drawing/2014/main" id="{39D323AB-A825-17A0-C527-E7181A65B9A6}"/>
              </a:ext>
            </a:extLst>
          </p:cNvPr>
          <p:cNvSpPr>
            <a:spLocks noGrp="1"/>
          </p:cNvSpPr>
          <p:nvPr>
            <p:ph type="sldNum" sz="quarter" idx="10"/>
          </p:nvPr>
        </p:nvSpPr>
        <p:spPr>
          <a:xfrm>
            <a:off x="685800" y="9768052"/>
            <a:ext cx="928721" cy="468452"/>
          </a:xfrm>
          <a:prstGeom prst="rect">
            <a:avLst/>
          </a:prstGeom>
        </p:spPr>
        <p:txBody>
          <a:bodyPr/>
          <a:lstStyle/>
          <a:p>
            <a:fld id="{D99DF388-D8CC-9A47-891A-7411F982D5E0}" type="slidenum">
              <a:rPr lang="en-US" smtClean="0"/>
              <a:pPr/>
              <a:t>‹#›</a:t>
            </a:fld>
            <a:endParaRPr lang="en-US" dirty="0"/>
          </a:p>
        </p:txBody>
      </p:sp>
      <p:sp>
        <p:nvSpPr>
          <p:cNvPr id="6" name="Text Placeholder 5">
            <a:extLst>
              <a:ext uri="{FF2B5EF4-FFF2-40B4-BE49-F238E27FC236}">
                <a16:creationId xmlns:a16="http://schemas.microsoft.com/office/drawing/2014/main" id="{FA360452-1E6C-F680-4C6C-FEBD29EB28D0}"/>
              </a:ext>
            </a:extLst>
          </p:cNvPr>
          <p:cNvSpPr>
            <a:spLocks noGrp="1"/>
          </p:cNvSpPr>
          <p:nvPr>
            <p:ph type="body" sz="quarter" idx="12" hasCustomPrompt="1"/>
          </p:nvPr>
        </p:nvSpPr>
        <p:spPr>
          <a:xfrm>
            <a:off x="685800" y="2014298"/>
            <a:ext cx="16878300" cy="7105650"/>
          </a:xfrm>
          <a:prstGeom prst="rect">
            <a:avLst/>
          </a:prstGeom>
        </p:spPr>
        <p:txBody>
          <a:bodyPr>
            <a:noAutofit/>
          </a:bodyPr>
          <a:lstStyle>
            <a:lvl1pPr marL="1143000" indent="-457200">
              <a:lnSpc>
                <a:spcPct val="200000"/>
              </a:lnSpc>
              <a:spcBef>
                <a:spcPts val="500"/>
              </a:spcBef>
              <a:buFont typeface="+mj-lt"/>
              <a:buAutoNum type="arabicPeriod"/>
              <a:defRPr sz="3200">
                <a:solidFill>
                  <a:schemeClr val="bg1"/>
                </a:solidFill>
              </a:defRPr>
            </a:lvl1pPr>
          </a:lstStyle>
          <a:p>
            <a:pPr lvl="0"/>
            <a:r>
              <a:rPr lang="en-US" dirty="0"/>
              <a:t>Section title one goes here</a:t>
            </a:r>
          </a:p>
          <a:p>
            <a:pPr lvl="0"/>
            <a:r>
              <a:rPr lang="en-US" dirty="0"/>
              <a:t>Section title two goes here</a:t>
            </a:r>
          </a:p>
          <a:p>
            <a:pPr lvl="0"/>
            <a:r>
              <a:rPr lang="en-US" dirty="0"/>
              <a:t>Section title three goes here</a:t>
            </a:r>
          </a:p>
          <a:p>
            <a:pPr lvl="0"/>
            <a:r>
              <a:rPr lang="en-US" dirty="0"/>
              <a:t>Section title four goes here</a:t>
            </a:r>
          </a:p>
          <a:p>
            <a:pPr lvl="0"/>
            <a:r>
              <a:rPr lang="en-US" dirty="0"/>
              <a:t>Section title five goes here</a:t>
            </a:r>
          </a:p>
          <a:p>
            <a:pPr lvl="0"/>
            <a:r>
              <a:rPr lang="en-US" dirty="0"/>
              <a:t>Section title six goes here</a:t>
            </a:r>
          </a:p>
          <a:p>
            <a:pPr lvl="0"/>
            <a:r>
              <a:rPr lang="en-US" dirty="0"/>
              <a:t>Section title seven goes here</a:t>
            </a:r>
          </a:p>
          <a:p>
            <a:pPr lvl="0"/>
            <a:endParaRPr lang="en-US" dirty="0"/>
          </a:p>
        </p:txBody>
      </p:sp>
    </p:spTree>
    <p:extLst>
      <p:ext uri="{BB962C8B-B14F-4D97-AF65-F5344CB8AC3E}">
        <p14:creationId xmlns:p14="http://schemas.microsoft.com/office/powerpoint/2010/main" val="301309042"/>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548641"/>
            <a:ext cx="16878300" cy="1402990"/>
          </a:xfrm>
          <a:prstGeom prst="rect">
            <a:avLst/>
          </a:prstGeom>
        </p:spPr>
        <p:txBody>
          <a:bodyPr/>
          <a:lstStyle/>
          <a:p>
            <a:r>
              <a:rPr lang="en-US"/>
              <a:t>Click to edit Master title style</a:t>
            </a:r>
            <a:endParaRPr lang="en-US" dirty="0"/>
          </a:p>
        </p:txBody>
      </p:sp>
      <p:sp>
        <p:nvSpPr>
          <p:cNvPr id="3" name="Content Placeholder 2"/>
          <p:cNvSpPr>
            <a:spLocks noGrp="1"/>
          </p:cNvSpPr>
          <p:nvPr>
            <p:ph idx="1"/>
          </p:nvPr>
        </p:nvSpPr>
        <p:spPr>
          <a:xfrm>
            <a:off x="685800" y="2755062"/>
            <a:ext cx="16878300" cy="6527007"/>
          </a:xfrm>
          <a:prstGeom prst="rect">
            <a:avLst/>
          </a:prstGeo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Slide Number Placeholder 7">
            <a:extLst>
              <a:ext uri="{FF2B5EF4-FFF2-40B4-BE49-F238E27FC236}">
                <a16:creationId xmlns:a16="http://schemas.microsoft.com/office/drawing/2014/main" id="{CAC66DE0-5E19-7244-5ABB-EF663FE0F26A}"/>
              </a:ext>
            </a:extLst>
          </p:cNvPr>
          <p:cNvSpPr>
            <a:spLocks noGrp="1"/>
          </p:cNvSpPr>
          <p:nvPr>
            <p:ph type="sldNum" sz="quarter" idx="10"/>
          </p:nvPr>
        </p:nvSpPr>
        <p:spPr>
          <a:xfrm>
            <a:off x="685800" y="9768052"/>
            <a:ext cx="928721" cy="468452"/>
          </a:xfrm>
          <a:prstGeom prst="rect">
            <a:avLst/>
          </a:prstGeom>
        </p:spPr>
        <p:txBody>
          <a:bodyPr/>
          <a:lstStyle/>
          <a:p>
            <a:fld id="{D99DF388-D8CC-9A47-891A-7411F982D5E0}" type="slidenum">
              <a:rPr lang="en-US" smtClean="0"/>
              <a:pPr/>
              <a:t>‹#›</a:t>
            </a:fld>
            <a:endParaRPr lang="en-US" dirty="0"/>
          </a:p>
        </p:txBody>
      </p:sp>
      <p:cxnSp>
        <p:nvCxnSpPr>
          <p:cNvPr id="5" name="Straight Connector 4">
            <a:extLst>
              <a:ext uri="{FF2B5EF4-FFF2-40B4-BE49-F238E27FC236}">
                <a16:creationId xmlns:a16="http://schemas.microsoft.com/office/drawing/2014/main" id="{7411D337-D69C-FAA7-28F3-22E8CC182B38}"/>
              </a:ext>
            </a:extLst>
          </p:cNvPr>
          <p:cNvCxnSpPr/>
          <p:nvPr userDrawn="1"/>
        </p:nvCxnSpPr>
        <p:spPr>
          <a:xfrm>
            <a:off x="793683" y="2119302"/>
            <a:ext cx="807260" cy="0"/>
          </a:xfrm>
          <a:prstGeom prst="line">
            <a:avLst/>
          </a:prstGeom>
          <a:ln w="47625">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33366961"/>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47775" y="2564607"/>
            <a:ext cx="15773400" cy="4279106"/>
          </a:xfrm>
          <a:prstGeom prst="rect">
            <a:avLst/>
          </a:prstGeom>
        </p:spPr>
        <p:txBody>
          <a:bodyPr anchor="b"/>
          <a:lstStyle>
            <a:lvl1pPr>
              <a:defRPr sz="9000"/>
            </a:lvl1pPr>
          </a:lstStyle>
          <a:p>
            <a:r>
              <a:rPr lang="en-US"/>
              <a:t>Click to edit Master title style</a:t>
            </a:r>
            <a:endParaRPr lang="en-US" dirty="0"/>
          </a:p>
        </p:txBody>
      </p:sp>
      <p:sp>
        <p:nvSpPr>
          <p:cNvPr id="3" name="Text Placeholder 2"/>
          <p:cNvSpPr>
            <a:spLocks noGrp="1"/>
          </p:cNvSpPr>
          <p:nvPr>
            <p:ph type="body" idx="1"/>
          </p:nvPr>
        </p:nvSpPr>
        <p:spPr>
          <a:xfrm>
            <a:off x="1247775" y="6884195"/>
            <a:ext cx="15773400" cy="2250281"/>
          </a:xfrm>
          <a:prstGeom prst="rect">
            <a:avLst/>
          </a:prstGeom>
        </p:spPr>
        <p:txBody>
          <a:bodyPr/>
          <a:lstStyle>
            <a:lvl1pPr marL="0" indent="0">
              <a:buNone/>
              <a:defRPr sz="3600">
                <a:solidFill>
                  <a:schemeClr val="tx2"/>
                </a:solidFill>
              </a:defRPr>
            </a:lvl1pPr>
            <a:lvl2pPr marL="685800" indent="0">
              <a:buNone/>
              <a:defRPr sz="3000">
                <a:solidFill>
                  <a:schemeClr val="tx1">
                    <a:tint val="75000"/>
                  </a:schemeClr>
                </a:solidFill>
              </a:defRPr>
            </a:lvl2pPr>
            <a:lvl3pPr marL="1371600" indent="0">
              <a:buNone/>
              <a:defRPr sz="2700">
                <a:solidFill>
                  <a:schemeClr val="tx1">
                    <a:tint val="75000"/>
                  </a:schemeClr>
                </a:solidFill>
              </a:defRPr>
            </a:lvl3pPr>
            <a:lvl4pPr marL="2057400" indent="0">
              <a:buNone/>
              <a:defRPr sz="2400">
                <a:solidFill>
                  <a:schemeClr val="tx1">
                    <a:tint val="75000"/>
                  </a:schemeClr>
                </a:solidFill>
              </a:defRPr>
            </a:lvl4pPr>
            <a:lvl5pPr marL="2743200" indent="0">
              <a:buNone/>
              <a:defRPr sz="2400">
                <a:solidFill>
                  <a:schemeClr val="tx1">
                    <a:tint val="75000"/>
                  </a:schemeClr>
                </a:solidFill>
              </a:defRPr>
            </a:lvl5pPr>
            <a:lvl6pPr marL="3429000" indent="0">
              <a:buNone/>
              <a:defRPr sz="2400">
                <a:solidFill>
                  <a:schemeClr val="tx1">
                    <a:tint val="75000"/>
                  </a:schemeClr>
                </a:solidFill>
              </a:defRPr>
            </a:lvl6pPr>
            <a:lvl7pPr marL="4114800" indent="0">
              <a:buNone/>
              <a:defRPr sz="2400">
                <a:solidFill>
                  <a:schemeClr val="tx1">
                    <a:tint val="75000"/>
                  </a:schemeClr>
                </a:solidFill>
              </a:defRPr>
            </a:lvl7pPr>
            <a:lvl8pPr marL="4800600" indent="0">
              <a:buNone/>
              <a:defRPr sz="2400">
                <a:solidFill>
                  <a:schemeClr val="tx1">
                    <a:tint val="75000"/>
                  </a:schemeClr>
                </a:solidFill>
              </a:defRPr>
            </a:lvl8pPr>
            <a:lvl9pPr marL="5486400" indent="0">
              <a:buNone/>
              <a:defRPr sz="2400">
                <a:solidFill>
                  <a:schemeClr val="tx1">
                    <a:tint val="75000"/>
                  </a:schemeClr>
                </a:solidFill>
              </a:defRPr>
            </a:lvl9pPr>
          </a:lstStyle>
          <a:p>
            <a:pPr lvl="0"/>
            <a:r>
              <a:rPr lang="en-US" dirty="0"/>
              <a:t>Click to edit Master text styles</a:t>
            </a:r>
          </a:p>
        </p:txBody>
      </p:sp>
      <p:sp>
        <p:nvSpPr>
          <p:cNvPr id="6" name="Slide Number Placeholder 5"/>
          <p:cNvSpPr>
            <a:spLocks noGrp="1"/>
          </p:cNvSpPr>
          <p:nvPr>
            <p:ph type="sldNum" sz="quarter" idx="12"/>
          </p:nvPr>
        </p:nvSpPr>
        <p:spPr>
          <a:xfrm>
            <a:off x="685800" y="9768052"/>
            <a:ext cx="928721" cy="468452"/>
          </a:xfrm>
          <a:prstGeom prst="rect">
            <a:avLst/>
          </a:prstGeom>
        </p:spPr>
        <p:txBody>
          <a:bodyPr/>
          <a:lstStyle/>
          <a:p>
            <a:fld id="{D99DF388-D8CC-9A47-891A-7411F982D5E0}" type="slidenum">
              <a:rPr lang="en-US" smtClean="0"/>
              <a:t>‹#›</a:t>
            </a:fld>
            <a:endParaRPr lang="en-US"/>
          </a:p>
        </p:txBody>
      </p:sp>
    </p:spTree>
    <p:extLst>
      <p:ext uri="{BB962C8B-B14F-4D97-AF65-F5344CB8AC3E}">
        <p14:creationId xmlns:p14="http://schemas.microsoft.com/office/powerpoint/2010/main" val="853564602"/>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548641"/>
            <a:ext cx="16878300" cy="1402990"/>
          </a:xfrm>
          <a:prstGeom prst="rect">
            <a:avLst/>
          </a:prstGeom>
        </p:spPr>
        <p:txBody>
          <a:bodyPr/>
          <a:lstStyle/>
          <a:p>
            <a:r>
              <a:rPr lang="en-US"/>
              <a:t>Click to edit Master title style</a:t>
            </a:r>
            <a:endParaRPr lang="en-US" dirty="0"/>
          </a:p>
        </p:txBody>
      </p:sp>
      <p:sp>
        <p:nvSpPr>
          <p:cNvPr id="3" name="Content Placeholder 2"/>
          <p:cNvSpPr>
            <a:spLocks noGrp="1"/>
          </p:cNvSpPr>
          <p:nvPr>
            <p:ph sz="half" idx="1"/>
          </p:nvPr>
        </p:nvSpPr>
        <p:spPr>
          <a:xfrm>
            <a:off x="1257300" y="2738437"/>
            <a:ext cx="7772400" cy="6527007"/>
          </a:xfrm>
          <a:prstGeom prst="rect">
            <a:avLst/>
          </a:prstGeo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9258300" y="2738437"/>
            <a:ext cx="7772400" cy="6527007"/>
          </a:xfrm>
          <a:prstGeom prst="rect">
            <a:avLst/>
          </a:prstGeo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6"/>
          <p:cNvSpPr>
            <a:spLocks noGrp="1"/>
          </p:cNvSpPr>
          <p:nvPr>
            <p:ph type="sldNum" sz="quarter" idx="12"/>
          </p:nvPr>
        </p:nvSpPr>
        <p:spPr>
          <a:xfrm>
            <a:off x="685800" y="9768052"/>
            <a:ext cx="928721" cy="468452"/>
          </a:xfrm>
          <a:prstGeom prst="rect">
            <a:avLst/>
          </a:prstGeom>
        </p:spPr>
        <p:txBody>
          <a:bodyPr/>
          <a:lstStyle/>
          <a:p>
            <a:fld id="{D99DF388-D8CC-9A47-891A-7411F982D5E0}" type="slidenum">
              <a:rPr lang="en-US" smtClean="0"/>
              <a:t>‹#›</a:t>
            </a:fld>
            <a:endParaRPr lang="en-US"/>
          </a:p>
        </p:txBody>
      </p:sp>
      <p:cxnSp>
        <p:nvCxnSpPr>
          <p:cNvPr id="5" name="Straight Connector 4">
            <a:extLst>
              <a:ext uri="{FF2B5EF4-FFF2-40B4-BE49-F238E27FC236}">
                <a16:creationId xmlns:a16="http://schemas.microsoft.com/office/drawing/2014/main" id="{243AAE71-AEBB-1E73-37A8-A6A8764E0225}"/>
              </a:ext>
            </a:extLst>
          </p:cNvPr>
          <p:cNvCxnSpPr/>
          <p:nvPr userDrawn="1"/>
        </p:nvCxnSpPr>
        <p:spPr>
          <a:xfrm>
            <a:off x="793683" y="2119302"/>
            <a:ext cx="807260" cy="0"/>
          </a:xfrm>
          <a:prstGeom prst="line">
            <a:avLst/>
          </a:prstGeom>
          <a:ln w="47625">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42163138"/>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59682" y="547688"/>
            <a:ext cx="15773400" cy="1988345"/>
          </a:xfrm>
          <a:prstGeom prst="rect">
            <a:avLst/>
          </a:prstGeom>
        </p:spPr>
        <p:txBody>
          <a:bodyPr/>
          <a:lstStyle/>
          <a:p>
            <a:r>
              <a:rPr lang="en-US"/>
              <a:t>Click to edit Master title style</a:t>
            </a:r>
            <a:endParaRPr lang="en-US" dirty="0"/>
          </a:p>
        </p:txBody>
      </p:sp>
      <p:sp>
        <p:nvSpPr>
          <p:cNvPr id="3" name="Text Placeholder 2"/>
          <p:cNvSpPr>
            <a:spLocks noGrp="1"/>
          </p:cNvSpPr>
          <p:nvPr>
            <p:ph type="body" idx="1"/>
          </p:nvPr>
        </p:nvSpPr>
        <p:spPr>
          <a:xfrm>
            <a:off x="1259683" y="2521745"/>
            <a:ext cx="7736681" cy="1235868"/>
          </a:xfrm>
          <a:prstGeom prst="rect">
            <a:avLst/>
          </a:prstGeom>
        </p:spPr>
        <p:txBody>
          <a:bodyPr anchor="b"/>
          <a:lstStyle>
            <a:lvl1pPr marL="0" indent="0">
              <a:buNone/>
              <a:defRPr sz="3600" b="1">
                <a:solidFill>
                  <a:schemeClr val="tx2"/>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4" name="Content Placeholder 3"/>
          <p:cNvSpPr>
            <a:spLocks noGrp="1"/>
          </p:cNvSpPr>
          <p:nvPr>
            <p:ph sz="half" idx="2"/>
          </p:nvPr>
        </p:nvSpPr>
        <p:spPr>
          <a:xfrm>
            <a:off x="1259683" y="3757613"/>
            <a:ext cx="7736681" cy="5526882"/>
          </a:xfrm>
          <a:prstGeom prst="rect">
            <a:avLst/>
          </a:prstGeo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9258300" y="2521745"/>
            <a:ext cx="7774782" cy="1235868"/>
          </a:xfrm>
          <a:prstGeom prst="rect">
            <a:avLst/>
          </a:prstGeom>
        </p:spPr>
        <p:txBody>
          <a:bodyPr anchor="b"/>
          <a:lstStyle>
            <a:lvl1pPr marL="0" indent="0">
              <a:buNone/>
              <a:defRPr sz="3600" b="1">
                <a:solidFill>
                  <a:schemeClr val="tx2"/>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6" name="Content Placeholder 5"/>
          <p:cNvSpPr>
            <a:spLocks noGrp="1"/>
          </p:cNvSpPr>
          <p:nvPr>
            <p:ph sz="quarter" idx="4"/>
          </p:nvPr>
        </p:nvSpPr>
        <p:spPr>
          <a:xfrm>
            <a:off x="9258300" y="3757613"/>
            <a:ext cx="7774782" cy="5526882"/>
          </a:xfrm>
          <a:prstGeom prst="rect">
            <a:avLst/>
          </a:prstGeo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lide Number Placeholder 8"/>
          <p:cNvSpPr>
            <a:spLocks noGrp="1"/>
          </p:cNvSpPr>
          <p:nvPr>
            <p:ph type="sldNum" sz="quarter" idx="12"/>
          </p:nvPr>
        </p:nvSpPr>
        <p:spPr>
          <a:xfrm>
            <a:off x="685800" y="9768052"/>
            <a:ext cx="928721" cy="468452"/>
          </a:xfrm>
          <a:prstGeom prst="rect">
            <a:avLst/>
          </a:prstGeom>
        </p:spPr>
        <p:txBody>
          <a:bodyPr/>
          <a:lstStyle/>
          <a:p>
            <a:fld id="{D99DF388-D8CC-9A47-891A-7411F982D5E0}" type="slidenum">
              <a:rPr lang="en-US" smtClean="0"/>
              <a:t>‹#›</a:t>
            </a:fld>
            <a:endParaRPr lang="en-US"/>
          </a:p>
        </p:txBody>
      </p:sp>
      <p:cxnSp>
        <p:nvCxnSpPr>
          <p:cNvPr id="7" name="Straight Connector 6">
            <a:extLst>
              <a:ext uri="{FF2B5EF4-FFF2-40B4-BE49-F238E27FC236}">
                <a16:creationId xmlns:a16="http://schemas.microsoft.com/office/drawing/2014/main" id="{09483C59-F915-EF3B-CED7-508071F4ED32}"/>
              </a:ext>
            </a:extLst>
          </p:cNvPr>
          <p:cNvCxnSpPr/>
          <p:nvPr userDrawn="1"/>
        </p:nvCxnSpPr>
        <p:spPr>
          <a:xfrm>
            <a:off x="1297861" y="2707131"/>
            <a:ext cx="807260" cy="0"/>
          </a:xfrm>
          <a:prstGeom prst="line">
            <a:avLst/>
          </a:prstGeom>
          <a:ln w="47625">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3702365"/>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85800" y="548641"/>
            <a:ext cx="16878300" cy="1402990"/>
          </a:xfrm>
          <a:prstGeom prst="rect">
            <a:avLst/>
          </a:prstGeom>
        </p:spPr>
        <p:txBody>
          <a:bodyPr/>
          <a:lstStyle/>
          <a:p>
            <a:r>
              <a:rPr lang="en-US"/>
              <a:t>Click to edit Master title style</a:t>
            </a:r>
            <a:endParaRPr lang="en-US" dirty="0"/>
          </a:p>
        </p:txBody>
      </p:sp>
      <p:sp>
        <p:nvSpPr>
          <p:cNvPr id="5" name="Slide Number Placeholder 4"/>
          <p:cNvSpPr>
            <a:spLocks noGrp="1"/>
          </p:cNvSpPr>
          <p:nvPr>
            <p:ph type="sldNum" sz="quarter" idx="12"/>
          </p:nvPr>
        </p:nvSpPr>
        <p:spPr>
          <a:xfrm>
            <a:off x="685800" y="9768052"/>
            <a:ext cx="928721" cy="468452"/>
          </a:xfrm>
          <a:prstGeom prst="rect">
            <a:avLst/>
          </a:prstGeom>
        </p:spPr>
        <p:txBody>
          <a:bodyPr/>
          <a:lstStyle/>
          <a:p>
            <a:fld id="{D99DF388-D8CC-9A47-891A-7411F982D5E0}" type="slidenum">
              <a:rPr lang="en-US" smtClean="0"/>
              <a:t>‹#›</a:t>
            </a:fld>
            <a:endParaRPr lang="en-US"/>
          </a:p>
        </p:txBody>
      </p:sp>
      <p:cxnSp>
        <p:nvCxnSpPr>
          <p:cNvPr id="3" name="Straight Connector 2">
            <a:extLst>
              <a:ext uri="{FF2B5EF4-FFF2-40B4-BE49-F238E27FC236}">
                <a16:creationId xmlns:a16="http://schemas.microsoft.com/office/drawing/2014/main" id="{7C5D5439-8610-D13E-9D62-36262F276558}"/>
              </a:ext>
            </a:extLst>
          </p:cNvPr>
          <p:cNvCxnSpPr/>
          <p:nvPr userDrawn="1"/>
        </p:nvCxnSpPr>
        <p:spPr>
          <a:xfrm>
            <a:off x="793683" y="2119302"/>
            <a:ext cx="807260" cy="0"/>
          </a:xfrm>
          <a:prstGeom prst="line">
            <a:avLst/>
          </a:prstGeom>
          <a:ln w="47625">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12008944"/>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685800" y="9768052"/>
            <a:ext cx="928721" cy="468452"/>
          </a:xfrm>
          <a:prstGeom prst="rect">
            <a:avLst/>
          </a:prstGeom>
        </p:spPr>
        <p:txBody>
          <a:bodyPr/>
          <a:lstStyle/>
          <a:p>
            <a:fld id="{D99DF388-D8CC-9A47-891A-7411F982D5E0}" type="slidenum">
              <a:rPr lang="en-US" smtClean="0"/>
              <a:t>‹#›</a:t>
            </a:fld>
            <a:endParaRPr lang="en-US"/>
          </a:p>
        </p:txBody>
      </p:sp>
    </p:spTree>
    <p:extLst>
      <p:ext uri="{BB962C8B-B14F-4D97-AF65-F5344CB8AC3E}">
        <p14:creationId xmlns:p14="http://schemas.microsoft.com/office/powerpoint/2010/main" val="3348669536"/>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59683" y="685800"/>
            <a:ext cx="5898356" cy="2400300"/>
          </a:xfrm>
          <a:prstGeom prst="rect">
            <a:avLst/>
          </a:prstGeom>
        </p:spPr>
        <p:txBody>
          <a:bodyPr anchor="b"/>
          <a:lstStyle>
            <a:lvl1pPr>
              <a:defRPr sz="4800"/>
            </a:lvl1pPr>
          </a:lstStyle>
          <a:p>
            <a:r>
              <a:rPr lang="en-US"/>
              <a:t>Click to edit Master title style</a:t>
            </a:r>
            <a:endParaRPr lang="en-US" dirty="0"/>
          </a:p>
        </p:txBody>
      </p:sp>
      <p:sp>
        <p:nvSpPr>
          <p:cNvPr id="3" name="Content Placeholder 2"/>
          <p:cNvSpPr>
            <a:spLocks noGrp="1"/>
          </p:cNvSpPr>
          <p:nvPr>
            <p:ph idx="1"/>
          </p:nvPr>
        </p:nvSpPr>
        <p:spPr>
          <a:xfrm>
            <a:off x="7774782" y="1481138"/>
            <a:ext cx="9258300" cy="7310438"/>
          </a:xfrm>
          <a:prstGeom prst="rect">
            <a:avLst/>
          </a:prstGeom>
        </p:spPr>
        <p:txBody>
          <a:bodyPr/>
          <a:lstStyle>
            <a:lvl1pPr>
              <a:defRPr sz="4800"/>
            </a:lvl1pPr>
            <a:lvl2pPr>
              <a:defRPr sz="4200"/>
            </a:lvl2pPr>
            <a:lvl3pPr>
              <a:defRPr sz="3600"/>
            </a:lvl3pPr>
            <a:lvl4pPr>
              <a:defRPr sz="3000"/>
            </a:lvl4pPr>
            <a:lvl5pPr>
              <a:defRPr sz="3000"/>
            </a:lvl5pPr>
            <a:lvl6pPr>
              <a:defRPr sz="3000"/>
            </a:lvl6pPr>
            <a:lvl7pPr>
              <a:defRPr sz="3000"/>
            </a:lvl7pPr>
            <a:lvl8pPr>
              <a:defRPr sz="3000"/>
            </a:lvl8pPr>
            <a:lvl9pPr>
              <a:defRPr sz="3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59683" y="3086100"/>
            <a:ext cx="5898356" cy="5717382"/>
          </a:xfrm>
          <a:prstGeom prst="rect">
            <a:avLst/>
          </a:prstGeom>
        </p:spPr>
        <p:txBody>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t>Click to edit Master text styles</a:t>
            </a:r>
          </a:p>
        </p:txBody>
      </p:sp>
      <p:sp>
        <p:nvSpPr>
          <p:cNvPr id="7" name="Slide Number Placeholder 6"/>
          <p:cNvSpPr>
            <a:spLocks noGrp="1"/>
          </p:cNvSpPr>
          <p:nvPr>
            <p:ph type="sldNum" sz="quarter" idx="12"/>
          </p:nvPr>
        </p:nvSpPr>
        <p:spPr>
          <a:xfrm>
            <a:off x="685800" y="9768052"/>
            <a:ext cx="928721" cy="468452"/>
          </a:xfrm>
          <a:prstGeom prst="rect">
            <a:avLst/>
          </a:prstGeom>
        </p:spPr>
        <p:txBody>
          <a:bodyPr/>
          <a:lstStyle/>
          <a:p>
            <a:fld id="{D99DF388-D8CC-9A47-891A-7411F982D5E0}" type="slidenum">
              <a:rPr lang="en-US" smtClean="0"/>
              <a:t>‹#›</a:t>
            </a:fld>
            <a:endParaRPr lang="en-US"/>
          </a:p>
        </p:txBody>
      </p:sp>
    </p:spTree>
    <p:extLst>
      <p:ext uri="{BB962C8B-B14F-4D97-AF65-F5344CB8AC3E}">
        <p14:creationId xmlns:p14="http://schemas.microsoft.com/office/powerpoint/2010/main" val="3083393145"/>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59683" y="685800"/>
            <a:ext cx="5898356" cy="2400300"/>
          </a:xfrm>
          <a:prstGeom prst="rect">
            <a:avLst/>
          </a:prstGeom>
        </p:spPr>
        <p:txBody>
          <a:bodyPr anchor="b"/>
          <a:lstStyle>
            <a:lvl1pPr>
              <a:defRPr sz="4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774782" y="1481138"/>
            <a:ext cx="9258300" cy="7310438"/>
          </a:xfrm>
          <a:prstGeom prst="rect">
            <a:avLst/>
          </a:prstGeom>
        </p:spPr>
        <p:txBody>
          <a:bodyPr anchor="t"/>
          <a:lstStyle>
            <a:lvl1pPr marL="0" indent="0">
              <a:buNone/>
              <a:defRPr sz="4800"/>
            </a:lvl1pPr>
            <a:lvl2pPr marL="685800" indent="0">
              <a:buNone/>
              <a:defRPr sz="4200"/>
            </a:lvl2pPr>
            <a:lvl3pPr marL="1371600" indent="0">
              <a:buNone/>
              <a:defRPr sz="3600"/>
            </a:lvl3pPr>
            <a:lvl4pPr marL="2057400" indent="0">
              <a:buNone/>
              <a:defRPr sz="3000"/>
            </a:lvl4pPr>
            <a:lvl5pPr marL="2743200" indent="0">
              <a:buNone/>
              <a:defRPr sz="3000"/>
            </a:lvl5pPr>
            <a:lvl6pPr marL="3429000" indent="0">
              <a:buNone/>
              <a:defRPr sz="3000"/>
            </a:lvl6pPr>
            <a:lvl7pPr marL="4114800" indent="0">
              <a:buNone/>
              <a:defRPr sz="3000"/>
            </a:lvl7pPr>
            <a:lvl8pPr marL="4800600" indent="0">
              <a:buNone/>
              <a:defRPr sz="3000"/>
            </a:lvl8pPr>
            <a:lvl9pPr marL="5486400" indent="0">
              <a:buNone/>
              <a:defRPr sz="3000"/>
            </a:lvl9pPr>
          </a:lstStyle>
          <a:p>
            <a:r>
              <a:rPr lang="en-US"/>
              <a:t>Click icon to add picture</a:t>
            </a:r>
            <a:endParaRPr lang="en-US" dirty="0"/>
          </a:p>
        </p:txBody>
      </p:sp>
      <p:sp>
        <p:nvSpPr>
          <p:cNvPr id="4" name="Text Placeholder 3"/>
          <p:cNvSpPr>
            <a:spLocks noGrp="1"/>
          </p:cNvSpPr>
          <p:nvPr>
            <p:ph type="body" sz="half" idx="2"/>
          </p:nvPr>
        </p:nvSpPr>
        <p:spPr>
          <a:xfrm>
            <a:off x="1259683" y="3086100"/>
            <a:ext cx="5898356" cy="5717382"/>
          </a:xfrm>
          <a:prstGeom prst="rect">
            <a:avLst/>
          </a:prstGeom>
        </p:spPr>
        <p:txBody>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t>Click to edit Master text styles</a:t>
            </a:r>
          </a:p>
        </p:txBody>
      </p:sp>
      <p:sp>
        <p:nvSpPr>
          <p:cNvPr id="7" name="Slide Number Placeholder 6"/>
          <p:cNvSpPr>
            <a:spLocks noGrp="1"/>
          </p:cNvSpPr>
          <p:nvPr>
            <p:ph type="sldNum" sz="quarter" idx="12"/>
          </p:nvPr>
        </p:nvSpPr>
        <p:spPr>
          <a:xfrm>
            <a:off x="685800" y="9768052"/>
            <a:ext cx="928721" cy="468452"/>
          </a:xfrm>
          <a:prstGeom prst="rect">
            <a:avLst/>
          </a:prstGeom>
        </p:spPr>
        <p:txBody>
          <a:bodyPr/>
          <a:lstStyle/>
          <a:p>
            <a:fld id="{D99DF388-D8CC-9A47-891A-7411F982D5E0}" type="slidenum">
              <a:rPr lang="en-US" smtClean="0"/>
              <a:t>‹#›</a:t>
            </a:fld>
            <a:endParaRPr lang="en-US"/>
          </a:p>
        </p:txBody>
      </p:sp>
    </p:spTree>
    <p:extLst>
      <p:ext uri="{BB962C8B-B14F-4D97-AF65-F5344CB8AC3E}">
        <p14:creationId xmlns:p14="http://schemas.microsoft.com/office/powerpoint/2010/main" val="2123343575"/>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85800" y="548641"/>
            <a:ext cx="16878300" cy="1402990"/>
          </a:xfrm>
          <a:prstGeom prst="rect">
            <a:avLst/>
          </a:prstGeo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685800" y="2738437"/>
            <a:ext cx="16878300" cy="6527007"/>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12"/>
          </p:nvPr>
        </p:nvSpPr>
        <p:spPr>
          <a:xfrm>
            <a:off x="685800" y="9768052"/>
            <a:ext cx="928721" cy="468452"/>
          </a:xfrm>
          <a:prstGeom prst="rect">
            <a:avLst/>
          </a:prstGeom>
        </p:spPr>
        <p:txBody>
          <a:bodyPr/>
          <a:lstStyle/>
          <a:p>
            <a:fld id="{D99DF388-D8CC-9A47-891A-7411F982D5E0}" type="slidenum">
              <a:rPr lang="en-US" smtClean="0"/>
              <a:t>‹#›</a:t>
            </a:fld>
            <a:endParaRPr lang="en-US"/>
          </a:p>
        </p:txBody>
      </p:sp>
      <p:cxnSp>
        <p:nvCxnSpPr>
          <p:cNvPr id="4" name="Straight Connector 3">
            <a:extLst>
              <a:ext uri="{FF2B5EF4-FFF2-40B4-BE49-F238E27FC236}">
                <a16:creationId xmlns:a16="http://schemas.microsoft.com/office/drawing/2014/main" id="{8A199A21-2C97-9306-293D-861943F3736E}"/>
              </a:ext>
            </a:extLst>
          </p:cNvPr>
          <p:cNvCxnSpPr/>
          <p:nvPr userDrawn="1"/>
        </p:nvCxnSpPr>
        <p:spPr>
          <a:xfrm>
            <a:off x="793683" y="2087218"/>
            <a:ext cx="807260" cy="0"/>
          </a:xfrm>
          <a:prstGeom prst="line">
            <a:avLst/>
          </a:prstGeom>
          <a:ln w="47625">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27127011"/>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3087350" y="547687"/>
            <a:ext cx="3943350" cy="8717757"/>
          </a:xfrm>
          <a:prstGeom prst="rect">
            <a:avLst/>
          </a:prstGeo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57300" y="547687"/>
            <a:ext cx="11601450" cy="8717757"/>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12"/>
          </p:nvPr>
        </p:nvSpPr>
        <p:spPr>
          <a:xfrm>
            <a:off x="685800" y="9768052"/>
            <a:ext cx="928721" cy="468452"/>
          </a:xfrm>
          <a:prstGeom prst="rect">
            <a:avLst/>
          </a:prstGeom>
        </p:spPr>
        <p:txBody>
          <a:bodyPr/>
          <a:lstStyle/>
          <a:p>
            <a:fld id="{D99DF388-D8CC-9A47-891A-7411F982D5E0}" type="slidenum">
              <a:rPr lang="en-US" smtClean="0"/>
              <a:t>‹#›</a:t>
            </a:fld>
            <a:endParaRPr lang="en-US"/>
          </a:p>
        </p:txBody>
      </p:sp>
    </p:spTree>
    <p:extLst>
      <p:ext uri="{BB962C8B-B14F-4D97-AF65-F5344CB8AC3E}">
        <p14:creationId xmlns:p14="http://schemas.microsoft.com/office/powerpoint/2010/main" val="15714364"/>
      </p:ext>
    </p:extLst>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74" Type="http://schemas.openxmlformats.org/officeDocument/2006/relationships/theme" Target="../theme/theme1.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75" Type="http://schemas.openxmlformats.org/officeDocument/2006/relationships/image" Target="../media/image1.emf"/><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71" Type="http://schemas.openxmlformats.org/officeDocument/2006/relationships/slideLayout" Target="../slideLayouts/slideLayout7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E113DC50-0DA5-D9DF-8367-362F6FC024D8}"/>
              </a:ext>
            </a:extLst>
          </p:cNvPr>
          <p:cNvGrpSpPr/>
          <p:nvPr userDrawn="1"/>
        </p:nvGrpSpPr>
        <p:grpSpPr>
          <a:xfrm>
            <a:off x="0" y="9680718"/>
            <a:ext cx="18288000" cy="610929"/>
            <a:chOff x="0" y="9680718"/>
            <a:chExt cx="18288000" cy="610929"/>
          </a:xfrm>
        </p:grpSpPr>
        <p:sp>
          <p:nvSpPr>
            <p:cNvPr id="7" name="Rectangle 6">
              <a:extLst>
                <a:ext uri="{FF2B5EF4-FFF2-40B4-BE49-F238E27FC236}">
                  <a16:creationId xmlns:a16="http://schemas.microsoft.com/office/drawing/2014/main" id="{23FE999F-273E-0415-C707-D943E849199F}"/>
                </a:ext>
              </a:extLst>
            </p:cNvPr>
            <p:cNvSpPr/>
            <p:nvPr/>
          </p:nvSpPr>
          <p:spPr>
            <a:xfrm>
              <a:off x="1" y="9680718"/>
              <a:ext cx="18287999" cy="61092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50"/>
            </a:p>
          </p:txBody>
        </p:sp>
        <p:pic>
          <p:nvPicPr>
            <p:cNvPr id="19" name="Picture 18">
              <a:extLst>
                <a:ext uri="{FF2B5EF4-FFF2-40B4-BE49-F238E27FC236}">
                  <a16:creationId xmlns:a16="http://schemas.microsoft.com/office/drawing/2014/main" id="{7A02F6C1-770C-C2A7-D53E-233BAAAAC75E}"/>
                </a:ext>
              </a:extLst>
            </p:cNvPr>
            <p:cNvPicPr>
              <a:picLocks noChangeAspect="1"/>
            </p:cNvPicPr>
            <p:nvPr userDrawn="1"/>
          </p:nvPicPr>
          <p:blipFill>
            <a:blip r:embed="rId75"/>
            <a:stretch>
              <a:fillRect/>
            </a:stretch>
          </p:blipFill>
          <p:spPr>
            <a:xfrm>
              <a:off x="17287651" y="9860516"/>
              <a:ext cx="537662" cy="344105"/>
            </a:xfrm>
            <a:prstGeom prst="rect">
              <a:avLst/>
            </a:prstGeom>
          </p:spPr>
        </p:pic>
        <p:cxnSp>
          <p:nvCxnSpPr>
            <p:cNvPr id="42" name="Straight Connector 41">
              <a:extLst>
                <a:ext uri="{FF2B5EF4-FFF2-40B4-BE49-F238E27FC236}">
                  <a16:creationId xmlns:a16="http://schemas.microsoft.com/office/drawing/2014/main" id="{62555186-5E2E-98F7-F980-59F29D99375D}"/>
                </a:ext>
              </a:extLst>
            </p:cNvPr>
            <p:cNvCxnSpPr/>
            <p:nvPr userDrawn="1"/>
          </p:nvCxnSpPr>
          <p:spPr>
            <a:xfrm>
              <a:off x="0" y="9680718"/>
              <a:ext cx="18288000" cy="0"/>
            </a:xfrm>
            <a:prstGeom prst="line">
              <a:avLst/>
            </a:prstGeom>
            <a:ln w="22225">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12" name="Title Placeholder 11">
            <a:extLst>
              <a:ext uri="{FF2B5EF4-FFF2-40B4-BE49-F238E27FC236}">
                <a16:creationId xmlns:a16="http://schemas.microsoft.com/office/drawing/2014/main" id="{4868F870-78EB-B305-5BC8-89BD72D4F547}"/>
              </a:ext>
            </a:extLst>
          </p:cNvPr>
          <p:cNvSpPr>
            <a:spLocks noGrp="1"/>
          </p:cNvSpPr>
          <p:nvPr>
            <p:ph type="title"/>
          </p:nvPr>
        </p:nvSpPr>
        <p:spPr>
          <a:xfrm>
            <a:off x="666235" y="271849"/>
            <a:ext cx="16878300" cy="1663307"/>
          </a:xfrm>
          <a:prstGeom prst="rect">
            <a:avLst/>
          </a:prstGeom>
        </p:spPr>
        <p:txBody>
          <a:bodyPr vert="horz" lIns="91440" tIns="45720" rIns="91440" bIns="45720" rtlCol="0" anchor="b">
            <a:noAutofit/>
          </a:bodyPr>
          <a:lstStyle/>
          <a:p>
            <a:r>
              <a:rPr lang="en-US" dirty="0"/>
              <a:t>Click to edit Master title style</a:t>
            </a:r>
          </a:p>
        </p:txBody>
      </p:sp>
      <p:sp>
        <p:nvSpPr>
          <p:cNvPr id="21" name="Slide Number Placeholder 20">
            <a:extLst>
              <a:ext uri="{FF2B5EF4-FFF2-40B4-BE49-F238E27FC236}">
                <a16:creationId xmlns:a16="http://schemas.microsoft.com/office/drawing/2014/main" id="{5632C5FC-7D69-B42E-CBFB-2B0628D2BDC2}"/>
              </a:ext>
            </a:extLst>
          </p:cNvPr>
          <p:cNvSpPr>
            <a:spLocks noGrp="1"/>
          </p:cNvSpPr>
          <p:nvPr>
            <p:ph type="sldNum" sz="quarter" idx="4"/>
          </p:nvPr>
        </p:nvSpPr>
        <p:spPr>
          <a:xfrm>
            <a:off x="731518" y="9720607"/>
            <a:ext cx="537662" cy="547688"/>
          </a:xfrm>
          <a:prstGeom prst="rect">
            <a:avLst/>
          </a:prstGeom>
        </p:spPr>
        <p:txBody>
          <a:bodyPr vert="horz" lIns="91440" tIns="45720" rIns="91440" bIns="45720" rtlCol="0" anchor="ctr"/>
          <a:lstStyle>
            <a:lvl1pPr algn="l">
              <a:defRPr sz="1600">
                <a:solidFill>
                  <a:schemeClr val="bg1"/>
                </a:solidFill>
              </a:defRPr>
            </a:lvl1pPr>
          </a:lstStyle>
          <a:p>
            <a:fld id="{8CC5BBF2-D04D-C048-9F75-C3CD7CC10D78}" type="slidenum">
              <a:rPr lang="en-US" smtClean="0"/>
              <a:pPr/>
              <a:t>‹#›</a:t>
            </a:fld>
            <a:endParaRPr lang="en-US" dirty="0"/>
          </a:p>
        </p:txBody>
      </p:sp>
      <p:sp>
        <p:nvSpPr>
          <p:cNvPr id="22" name="Text Placeholder 21">
            <a:extLst>
              <a:ext uri="{FF2B5EF4-FFF2-40B4-BE49-F238E27FC236}">
                <a16:creationId xmlns:a16="http://schemas.microsoft.com/office/drawing/2014/main" id="{3D507FA4-9C6C-0FF7-E9B0-7240904FA789}"/>
              </a:ext>
            </a:extLst>
          </p:cNvPr>
          <p:cNvSpPr>
            <a:spLocks noGrp="1"/>
          </p:cNvSpPr>
          <p:nvPr>
            <p:ph type="body" idx="1"/>
          </p:nvPr>
        </p:nvSpPr>
        <p:spPr>
          <a:xfrm>
            <a:off x="731517" y="2400300"/>
            <a:ext cx="16813017" cy="6865938"/>
          </a:xfrm>
          <a:prstGeom prst="rect">
            <a:avLst/>
          </a:prstGeom>
        </p:spPr>
        <p:txBody>
          <a:bodyPr vert="horz" lIns="91440" tIns="45720" rIns="9144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7" name="TextBox 26">
            <a:extLst>
              <a:ext uri="{FF2B5EF4-FFF2-40B4-BE49-F238E27FC236}">
                <a16:creationId xmlns:a16="http://schemas.microsoft.com/office/drawing/2014/main" id="{006182AF-B4C6-5A05-16F6-E8BC22E73051}"/>
              </a:ext>
            </a:extLst>
          </p:cNvPr>
          <p:cNvSpPr txBox="1"/>
          <p:nvPr userDrawn="1"/>
        </p:nvSpPr>
        <p:spPr>
          <a:xfrm>
            <a:off x="12383146" y="9829520"/>
            <a:ext cx="4647554" cy="646331"/>
          </a:xfrm>
          <a:prstGeom prst="rect">
            <a:avLst/>
          </a:prstGeom>
          <a:noFill/>
        </p:spPr>
        <p:txBody>
          <a:bodyPr wrap="square"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lang="en-US" spc="150" dirty="0">
                <a:solidFill>
                  <a:schemeClr val="bg1"/>
                </a:solidFill>
                <a:cs typeface="Arial" panose="020B0604020202020204" pitchFamily="34" charset="0"/>
              </a:rPr>
              <a:t>Finding cures. Saving children.</a:t>
            </a:r>
          </a:p>
          <a:p>
            <a:endParaRPr lang="en-US" dirty="0"/>
          </a:p>
        </p:txBody>
      </p:sp>
      <p:sp>
        <p:nvSpPr>
          <p:cNvPr id="4" name="TextBox 3">
            <a:extLst>
              <a:ext uri="{FF2B5EF4-FFF2-40B4-BE49-F238E27FC236}">
                <a16:creationId xmlns:a16="http://schemas.microsoft.com/office/drawing/2014/main" id="{F19DCB0A-AF15-B118-00CD-C53FB1DBE60B}"/>
              </a:ext>
            </a:extLst>
          </p:cNvPr>
          <p:cNvSpPr txBox="1"/>
          <p:nvPr userDrawn="1">
            <p:extLst>
              <p:ext uri="{1162E1C5-73C7-4A58-AE30-91384D911F3F}">
                <p184:classification xmlns:p184="http://schemas.microsoft.com/office/powerpoint/2018/4/main" val="ftr"/>
              </p:ext>
            </p:extLst>
          </p:nvPr>
        </p:nvSpPr>
        <p:spPr>
          <a:xfrm>
            <a:off x="63500" y="10071100"/>
            <a:ext cx="1220788" cy="152400"/>
          </a:xfrm>
          <a:prstGeom prst="rect">
            <a:avLst/>
          </a:prstGeom>
        </p:spPr>
        <p:txBody>
          <a:bodyPr horzOverflow="overflow" lIns="0" tIns="0" rIns="0" bIns="0">
            <a:spAutoFit/>
          </a:bodyPr>
          <a:lstStyle/>
          <a:p>
            <a:pPr algn="l"/>
            <a:r>
              <a:rPr lang="en-US" sz="1000">
                <a:solidFill>
                  <a:srgbClr val="000000">
                    <a:alpha val="50000"/>
                  </a:srgbClr>
                </a:solidFill>
                <a:latin typeface="Aptos" panose="020B0004020202020204" pitchFamily="34" charset="0"/>
              </a:rPr>
              <a:t>St. Jude - Confidential</a:t>
            </a:r>
          </a:p>
        </p:txBody>
      </p:sp>
    </p:spTree>
    <p:extLst>
      <p:ext uri="{BB962C8B-B14F-4D97-AF65-F5344CB8AC3E}">
        <p14:creationId xmlns:p14="http://schemas.microsoft.com/office/powerpoint/2010/main" val="2822030899"/>
      </p:ext>
    </p:extLst>
  </p:cSld>
  <p:clrMap bg1="lt1" tx1="dk1" bg2="lt2" tx2="dk2" accent1="accent1" accent2="accent2" accent3="accent3" accent4="accent4" accent5="accent5" accent6="accent6" hlink="hlink" folHlink="folHlink"/>
  <p:sldLayoutIdLst>
    <p:sldLayoutId id="2147483673" r:id="rId1"/>
    <p:sldLayoutId id="2147483685" r:id="rId2"/>
    <p:sldLayoutId id="2147483695" r:id="rId3"/>
    <p:sldLayoutId id="2147483686" r:id="rId4"/>
    <p:sldLayoutId id="2147483687" r:id="rId5"/>
    <p:sldLayoutId id="2147483688" r:id="rId6"/>
    <p:sldLayoutId id="2147483759" r:id="rId7"/>
    <p:sldLayoutId id="2147483744" r:id="rId8"/>
    <p:sldLayoutId id="2147483760" r:id="rId9"/>
    <p:sldLayoutId id="2147483696" r:id="rId10"/>
    <p:sldLayoutId id="2147483692" r:id="rId11"/>
    <p:sldLayoutId id="2147483693" r:id="rId12"/>
    <p:sldLayoutId id="2147483761" r:id="rId13"/>
    <p:sldLayoutId id="2147483694" r:id="rId14"/>
    <p:sldLayoutId id="2147483697" r:id="rId15"/>
    <p:sldLayoutId id="2147483698" r:id="rId16"/>
    <p:sldLayoutId id="2147483699" r:id="rId17"/>
    <p:sldLayoutId id="2147483700" r:id="rId18"/>
    <p:sldLayoutId id="2147483701" r:id="rId19"/>
    <p:sldLayoutId id="2147483705" r:id="rId20"/>
    <p:sldLayoutId id="2147483702" r:id="rId21"/>
    <p:sldLayoutId id="2147483703" r:id="rId22"/>
    <p:sldLayoutId id="2147483706" r:id="rId23"/>
    <p:sldLayoutId id="2147483707" r:id="rId24"/>
    <p:sldLayoutId id="2147483708" r:id="rId25"/>
    <p:sldLayoutId id="2147483709" r:id="rId26"/>
    <p:sldLayoutId id="2147483710" r:id="rId27"/>
    <p:sldLayoutId id="2147483711" r:id="rId28"/>
    <p:sldLayoutId id="2147483712" r:id="rId29"/>
    <p:sldLayoutId id="2147483713" r:id="rId30"/>
    <p:sldLayoutId id="2147483714" r:id="rId31"/>
    <p:sldLayoutId id="2147483715" r:id="rId32"/>
    <p:sldLayoutId id="2147483704" r:id="rId33"/>
    <p:sldLayoutId id="2147483716" r:id="rId34"/>
    <p:sldLayoutId id="2147483717" r:id="rId35"/>
    <p:sldLayoutId id="2147483719" r:id="rId36"/>
    <p:sldLayoutId id="2147483720" r:id="rId37"/>
    <p:sldLayoutId id="2147483718" r:id="rId38"/>
    <p:sldLayoutId id="2147483721" r:id="rId39"/>
    <p:sldLayoutId id="2147483722" r:id="rId40"/>
    <p:sldLayoutId id="2147483723" r:id="rId41"/>
    <p:sldLayoutId id="2147483724" r:id="rId42"/>
    <p:sldLayoutId id="2147483725" r:id="rId43"/>
    <p:sldLayoutId id="2147483726" r:id="rId44"/>
    <p:sldLayoutId id="2147483727" r:id="rId45"/>
    <p:sldLayoutId id="2147483728" r:id="rId46"/>
    <p:sldLayoutId id="2147483757" r:id="rId47"/>
    <p:sldLayoutId id="2147483731" r:id="rId48"/>
    <p:sldLayoutId id="2147483729" r:id="rId49"/>
    <p:sldLayoutId id="2147483730" r:id="rId50"/>
    <p:sldLayoutId id="2147483732" r:id="rId51"/>
    <p:sldLayoutId id="2147483733" r:id="rId52"/>
    <p:sldLayoutId id="2147483741" r:id="rId53"/>
    <p:sldLayoutId id="2147483742" r:id="rId54"/>
    <p:sldLayoutId id="2147483743" r:id="rId55"/>
    <p:sldLayoutId id="2147483734" r:id="rId56"/>
    <p:sldLayoutId id="2147483735" r:id="rId57"/>
    <p:sldLayoutId id="2147483736" r:id="rId58"/>
    <p:sldLayoutId id="2147483737" r:id="rId59"/>
    <p:sldLayoutId id="2147483738" r:id="rId60"/>
    <p:sldLayoutId id="2147483739" r:id="rId61"/>
    <p:sldLayoutId id="2147483740" r:id="rId62"/>
    <p:sldLayoutId id="2147483691" r:id="rId63"/>
    <p:sldLayoutId id="2147483674" r:id="rId64"/>
    <p:sldLayoutId id="2147483675" r:id="rId65"/>
    <p:sldLayoutId id="2147483676" r:id="rId66"/>
    <p:sldLayoutId id="2147483677" r:id="rId67"/>
    <p:sldLayoutId id="2147483678" r:id="rId68"/>
    <p:sldLayoutId id="2147483679" r:id="rId69"/>
    <p:sldLayoutId id="2147483680" r:id="rId70"/>
    <p:sldLayoutId id="2147483681" r:id="rId71"/>
    <p:sldLayoutId id="2147483682" r:id="rId72"/>
    <p:sldLayoutId id="2147483683" r:id="rId73"/>
  </p:sldLayoutIdLst>
  <p:hf hdr="0" dt="0"/>
  <p:txStyles>
    <p:titleStyle>
      <a:lvl1pPr algn="l" defTabSz="1371600" rtl="0" eaLnBrk="1" latinLnBrk="0" hangingPunct="1">
        <a:lnSpc>
          <a:spcPct val="90000"/>
        </a:lnSpc>
        <a:spcBef>
          <a:spcPct val="0"/>
        </a:spcBef>
        <a:buNone/>
        <a:defRPr sz="4700" b="1" kern="1200">
          <a:solidFill>
            <a:srgbClr val="00437B"/>
          </a:solidFill>
          <a:latin typeface="+mj-lt"/>
          <a:ea typeface="+mj-ea"/>
          <a:cs typeface="+mj-cs"/>
        </a:defRPr>
      </a:lvl1pPr>
    </p:titleStyle>
    <p:bodyStyle>
      <a:lvl1pPr marL="342900" indent="-342900" algn="l" defTabSz="1371600" rtl="0" eaLnBrk="1" latinLnBrk="0" hangingPunct="1">
        <a:lnSpc>
          <a:spcPct val="90000"/>
        </a:lnSpc>
        <a:spcBef>
          <a:spcPts val="1500"/>
        </a:spcBef>
        <a:buFont typeface="Arial" panose="020B0604020202020204" pitchFamily="34" charset="0"/>
        <a:buChar char="•"/>
        <a:defRPr sz="2800" kern="1200">
          <a:solidFill>
            <a:schemeClr val="tx2"/>
          </a:solidFill>
          <a:latin typeface="+mn-lt"/>
          <a:ea typeface="+mn-ea"/>
          <a:cs typeface="+mn-cs"/>
        </a:defRPr>
      </a:lvl1pPr>
      <a:lvl2pPr marL="1028700" indent="-342900" algn="l" defTabSz="1371600" rtl="0" eaLnBrk="1" latinLnBrk="0" hangingPunct="1">
        <a:lnSpc>
          <a:spcPct val="90000"/>
        </a:lnSpc>
        <a:spcBef>
          <a:spcPts val="750"/>
        </a:spcBef>
        <a:buFont typeface="Arial" panose="020B0604020202020204" pitchFamily="34" charset="0"/>
        <a:buChar char="•"/>
        <a:defRPr sz="2000" kern="1200">
          <a:solidFill>
            <a:schemeClr val="tx2"/>
          </a:solidFill>
          <a:latin typeface="+mn-lt"/>
          <a:ea typeface="+mn-ea"/>
          <a:cs typeface="+mn-cs"/>
        </a:defRPr>
      </a:lvl2pPr>
      <a:lvl3pPr marL="1714500" indent="-342900" algn="l" defTabSz="1371600" rtl="0" eaLnBrk="1" latinLnBrk="0" hangingPunct="1">
        <a:lnSpc>
          <a:spcPct val="90000"/>
        </a:lnSpc>
        <a:spcBef>
          <a:spcPts val="750"/>
        </a:spcBef>
        <a:buFont typeface="Arial" panose="020B0604020202020204" pitchFamily="34" charset="0"/>
        <a:buChar char="•"/>
        <a:defRPr sz="1800" kern="1200">
          <a:solidFill>
            <a:schemeClr val="tx2"/>
          </a:solidFill>
          <a:latin typeface="+mn-lt"/>
          <a:ea typeface="+mn-ea"/>
          <a:cs typeface="+mn-cs"/>
        </a:defRPr>
      </a:lvl3pPr>
      <a:lvl4pPr marL="2400300" indent="-342900" algn="l" defTabSz="1371600" rtl="0" eaLnBrk="1" latinLnBrk="0" hangingPunct="1">
        <a:lnSpc>
          <a:spcPct val="90000"/>
        </a:lnSpc>
        <a:spcBef>
          <a:spcPts val="750"/>
        </a:spcBef>
        <a:buFont typeface="Arial" panose="020B0604020202020204" pitchFamily="34" charset="0"/>
        <a:buChar char="•"/>
        <a:defRPr sz="1600" kern="1200">
          <a:solidFill>
            <a:schemeClr val="tx2"/>
          </a:solidFill>
          <a:latin typeface="+mn-lt"/>
          <a:ea typeface="+mn-ea"/>
          <a:cs typeface="+mn-cs"/>
        </a:defRPr>
      </a:lvl4pPr>
      <a:lvl5pPr marL="3086100" indent="-342900" algn="l" defTabSz="1371600" rtl="0" eaLnBrk="1" latinLnBrk="0" hangingPunct="1">
        <a:lnSpc>
          <a:spcPct val="90000"/>
        </a:lnSpc>
        <a:spcBef>
          <a:spcPts val="750"/>
        </a:spcBef>
        <a:buFont typeface="Arial" panose="020B0604020202020204" pitchFamily="34" charset="0"/>
        <a:buChar char="•"/>
        <a:defRPr sz="1600" kern="1200">
          <a:solidFill>
            <a:schemeClr val="tx2"/>
          </a:solidFill>
          <a:latin typeface="+mn-lt"/>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p:bodyStyle>
    <p:other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extLst>
    <p:ext uri="{27BBF7A9-308A-43DC-89C8-2F10F3537804}">
      <p15:sldGuideLst xmlns:p15="http://schemas.microsoft.com/office/powerpoint/2012/main">
        <p15:guide id="9" orient="horz" pos="456" userDrawn="1">
          <p15:clr>
            <a:srgbClr val="F26B43"/>
          </p15:clr>
        </p15:guide>
        <p15:guide id="10" pos="432">
          <p15:clr>
            <a:srgbClr val="F26B43"/>
          </p15:clr>
        </p15:guide>
        <p15:guide id="11" pos="11064">
          <p15:clr>
            <a:srgbClr val="F26B43"/>
          </p15:clr>
        </p15:guide>
        <p15:guide id="12" pos="5760">
          <p15:clr>
            <a:srgbClr val="F26B43"/>
          </p15:clr>
        </p15:guide>
        <p15:guide id="13" orient="horz" pos="3240">
          <p15:clr>
            <a:srgbClr val="F26B43"/>
          </p15:clr>
        </p15:guide>
        <p15:guide id="14" orient="horz" pos="6096">
          <p15:clr>
            <a:srgbClr val="F26B43"/>
          </p15:clr>
        </p15:guide>
        <p15:guide id="15" orient="horz" pos="6360">
          <p15:clr>
            <a:srgbClr val="F26B43"/>
          </p15:clr>
        </p15:guide>
        <p15:guide id="16" orient="horz" pos="1512" userDrawn="1">
          <p15:clr>
            <a:srgbClr val="F26B43"/>
          </p15:clr>
        </p15:guide>
        <p15:guide id="17" orient="horz" pos="1104" userDrawn="1">
          <p15:clr>
            <a:srgbClr val="F26B43"/>
          </p15:clr>
        </p15:guide>
        <p15:guide id="18" orient="horz" pos="5832"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2" Type="http://schemas.openxmlformats.org/officeDocument/2006/relationships/hyperlink" Target="https://sjcrh.sharepoint.com/:x:/s/Team-OfficeofDataScience/IQCVcCkUBFrwTIR7_wy43C63AQddqizpVJH160bjjTA7S00?CID=D882D5C6-2E7A-AF48-864F-FAF2EE26E038" TargetMode="External"/><Relationship Id="rId1" Type="http://schemas.openxmlformats.org/officeDocument/2006/relationships/slideLayout" Target="../slideLayouts/slideLayout64.xml"/></Relationships>
</file>

<file path=ppt/slides/_rels/slide4.xml.rels><?xml version="1.0" encoding="UTF-8" standalone="yes"?>
<Relationships xmlns="http://schemas.openxmlformats.org/package/2006/relationships"><Relationship Id="rId3" Type="http://schemas.openxmlformats.org/officeDocument/2006/relationships/hyperlink" Target="https://www.dropbox.com/scl/fi/9pck7pjqde6bj72mi1dxv/stjude-biohackathon-kids26-team15-info.xlsx?cloud_editor=excel&amp;dl=0&amp;rlkey=y4g0eivhpsc800p7qwd7va6un" TargetMode="External"/><Relationship Id="rId2" Type="http://schemas.openxmlformats.org/officeDocument/2006/relationships/notesSlide" Target="../notesSlides/notesSlide1.xml"/><Relationship Id="rId1" Type="http://schemas.openxmlformats.org/officeDocument/2006/relationships/slideLayout" Target="../slideLayouts/slideLayout64.xml"/><Relationship Id="rId5" Type="http://schemas.openxmlformats.org/officeDocument/2006/relationships/hyperlink" Target="https://github.com/stjude-biohackathon/KIDS26-Team15" TargetMode="External"/><Relationship Id="rId4" Type="http://schemas.openxmlformats.org/officeDocument/2006/relationships/hyperlink" Target="https://github.com/orgs/stjude-biohackathon/teams/kids26-team15"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hyperlink" Target="https://github.com/stjude-biohackathon/KIDS26-Team15" TargetMode="External"/><Relationship Id="rId1" Type="http://schemas.openxmlformats.org/officeDocument/2006/relationships/slideLayout" Target="../slideLayouts/slideLayout64.xml"/><Relationship Id="rId5" Type="http://schemas.microsoft.com/office/2007/relationships/hdphoto" Target="../media/hdphoto1.wdp"/><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hyperlink" Target="https://github.com/stjude-biohackathon/KIDS26-Team15" TargetMode="External"/><Relationship Id="rId2" Type="http://schemas.openxmlformats.org/officeDocument/2006/relationships/notesSlide" Target="../notesSlides/notesSlide2.xml"/><Relationship Id="rId1" Type="http://schemas.openxmlformats.org/officeDocument/2006/relationships/slideLayout" Target="../slideLayouts/slideLayout64.xml"/><Relationship Id="rId6" Type="http://schemas.openxmlformats.org/officeDocument/2006/relationships/hyperlink" Target="https://github.com/stjude-biohackathon/KIDS26-Team15/pull/7" TargetMode="External"/><Relationship Id="rId5" Type="http://schemas.openxmlformats.org/officeDocument/2006/relationships/hyperlink" Target="https://github.com/stjude-biohackathon/KIDS26-Team15/tree/main/project-management" TargetMode="External"/><Relationship Id="rId4" Type="http://schemas.openxmlformats.org/officeDocument/2006/relationships/hyperlink" Target="https://github.com/stjude-biohackathon/KIDS26-Team15/tree/main/docs" TargetMode="External"/></Relationships>
</file>

<file path=ppt/slides/_rels/slide7.xml.rels><?xml version="1.0" encoding="UTF-8" standalone="yes"?>
<Relationships xmlns="http://schemas.openxmlformats.org/package/2006/relationships"><Relationship Id="rId2" Type="http://schemas.openxmlformats.org/officeDocument/2006/relationships/hyperlink" Target="https://github.com/stjude-biohackathon/KIDS26-Team15/blob/main/docs/vm-local-only-setup.md" TargetMode="External"/><Relationship Id="rId1" Type="http://schemas.openxmlformats.org/officeDocument/2006/relationships/slideLayout" Target="../slideLayouts/slideLayout6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4.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4.xml"/></Relationships>
</file>

<file path=ppt/slides/_rels/slide1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0.png"/><Relationship Id="rId1" Type="http://schemas.openxmlformats.org/officeDocument/2006/relationships/slideLayout" Target="../slideLayouts/slideLayout64.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hyperlink" Target="https://github.com/stjude-dnb-binfcore/sc-rna-seq-snap" TargetMode="External"/><Relationship Id="rId1" Type="http://schemas.openxmlformats.org/officeDocument/2006/relationships/slideLayout" Target="../slideLayouts/slideLayout64.xml"/><Relationship Id="rId4" Type="http://schemas.microsoft.com/office/2007/relationships/hdphoto" Target="../media/hdphoto1.wdp"/></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64.xml"/><Relationship Id="rId4" Type="http://schemas.microsoft.com/office/2007/relationships/hdphoto" Target="../media/hdphoto1.wdp"/></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jpeg"/><Relationship Id="rId1" Type="http://schemas.openxmlformats.org/officeDocument/2006/relationships/slideLayout" Target="../slideLayouts/slideLayout64.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64.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4.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64.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6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05DC0C1-A8C8-66C1-4A09-5B8D5C0A77D0}"/>
              </a:ext>
            </a:extLst>
          </p:cNvPr>
          <p:cNvSpPr>
            <a:spLocks noGrp="1"/>
          </p:cNvSpPr>
          <p:nvPr>
            <p:ph type="body" sz="quarter" idx="13"/>
          </p:nvPr>
        </p:nvSpPr>
        <p:spPr>
          <a:xfrm>
            <a:off x="704683" y="3784598"/>
            <a:ext cx="8955505" cy="2183063"/>
          </a:xfrm>
        </p:spPr>
        <p:txBody>
          <a:bodyPr anchor="b">
            <a:normAutofit/>
          </a:bodyPr>
          <a:lstStyle/>
          <a:p>
            <a:r>
              <a:rPr lang="en-US" sz="6000" dirty="0" err="1"/>
              <a:t>ResMetis</a:t>
            </a:r>
            <a:endParaRPr lang="en-US" sz="6000" dirty="0"/>
          </a:p>
          <a:p>
            <a:r>
              <a:rPr lang="en-US" sz="3000" dirty="0"/>
              <a:t>Resource-Aware Multi-Project Orchestrator for Single-Cell Analysis</a:t>
            </a:r>
            <a:endParaRPr lang="en-US" sz="3500" dirty="0"/>
          </a:p>
        </p:txBody>
      </p:sp>
      <p:sp>
        <p:nvSpPr>
          <p:cNvPr id="4" name="Text Placeholder 3">
            <a:extLst>
              <a:ext uri="{FF2B5EF4-FFF2-40B4-BE49-F238E27FC236}">
                <a16:creationId xmlns:a16="http://schemas.microsoft.com/office/drawing/2014/main" id="{85B5BBA0-EB9F-7F83-5D8D-70ED07FE88F2}"/>
              </a:ext>
            </a:extLst>
          </p:cNvPr>
          <p:cNvSpPr>
            <a:spLocks noGrp="1"/>
          </p:cNvSpPr>
          <p:nvPr>
            <p:ph type="body" sz="quarter" idx="14"/>
          </p:nvPr>
        </p:nvSpPr>
        <p:spPr>
          <a:xfrm>
            <a:off x="685800" y="7253150"/>
            <a:ext cx="7994650" cy="974645"/>
          </a:xfrm>
        </p:spPr>
        <p:txBody>
          <a:bodyPr>
            <a:normAutofit/>
          </a:bodyPr>
          <a:lstStyle/>
          <a:p>
            <a:pPr>
              <a:spcAft>
                <a:spcPts val="600"/>
              </a:spcAft>
            </a:pPr>
            <a:r>
              <a:rPr lang="en-US" sz="2400" b="0" dirty="0">
                <a:solidFill>
                  <a:schemeClr val="tx1"/>
                </a:solidFill>
              </a:rPr>
              <a:t>St. Jude </a:t>
            </a:r>
            <a:r>
              <a:rPr lang="en-US" sz="2400" b="0" dirty="0" err="1">
                <a:solidFill>
                  <a:schemeClr val="tx1"/>
                </a:solidFill>
              </a:rPr>
              <a:t>BioHackathon</a:t>
            </a:r>
            <a:r>
              <a:rPr lang="en-US" sz="2400" b="0" dirty="0">
                <a:solidFill>
                  <a:schemeClr val="tx1"/>
                </a:solidFill>
              </a:rPr>
              <a:t> 2026 Project </a:t>
            </a:r>
          </a:p>
          <a:p>
            <a:pPr>
              <a:spcAft>
                <a:spcPts val="600"/>
              </a:spcAft>
            </a:pPr>
            <a:r>
              <a:rPr lang="en-US" sz="2400" b="0" dirty="0">
                <a:solidFill>
                  <a:schemeClr val="tx1"/>
                </a:solidFill>
              </a:rPr>
              <a:t>Kids26 Team 15</a:t>
            </a:r>
          </a:p>
        </p:txBody>
      </p:sp>
      <p:sp>
        <p:nvSpPr>
          <p:cNvPr id="9" name="TextBox 8">
            <a:extLst>
              <a:ext uri="{FF2B5EF4-FFF2-40B4-BE49-F238E27FC236}">
                <a16:creationId xmlns:a16="http://schemas.microsoft.com/office/drawing/2014/main" id="{5184409E-9CDB-7B6B-97DC-5D8D58CE6107}"/>
              </a:ext>
            </a:extLst>
          </p:cNvPr>
          <p:cNvSpPr txBox="1"/>
          <p:nvPr/>
        </p:nvSpPr>
        <p:spPr>
          <a:xfrm>
            <a:off x="14889843" y="9784243"/>
            <a:ext cx="3193185" cy="369332"/>
          </a:xfrm>
          <a:prstGeom prst="rect">
            <a:avLst/>
          </a:prstGeom>
          <a:noFill/>
        </p:spPr>
        <p:txBody>
          <a:bodyPr wrap="square">
            <a:spAutoFit/>
          </a:bodyPr>
          <a:lstStyle/>
          <a:p>
            <a:pPr>
              <a:spcAft>
                <a:spcPts val="600"/>
              </a:spcAft>
            </a:pPr>
            <a:r>
              <a:rPr lang="en-US" b="0" i="1" dirty="0"/>
              <a:t>September </a:t>
            </a:r>
            <a:r>
              <a:rPr lang="en-US" i="1" dirty="0"/>
              <a:t>16-18, 2026</a:t>
            </a:r>
            <a:endParaRPr lang="en-US" b="0" i="1" dirty="0"/>
          </a:p>
        </p:txBody>
      </p:sp>
      <p:pic>
        <p:nvPicPr>
          <p:cNvPr id="2" name="Picture 1">
            <a:extLst>
              <a:ext uri="{FF2B5EF4-FFF2-40B4-BE49-F238E27FC236}">
                <a16:creationId xmlns:a16="http://schemas.microsoft.com/office/drawing/2014/main" id="{6196F064-21D8-3B2A-F361-15E3D3D202F9}"/>
              </a:ext>
            </a:extLst>
          </p:cNvPr>
          <p:cNvPicPr>
            <a:picLocks noChangeAspect="1"/>
          </p:cNvPicPr>
          <p:nvPr/>
        </p:nvPicPr>
        <p:blipFill>
          <a:blip r:embed="rId2"/>
          <a:srcRect l="13154" r="11838"/>
          <a:stretch>
            <a:fillRect/>
          </a:stretch>
        </p:blipFill>
        <p:spPr>
          <a:xfrm>
            <a:off x="10639927" y="1782158"/>
            <a:ext cx="6962273" cy="6187942"/>
          </a:xfrm>
          <a:prstGeom prst="rect">
            <a:avLst/>
          </a:prstGeom>
        </p:spPr>
      </p:pic>
    </p:spTree>
    <p:extLst>
      <p:ext uri="{BB962C8B-B14F-4D97-AF65-F5344CB8AC3E}">
        <p14:creationId xmlns:p14="http://schemas.microsoft.com/office/powerpoint/2010/main" val="17096579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EDCE18-DFC6-9022-4EFF-43DA0F29AC77}"/>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B5B120FC-C435-05CE-0A3B-C3C453DFA058}"/>
              </a:ext>
            </a:extLst>
          </p:cNvPr>
          <p:cNvSpPr>
            <a:spLocks noGrp="1"/>
          </p:cNvSpPr>
          <p:nvPr>
            <p:ph type="title"/>
          </p:nvPr>
        </p:nvSpPr>
        <p:spPr>
          <a:xfrm>
            <a:off x="685800" y="548641"/>
            <a:ext cx="16878300" cy="1402990"/>
          </a:xfrm>
        </p:spPr>
        <p:txBody>
          <a:bodyPr/>
          <a:lstStyle/>
          <a:p>
            <a:r>
              <a:rPr lang="en-US" dirty="0"/>
              <a:t>Today’s Agenda Items</a:t>
            </a:r>
          </a:p>
        </p:txBody>
      </p:sp>
      <p:sp>
        <p:nvSpPr>
          <p:cNvPr id="4" name="Slide Number Placeholder 3">
            <a:extLst>
              <a:ext uri="{FF2B5EF4-FFF2-40B4-BE49-F238E27FC236}">
                <a16:creationId xmlns:a16="http://schemas.microsoft.com/office/drawing/2014/main" id="{0B7D26A8-1F43-524B-8C30-982A21B0651B}"/>
              </a:ext>
            </a:extLst>
          </p:cNvPr>
          <p:cNvSpPr>
            <a:spLocks noGrp="1"/>
          </p:cNvSpPr>
          <p:nvPr>
            <p:ph type="sldNum" sz="quarter" idx="10"/>
          </p:nvPr>
        </p:nvSpPr>
        <p:spPr>
          <a:xfrm>
            <a:off x="685800" y="9768052"/>
            <a:ext cx="928721" cy="468452"/>
          </a:xfrm>
        </p:spPr>
        <p:txBody>
          <a:bodyPr anchor="ctr">
            <a:normAutofit/>
          </a:bodyPr>
          <a:lstStyle/>
          <a:p>
            <a:pPr>
              <a:spcAft>
                <a:spcPts val="600"/>
              </a:spcAft>
            </a:pPr>
            <a:fld id="{D99DF388-D8CC-9A47-891A-7411F982D5E0}" type="slidenum">
              <a:rPr lang="en-US" smtClean="0"/>
              <a:pPr>
                <a:spcAft>
                  <a:spcPts val="600"/>
                </a:spcAft>
              </a:pPr>
              <a:t>2</a:t>
            </a:fld>
            <a:endParaRPr lang="en-US"/>
          </a:p>
        </p:txBody>
      </p:sp>
      <p:sp>
        <p:nvSpPr>
          <p:cNvPr id="11" name="Text Placeholder 3">
            <a:extLst>
              <a:ext uri="{FF2B5EF4-FFF2-40B4-BE49-F238E27FC236}">
                <a16:creationId xmlns:a16="http://schemas.microsoft.com/office/drawing/2014/main" id="{B46A168B-DF41-96E0-F8ED-6CB1E7E3F9E6}"/>
              </a:ext>
            </a:extLst>
          </p:cNvPr>
          <p:cNvSpPr>
            <a:spLocks noGrp="1"/>
          </p:cNvSpPr>
          <p:nvPr>
            <p:ph type="body" sz="quarter" idx="11"/>
          </p:nvPr>
        </p:nvSpPr>
        <p:spPr>
          <a:xfrm>
            <a:off x="685800" y="2171700"/>
            <a:ext cx="16878300" cy="7086600"/>
          </a:xfrm>
        </p:spPr>
        <p:txBody>
          <a:bodyPr/>
          <a:lstStyle/>
          <a:p>
            <a:r>
              <a:rPr lang="en-US" dirty="0"/>
              <a:t>St. Jude </a:t>
            </a:r>
            <a:r>
              <a:rPr lang="en-US" dirty="0" err="1"/>
              <a:t>BioHackathon</a:t>
            </a:r>
            <a:r>
              <a:rPr lang="en-US" dirty="0"/>
              <a:t> 2026 Project  Kids26 Team 15</a:t>
            </a:r>
          </a:p>
          <a:p>
            <a:r>
              <a:rPr lang="en-US" dirty="0"/>
              <a:t>Confirm access to tools, apps </a:t>
            </a:r>
            <a:r>
              <a:rPr lang="en-US" dirty="0" err="1"/>
              <a:t>etc</a:t>
            </a:r>
            <a:endParaRPr lang="en-US" dirty="0"/>
          </a:p>
          <a:p>
            <a:r>
              <a:rPr lang="en-US" dirty="0"/>
              <a:t>Project: scope, timeline, responsibilities</a:t>
            </a:r>
          </a:p>
          <a:p>
            <a:r>
              <a:rPr lang="en-US" dirty="0"/>
              <a:t>Tools and resources</a:t>
            </a:r>
          </a:p>
        </p:txBody>
      </p:sp>
    </p:spTree>
    <p:extLst>
      <p:ext uri="{BB962C8B-B14F-4D97-AF65-F5344CB8AC3E}">
        <p14:creationId xmlns:p14="http://schemas.microsoft.com/office/powerpoint/2010/main" val="27969276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70EB72E-46DA-1738-08D8-CB2987062547}"/>
              </a:ext>
            </a:extLst>
          </p:cNvPr>
          <p:cNvSpPr>
            <a:spLocks noGrp="1"/>
          </p:cNvSpPr>
          <p:nvPr>
            <p:ph type="sldNum" sz="quarter" idx="10"/>
          </p:nvPr>
        </p:nvSpPr>
        <p:spPr/>
        <p:txBody>
          <a:bodyPr/>
          <a:lstStyle/>
          <a:p>
            <a:fld id="{D99DF388-D8CC-9A47-891A-7411F982D5E0}" type="slidenum">
              <a:rPr lang="en-US" smtClean="0"/>
              <a:pPr/>
              <a:t>3</a:t>
            </a:fld>
            <a:endParaRPr lang="en-US" dirty="0"/>
          </a:p>
        </p:txBody>
      </p:sp>
      <p:sp>
        <p:nvSpPr>
          <p:cNvPr id="16" name="TextBox 15">
            <a:extLst>
              <a:ext uri="{FF2B5EF4-FFF2-40B4-BE49-F238E27FC236}">
                <a16:creationId xmlns:a16="http://schemas.microsoft.com/office/drawing/2014/main" id="{E37BA4C6-CAF3-26E0-EB12-49EB8C51BE49}"/>
              </a:ext>
            </a:extLst>
          </p:cNvPr>
          <p:cNvSpPr txBox="1"/>
          <p:nvPr/>
        </p:nvSpPr>
        <p:spPr>
          <a:xfrm>
            <a:off x="875653" y="2796332"/>
            <a:ext cx="16823169" cy="3508653"/>
          </a:xfrm>
          <a:prstGeom prst="rect">
            <a:avLst/>
          </a:prstGeom>
          <a:noFill/>
        </p:spPr>
        <p:txBody>
          <a:bodyPr wrap="square">
            <a:spAutoFit/>
          </a:bodyPr>
          <a:lstStyle/>
          <a:p>
            <a:pPr marL="342900" indent="-342900">
              <a:spcAft>
                <a:spcPts val="600"/>
              </a:spcAft>
              <a:buFont typeface="Arial" panose="020B0604020202020204" pitchFamily="34" charset="0"/>
              <a:buChar char="•"/>
            </a:pPr>
            <a:r>
              <a:rPr lang="en-US" sz="2400" b="1" dirty="0"/>
              <a:t>Antonia Chroni, PhD, Technical Contributor and Project Lead</a:t>
            </a:r>
            <a:r>
              <a:rPr lang="en-US" sz="2400" dirty="0"/>
              <a:t>. Lead Bioinformatics Research Scientist, Department of Developmental Neurobiology, St. Jude Children's Research Hospital. </a:t>
            </a:r>
          </a:p>
          <a:p>
            <a:pPr marL="342900" indent="-342900">
              <a:spcAft>
                <a:spcPts val="600"/>
              </a:spcAft>
              <a:buFont typeface="Arial" panose="020B0604020202020204" pitchFamily="34" charset="0"/>
              <a:buChar char="•"/>
            </a:pPr>
            <a:r>
              <a:rPr lang="en-US" sz="2400" b="1" dirty="0"/>
              <a:t>Sarthak Sunil </a:t>
            </a:r>
            <a:r>
              <a:rPr lang="en-US" sz="2400" b="1" dirty="0" err="1"/>
              <a:t>Dhanke</a:t>
            </a:r>
            <a:r>
              <a:rPr lang="en-US" sz="2400" b="1" dirty="0"/>
              <a:t>, Technical Contributor</a:t>
            </a:r>
            <a:r>
              <a:rPr lang="en-US" sz="2400" dirty="0"/>
              <a:t>. Research Assistant, University of Chicago.</a:t>
            </a:r>
          </a:p>
          <a:p>
            <a:pPr marL="342900" indent="-342900">
              <a:spcAft>
                <a:spcPts val="600"/>
              </a:spcAft>
              <a:buFont typeface="Arial" panose="020B0604020202020204" pitchFamily="34" charset="0"/>
              <a:buChar char="•"/>
            </a:pPr>
            <a:r>
              <a:rPr lang="en-US" sz="2400" b="1" dirty="0"/>
              <a:t>A. S. M. Tanjim Hassan, Technical Contributor</a:t>
            </a:r>
            <a:r>
              <a:rPr lang="en-US" sz="2400" dirty="0"/>
              <a:t>. Undergraduate Student, University of Dhaka.</a:t>
            </a:r>
          </a:p>
          <a:p>
            <a:pPr marL="342900" indent="-342900">
              <a:spcAft>
                <a:spcPts val="600"/>
              </a:spcAft>
              <a:buFont typeface="Arial" panose="020B0604020202020204" pitchFamily="34" charset="0"/>
              <a:buChar char="•"/>
            </a:pPr>
            <a:r>
              <a:rPr lang="en-US" sz="2400" b="1" dirty="0"/>
              <a:t>Rachana Pandey, Technical Contributor</a:t>
            </a:r>
            <a:r>
              <a:rPr lang="en-US" sz="2400" dirty="0"/>
              <a:t>. Graduate Research Assistant, University of Minnesota, Twin Cities.</a:t>
            </a:r>
          </a:p>
          <a:p>
            <a:pPr marL="342900" indent="-342900">
              <a:spcAft>
                <a:spcPts val="600"/>
              </a:spcAft>
              <a:buFont typeface="Arial" panose="020B0604020202020204" pitchFamily="34" charset="0"/>
              <a:buChar char="•"/>
            </a:pPr>
            <a:r>
              <a:rPr lang="en-US" sz="2400" b="1" dirty="0"/>
              <a:t>Rojina Sapkota, Data Explorer, Technical Contributor</a:t>
            </a:r>
            <a:r>
              <a:rPr lang="en-US" sz="2400" dirty="0"/>
              <a:t>. Bioinformatics Analyst, St. Jude Children's Research Hospital.</a:t>
            </a:r>
          </a:p>
          <a:p>
            <a:pPr marL="342900" indent="-342900">
              <a:spcAft>
                <a:spcPts val="600"/>
              </a:spcAft>
              <a:buFont typeface="Arial" panose="020B0604020202020204" pitchFamily="34" charset="0"/>
              <a:buChar char="•"/>
            </a:pPr>
            <a:r>
              <a:rPr lang="en-US" sz="2400" b="1" dirty="0"/>
              <a:t>Jason Vu, Technical Contributor</a:t>
            </a:r>
            <a:r>
              <a:rPr lang="en-US" sz="2400" dirty="0"/>
              <a:t>. St. Jude Children's Research Hospital.</a:t>
            </a:r>
          </a:p>
          <a:p>
            <a:pPr marL="342900" indent="-342900">
              <a:spcAft>
                <a:spcPts val="600"/>
              </a:spcAft>
              <a:buFont typeface="Arial" panose="020B0604020202020204" pitchFamily="34" charset="0"/>
              <a:buChar char="•"/>
            </a:pPr>
            <a:r>
              <a:rPr lang="en-US" sz="2400" b="1" dirty="0"/>
              <a:t>Lindsey Warren, Technical Contributor</a:t>
            </a:r>
            <a:r>
              <a:rPr lang="en-US" sz="2400" dirty="0"/>
              <a:t>. Enterprise Architect. International Paper.</a:t>
            </a:r>
            <a:endParaRPr lang="en-US" sz="2400" b="0" dirty="0"/>
          </a:p>
        </p:txBody>
      </p:sp>
      <p:sp>
        <p:nvSpPr>
          <p:cNvPr id="18" name="TextBox 17">
            <a:extLst>
              <a:ext uri="{FF2B5EF4-FFF2-40B4-BE49-F238E27FC236}">
                <a16:creationId xmlns:a16="http://schemas.microsoft.com/office/drawing/2014/main" id="{418F5D7A-26BC-27E5-62EE-1B921933DC2E}"/>
              </a:ext>
            </a:extLst>
          </p:cNvPr>
          <p:cNvSpPr txBox="1"/>
          <p:nvPr/>
        </p:nvSpPr>
        <p:spPr>
          <a:xfrm>
            <a:off x="875653" y="1287672"/>
            <a:ext cx="9159498" cy="584775"/>
          </a:xfrm>
          <a:prstGeom prst="rect">
            <a:avLst/>
          </a:prstGeom>
          <a:noFill/>
        </p:spPr>
        <p:txBody>
          <a:bodyPr wrap="square">
            <a:spAutoFit/>
          </a:bodyPr>
          <a:lstStyle/>
          <a:p>
            <a:pPr>
              <a:spcAft>
                <a:spcPts val="600"/>
              </a:spcAft>
            </a:pPr>
            <a:r>
              <a:rPr lang="en-US" sz="3200" b="1" dirty="0"/>
              <a:t>Kids26 Team 15 </a:t>
            </a:r>
            <a:r>
              <a:rPr lang="en-US" sz="3200" dirty="0"/>
              <a:t>– let’s get to know each other! </a:t>
            </a:r>
          </a:p>
        </p:txBody>
      </p:sp>
      <p:sp>
        <p:nvSpPr>
          <p:cNvPr id="22" name="TextBox 21">
            <a:extLst>
              <a:ext uri="{FF2B5EF4-FFF2-40B4-BE49-F238E27FC236}">
                <a16:creationId xmlns:a16="http://schemas.microsoft.com/office/drawing/2014/main" id="{15225F7F-E9F9-39CA-7854-FA59C21B5361}"/>
              </a:ext>
            </a:extLst>
          </p:cNvPr>
          <p:cNvSpPr txBox="1"/>
          <p:nvPr/>
        </p:nvSpPr>
        <p:spPr>
          <a:xfrm>
            <a:off x="13173559" y="9221492"/>
            <a:ext cx="4959458" cy="369332"/>
          </a:xfrm>
          <a:prstGeom prst="rect">
            <a:avLst/>
          </a:prstGeom>
          <a:noFill/>
        </p:spPr>
        <p:txBody>
          <a:bodyPr wrap="square" rtlCol="0">
            <a:spAutoFit/>
          </a:bodyPr>
          <a:lstStyle/>
          <a:p>
            <a:r>
              <a:rPr lang="en-US" dirty="0"/>
              <a:t>For more information, see </a:t>
            </a:r>
            <a:r>
              <a:rPr lang="en-US" dirty="0">
                <a:hlinkClick r:id="rId2"/>
              </a:rPr>
              <a:t>BioHackathon list</a:t>
            </a:r>
            <a:r>
              <a:rPr lang="en-US" dirty="0"/>
              <a:t>.</a:t>
            </a:r>
          </a:p>
        </p:txBody>
      </p:sp>
    </p:spTree>
    <p:extLst>
      <p:ext uri="{BB962C8B-B14F-4D97-AF65-F5344CB8AC3E}">
        <p14:creationId xmlns:p14="http://schemas.microsoft.com/office/powerpoint/2010/main" val="32019286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CBF3AA-FA83-92F6-FC14-2A00FC5A1F70}"/>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FE00CF3-1403-9423-4593-987F05C24B21}"/>
              </a:ext>
            </a:extLst>
          </p:cNvPr>
          <p:cNvSpPr>
            <a:spLocks noGrp="1"/>
          </p:cNvSpPr>
          <p:nvPr>
            <p:ph type="sldNum" sz="quarter" idx="10"/>
          </p:nvPr>
        </p:nvSpPr>
        <p:spPr/>
        <p:txBody>
          <a:bodyPr/>
          <a:lstStyle/>
          <a:p>
            <a:fld id="{D99DF388-D8CC-9A47-891A-7411F982D5E0}" type="slidenum">
              <a:rPr lang="en-US" smtClean="0"/>
              <a:pPr/>
              <a:t>4</a:t>
            </a:fld>
            <a:endParaRPr lang="en-US" dirty="0"/>
          </a:p>
        </p:txBody>
      </p:sp>
      <p:sp>
        <p:nvSpPr>
          <p:cNvPr id="18" name="TextBox 17">
            <a:extLst>
              <a:ext uri="{FF2B5EF4-FFF2-40B4-BE49-F238E27FC236}">
                <a16:creationId xmlns:a16="http://schemas.microsoft.com/office/drawing/2014/main" id="{11A0AB24-D39E-CED6-2FE2-83D9802CFD0C}"/>
              </a:ext>
            </a:extLst>
          </p:cNvPr>
          <p:cNvSpPr txBox="1"/>
          <p:nvPr/>
        </p:nvSpPr>
        <p:spPr>
          <a:xfrm>
            <a:off x="875653" y="1287672"/>
            <a:ext cx="10754372" cy="584775"/>
          </a:xfrm>
          <a:prstGeom prst="rect">
            <a:avLst/>
          </a:prstGeom>
          <a:noFill/>
        </p:spPr>
        <p:txBody>
          <a:bodyPr wrap="square">
            <a:spAutoFit/>
          </a:bodyPr>
          <a:lstStyle/>
          <a:p>
            <a:pPr>
              <a:spcAft>
                <a:spcPts val="600"/>
              </a:spcAft>
            </a:pPr>
            <a:r>
              <a:rPr lang="en-US" sz="3200" b="1" dirty="0"/>
              <a:t>Kids26 Team 15 </a:t>
            </a:r>
            <a:r>
              <a:rPr lang="en-US" sz="3200" dirty="0"/>
              <a:t>– </a:t>
            </a:r>
            <a:r>
              <a:rPr lang="en-US" sz="3200" dirty="0">
                <a:solidFill>
                  <a:srgbClr val="FF0000"/>
                </a:solidFill>
              </a:rPr>
              <a:t>pending tasks due 09/04/2026</a:t>
            </a:r>
          </a:p>
        </p:txBody>
      </p:sp>
      <p:sp>
        <p:nvSpPr>
          <p:cNvPr id="22" name="TextBox 21">
            <a:extLst>
              <a:ext uri="{FF2B5EF4-FFF2-40B4-BE49-F238E27FC236}">
                <a16:creationId xmlns:a16="http://schemas.microsoft.com/office/drawing/2014/main" id="{63FE0F98-7A0C-5AC6-8B08-88BF0D6CFA9A}"/>
              </a:ext>
            </a:extLst>
          </p:cNvPr>
          <p:cNvSpPr txBox="1"/>
          <p:nvPr/>
        </p:nvSpPr>
        <p:spPr>
          <a:xfrm>
            <a:off x="13173559" y="9221492"/>
            <a:ext cx="4959458" cy="369332"/>
          </a:xfrm>
          <a:prstGeom prst="rect">
            <a:avLst/>
          </a:prstGeom>
          <a:noFill/>
        </p:spPr>
        <p:txBody>
          <a:bodyPr wrap="square" rtlCol="0">
            <a:spAutoFit/>
          </a:bodyPr>
          <a:lstStyle/>
          <a:p>
            <a:r>
              <a:rPr lang="en-US" dirty="0"/>
              <a:t>For more information, see </a:t>
            </a:r>
            <a:r>
              <a:rPr lang="en-US" dirty="0" err="1">
                <a:hlinkClick r:id="rId3"/>
              </a:rPr>
              <a:t>dropbox</a:t>
            </a:r>
            <a:r>
              <a:rPr lang="en-US" dirty="0">
                <a:hlinkClick r:id="rId3"/>
              </a:rPr>
              <a:t> excel file</a:t>
            </a:r>
            <a:r>
              <a:rPr lang="en-US" dirty="0"/>
              <a:t>.</a:t>
            </a:r>
          </a:p>
        </p:txBody>
      </p:sp>
      <p:sp>
        <p:nvSpPr>
          <p:cNvPr id="2" name="TextBox 1">
            <a:extLst>
              <a:ext uri="{FF2B5EF4-FFF2-40B4-BE49-F238E27FC236}">
                <a16:creationId xmlns:a16="http://schemas.microsoft.com/office/drawing/2014/main" id="{5140C1F8-28B0-A6A6-3887-222E20AE8756}"/>
              </a:ext>
            </a:extLst>
          </p:cNvPr>
          <p:cNvSpPr txBox="1"/>
          <p:nvPr/>
        </p:nvSpPr>
        <p:spPr>
          <a:xfrm>
            <a:off x="1614521" y="2828925"/>
            <a:ext cx="14287468" cy="3323987"/>
          </a:xfrm>
          <a:prstGeom prst="rect">
            <a:avLst/>
          </a:prstGeom>
          <a:noFill/>
        </p:spPr>
        <p:txBody>
          <a:bodyPr wrap="square" rtlCol="0">
            <a:spAutoFit/>
          </a:bodyPr>
          <a:lstStyle/>
          <a:p>
            <a:pPr marL="285750" indent="-285750">
              <a:buFont typeface="Arial" panose="020B0604020202020204" pitchFamily="34" charset="0"/>
              <a:buChar char="•"/>
            </a:pPr>
            <a:r>
              <a:rPr lang="en-US" sz="2400" dirty="0"/>
              <a:t>In Person Attendance</a:t>
            </a:r>
          </a:p>
          <a:p>
            <a:pPr marL="285750" indent="-285750">
              <a:buFont typeface="Arial" panose="020B0604020202020204" pitchFamily="34" charset="0"/>
              <a:buChar char="•"/>
            </a:pPr>
            <a:r>
              <a:rPr lang="en-US" sz="2400" dirty="0"/>
              <a:t>Accepted your GitHub invitations? </a:t>
            </a:r>
          </a:p>
          <a:p>
            <a:pPr marL="285750" indent="-285750">
              <a:buFont typeface="Arial" panose="020B0604020202020204" pitchFamily="34" charset="0"/>
              <a:buChar char="•"/>
            </a:pPr>
            <a:r>
              <a:rPr lang="en-US" sz="2400" dirty="0"/>
              <a:t>Added in the Slack channel of team15? This will be used for our communication moving forward.</a:t>
            </a:r>
          </a:p>
          <a:p>
            <a:pPr marL="285750" indent="-285750">
              <a:buFont typeface="Arial" panose="020B0604020202020204" pitchFamily="34" charset="0"/>
              <a:buChar char="•"/>
            </a:pPr>
            <a:r>
              <a:rPr lang="en-US" sz="2400" dirty="0"/>
              <a:t>Added in the GitHub </a:t>
            </a:r>
            <a:r>
              <a:rPr lang="en-US" sz="2400" dirty="0">
                <a:hlinkClick r:id="rId4"/>
              </a:rPr>
              <a:t>team</a:t>
            </a:r>
            <a:r>
              <a:rPr lang="en-US" sz="2400" dirty="0"/>
              <a:t> and repo: </a:t>
            </a:r>
            <a:r>
              <a:rPr lang="en-US" sz="2400" dirty="0">
                <a:hlinkClick r:id="rId5"/>
              </a:rPr>
              <a:t>https://github.com/stjude-biohackathon/KIDS26-Team15</a:t>
            </a:r>
            <a:r>
              <a:rPr lang="en-US" sz="2400" dirty="0"/>
              <a:t> </a:t>
            </a:r>
          </a:p>
          <a:p>
            <a:pPr marL="285750" indent="-285750">
              <a:buFont typeface="Arial" panose="020B0604020202020204" pitchFamily="34" charset="0"/>
              <a:buChar char="•"/>
            </a:pPr>
            <a:r>
              <a:rPr lang="en-US" sz="2400" dirty="0"/>
              <a:t>Technical skills - go through them on excel file with everyone</a:t>
            </a:r>
          </a:p>
          <a:p>
            <a:pPr marL="285750" indent="-285750">
              <a:buFont typeface="Arial" panose="020B0604020202020204" pitchFamily="34" charset="0"/>
              <a:buChar char="•"/>
            </a:pPr>
            <a:r>
              <a:rPr lang="en-US" sz="2400" dirty="0"/>
              <a:t>Explain pairs and responsibilities</a:t>
            </a:r>
          </a:p>
          <a:p>
            <a:pPr marL="742950" lvl="1" indent="-285750">
              <a:buFont typeface="Arial" panose="020B0604020202020204" pitchFamily="34" charset="0"/>
              <a:buChar char="•"/>
            </a:pPr>
            <a:r>
              <a:rPr lang="en-US" sz="2400" dirty="0"/>
              <a:t>GitHub experience</a:t>
            </a:r>
          </a:p>
          <a:p>
            <a:pPr marL="742950" lvl="1" indent="-285750">
              <a:buFont typeface="Arial" panose="020B0604020202020204" pitchFamily="34" charset="0"/>
              <a:buChar char="•"/>
            </a:pPr>
            <a:r>
              <a:rPr lang="en-US" sz="2400" dirty="0" err="1"/>
              <a:t>sc</a:t>
            </a:r>
            <a:r>
              <a:rPr lang="en-US" sz="2400" dirty="0"/>
              <a:t>-</a:t>
            </a:r>
            <a:r>
              <a:rPr lang="en-US" sz="2400" dirty="0" err="1"/>
              <a:t>rna</a:t>
            </a:r>
            <a:r>
              <a:rPr lang="en-US" sz="2400" dirty="0"/>
              <a:t>-seq data analysis experience</a:t>
            </a:r>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35168299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74B697-C076-ACAF-D83B-ADDA950F057D}"/>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D869DCD-AFE4-9161-7544-2FB552E09C67}"/>
              </a:ext>
            </a:extLst>
          </p:cNvPr>
          <p:cNvSpPr>
            <a:spLocks noGrp="1"/>
          </p:cNvSpPr>
          <p:nvPr>
            <p:ph type="sldNum" sz="quarter" idx="10"/>
          </p:nvPr>
        </p:nvSpPr>
        <p:spPr/>
        <p:txBody>
          <a:bodyPr/>
          <a:lstStyle/>
          <a:p>
            <a:fld id="{D99DF388-D8CC-9A47-891A-7411F982D5E0}" type="slidenum">
              <a:rPr lang="en-US" smtClean="0"/>
              <a:pPr/>
              <a:t>5</a:t>
            </a:fld>
            <a:endParaRPr lang="en-US" dirty="0"/>
          </a:p>
        </p:txBody>
      </p:sp>
      <p:sp>
        <p:nvSpPr>
          <p:cNvPr id="18" name="TextBox 17">
            <a:extLst>
              <a:ext uri="{FF2B5EF4-FFF2-40B4-BE49-F238E27FC236}">
                <a16:creationId xmlns:a16="http://schemas.microsoft.com/office/drawing/2014/main" id="{95E76304-022A-3E9B-6C3E-A1188E05B05C}"/>
              </a:ext>
            </a:extLst>
          </p:cNvPr>
          <p:cNvSpPr txBox="1"/>
          <p:nvPr/>
        </p:nvSpPr>
        <p:spPr>
          <a:xfrm>
            <a:off x="875652" y="1287672"/>
            <a:ext cx="14287467" cy="584775"/>
          </a:xfrm>
          <a:prstGeom prst="rect">
            <a:avLst/>
          </a:prstGeom>
          <a:noFill/>
        </p:spPr>
        <p:txBody>
          <a:bodyPr wrap="square">
            <a:spAutoFit/>
          </a:bodyPr>
          <a:lstStyle/>
          <a:p>
            <a:pPr>
              <a:spcAft>
                <a:spcPts val="600"/>
              </a:spcAft>
            </a:pPr>
            <a:r>
              <a:rPr lang="en-US" sz="3200" dirty="0"/>
              <a:t>GitHub repo: </a:t>
            </a:r>
            <a:r>
              <a:rPr lang="en-US" sz="3200" dirty="0">
                <a:hlinkClick r:id="rId2"/>
              </a:rPr>
              <a:t>https://github.com/stjude-biohackathon/KIDS26-Team15</a:t>
            </a:r>
            <a:endParaRPr lang="en-US" sz="3200" b="1" dirty="0">
              <a:solidFill>
                <a:srgbClr val="FF0000"/>
              </a:solidFill>
            </a:endParaRPr>
          </a:p>
        </p:txBody>
      </p:sp>
      <p:pic>
        <p:nvPicPr>
          <p:cNvPr id="5" name="Picture 4">
            <a:extLst>
              <a:ext uri="{FF2B5EF4-FFF2-40B4-BE49-F238E27FC236}">
                <a16:creationId xmlns:a16="http://schemas.microsoft.com/office/drawing/2014/main" id="{53604224-58C3-1A0C-BF59-40FD30D3A6F9}"/>
              </a:ext>
            </a:extLst>
          </p:cNvPr>
          <p:cNvPicPr>
            <a:picLocks noChangeAspect="1"/>
          </p:cNvPicPr>
          <p:nvPr/>
        </p:nvPicPr>
        <p:blipFill>
          <a:blip r:embed="rId3"/>
          <a:stretch>
            <a:fillRect/>
          </a:stretch>
        </p:blipFill>
        <p:spPr>
          <a:xfrm>
            <a:off x="2963433" y="2394587"/>
            <a:ext cx="12361133" cy="6851325"/>
          </a:xfrm>
          <a:prstGeom prst="rect">
            <a:avLst/>
          </a:prstGeom>
        </p:spPr>
      </p:pic>
      <p:pic>
        <p:nvPicPr>
          <p:cNvPr id="6" name="Picture 5" descr="Demo Royalty-Free Images, Stock Photos &amp; Pictures | Shutterstock">
            <a:extLst>
              <a:ext uri="{FF2B5EF4-FFF2-40B4-BE49-F238E27FC236}">
                <a16:creationId xmlns:a16="http://schemas.microsoft.com/office/drawing/2014/main" id="{617E85A6-3728-2FE9-69A1-5D40700DAB42}"/>
              </a:ext>
            </a:extLst>
          </p:cNvPr>
          <p:cNvPicPr>
            <a:picLocks noChangeAspect="1" noChangeArrowheads="1"/>
          </p:cNvPicPr>
          <p:nvPr/>
        </p:nvPicPr>
        <p:blipFill>
          <a:blip r:embed="rId4">
            <a:extLst>
              <a:ext uri="{BEBA8EAE-BF5A-486C-A8C5-ECC9F3942E4B}">
                <a14:imgProps xmlns:a14="http://schemas.microsoft.com/office/drawing/2010/main">
                  <a14:imgLayer r:embed="rId5">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15258046" y="7678143"/>
            <a:ext cx="3029954" cy="20199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269419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DEEE94-9B61-EA3B-666A-5A3451FD5A10}"/>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F3A25AE-5585-49E2-2474-140C51A3F323}"/>
              </a:ext>
            </a:extLst>
          </p:cNvPr>
          <p:cNvSpPr>
            <a:spLocks noGrp="1"/>
          </p:cNvSpPr>
          <p:nvPr>
            <p:ph type="sldNum" sz="quarter" idx="10"/>
          </p:nvPr>
        </p:nvSpPr>
        <p:spPr/>
        <p:txBody>
          <a:bodyPr/>
          <a:lstStyle/>
          <a:p>
            <a:fld id="{D99DF388-D8CC-9A47-891A-7411F982D5E0}" type="slidenum">
              <a:rPr lang="en-US" smtClean="0"/>
              <a:pPr/>
              <a:t>6</a:t>
            </a:fld>
            <a:endParaRPr lang="en-US" dirty="0"/>
          </a:p>
        </p:txBody>
      </p:sp>
      <p:sp>
        <p:nvSpPr>
          <p:cNvPr id="18" name="TextBox 17">
            <a:extLst>
              <a:ext uri="{FF2B5EF4-FFF2-40B4-BE49-F238E27FC236}">
                <a16:creationId xmlns:a16="http://schemas.microsoft.com/office/drawing/2014/main" id="{2348A7EE-860A-B26E-FFFA-F3D42D83BAAE}"/>
              </a:ext>
            </a:extLst>
          </p:cNvPr>
          <p:cNvSpPr txBox="1"/>
          <p:nvPr/>
        </p:nvSpPr>
        <p:spPr>
          <a:xfrm>
            <a:off x="875652" y="1287672"/>
            <a:ext cx="14287467" cy="584775"/>
          </a:xfrm>
          <a:prstGeom prst="rect">
            <a:avLst/>
          </a:prstGeom>
          <a:noFill/>
        </p:spPr>
        <p:txBody>
          <a:bodyPr wrap="square">
            <a:spAutoFit/>
          </a:bodyPr>
          <a:lstStyle/>
          <a:p>
            <a:pPr>
              <a:spcAft>
                <a:spcPts val="600"/>
              </a:spcAft>
            </a:pPr>
            <a:r>
              <a:rPr lang="en-US" sz="3200" dirty="0"/>
              <a:t>GitHub repo: </a:t>
            </a:r>
            <a:r>
              <a:rPr lang="en-US" sz="3200" dirty="0">
                <a:hlinkClick r:id="rId3"/>
              </a:rPr>
              <a:t>https://github.com/stjude-biohackathon/KIDS26-Team15</a:t>
            </a:r>
            <a:endParaRPr lang="en-US" sz="3200" b="1" dirty="0">
              <a:solidFill>
                <a:srgbClr val="FF0000"/>
              </a:solidFill>
            </a:endParaRPr>
          </a:p>
        </p:txBody>
      </p:sp>
      <p:sp>
        <p:nvSpPr>
          <p:cNvPr id="2" name="TextBox 1">
            <a:extLst>
              <a:ext uri="{FF2B5EF4-FFF2-40B4-BE49-F238E27FC236}">
                <a16:creationId xmlns:a16="http://schemas.microsoft.com/office/drawing/2014/main" id="{1A10DB19-1BBD-FFF8-206B-BD96998544A9}"/>
              </a:ext>
            </a:extLst>
          </p:cNvPr>
          <p:cNvSpPr txBox="1"/>
          <p:nvPr/>
        </p:nvSpPr>
        <p:spPr>
          <a:xfrm>
            <a:off x="1614521" y="3171824"/>
            <a:ext cx="14087442" cy="2308324"/>
          </a:xfrm>
          <a:prstGeom prst="rect">
            <a:avLst/>
          </a:prstGeom>
          <a:noFill/>
        </p:spPr>
        <p:txBody>
          <a:bodyPr wrap="square" rtlCol="0">
            <a:spAutoFit/>
          </a:bodyPr>
          <a:lstStyle/>
          <a:p>
            <a:pPr marL="285750" indent="-285750">
              <a:buFont typeface="Arial" panose="020B0604020202020204" pitchFamily="34" charset="0"/>
              <a:buChar char="•"/>
            </a:pPr>
            <a:r>
              <a:rPr lang="en-US" sz="2400" dirty="0">
                <a:hlinkClick r:id="rId4" tooltip="docs"/>
              </a:rPr>
              <a:t>docs </a:t>
            </a:r>
            <a:r>
              <a:rPr lang="en-US" sz="2400" dirty="0"/>
              <a:t>– resources and tools we will use during the event – go through it and let me know if you have any questions by </a:t>
            </a:r>
            <a:r>
              <a:rPr lang="en-US" sz="2400" dirty="0">
                <a:solidFill>
                  <a:srgbClr val="FF0000"/>
                </a:solidFill>
              </a:rPr>
              <a:t>09/10/2026</a:t>
            </a:r>
          </a:p>
          <a:p>
            <a:pPr marL="285750" indent="-285750">
              <a:buFont typeface="Arial" panose="020B0604020202020204" pitchFamily="34" charset="0"/>
              <a:buChar char="•"/>
            </a:pPr>
            <a:endParaRPr lang="en-US" sz="2400" dirty="0">
              <a:solidFill>
                <a:srgbClr val="FF0000"/>
              </a:solidFill>
            </a:endParaRPr>
          </a:p>
          <a:p>
            <a:pPr marL="285750" indent="-285750">
              <a:buFont typeface="Arial" panose="020B0604020202020204" pitchFamily="34" charset="0"/>
              <a:buChar char="•"/>
            </a:pPr>
            <a:r>
              <a:rPr lang="en-US" sz="2400" u="sng" dirty="0">
                <a:hlinkClick r:id="rId5" tooltip="project-management"/>
              </a:rPr>
              <a:t>project-management</a:t>
            </a:r>
            <a:r>
              <a:rPr lang="en-US" sz="2400" u="sng" dirty="0"/>
              <a:t> </a:t>
            </a:r>
            <a:r>
              <a:rPr lang="en-US" sz="2400" dirty="0"/>
              <a:t>– follow-up with you by </a:t>
            </a:r>
            <a:r>
              <a:rPr lang="en-US" sz="2400" dirty="0">
                <a:solidFill>
                  <a:srgbClr val="FF0000"/>
                </a:solidFill>
              </a:rPr>
              <a:t>09/10/2026. </a:t>
            </a:r>
          </a:p>
          <a:p>
            <a:pPr marL="742950" lvl="1" indent="-285750">
              <a:buFont typeface="Arial" panose="020B0604020202020204" pitchFamily="34" charset="0"/>
              <a:buChar char="•"/>
            </a:pPr>
            <a:r>
              <a:rPr lang="en-US" sz="2400" dirty="0">
                <a:solidFill>
                  <a:srgbClr val="FF0000"/>
                </a:solidFill>
                <a:hlinkClick r:id="rId6"/>
              </a:rPr>
              <a:t>https://github.com/stjude-biohackathon/KIDS26-Team15/pull/7</a:t>
            </a:r>
            <a:endParaRPr lang="en-US" sz="2400" dirty="0">
              <a:solidFill>
                <a:srgbClr val="FF0000"/>
              </a:solidFill>
            </a:endParaRPr>
          </a:p>
          <a:p>
            <a:pPr marL="285750" indent="-285750">
              <a:buFont typeface="Arial" panose="020B0604020202020204" pitchFamily="34" charset="0"/>
              <a:buChar char="•"/>
            </a:pPr>
            <a:endParaRPr lang="en-US" sz="2400" dirty="0">
              <a:solidFill>
                <a:srgbClr val="FF0000"/>
              </a:solidFill>
            </a:endParaRPr>
          </a:p>
        </p:txBody>
      </p:sp>
    </p:spTree>
    <p:extLst>
      <p:ext uri="{BB962C8B-B14F-4D97-AF65-F5344CB8AC3E}">
        <p14:creationId xmlns:p14="http://schemas.microsoft.com/office/powerpoint/2010/main" val="20504679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B986C1-9F4F-55E0-8FCF-D3584EE55310}"/>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A5BBA4F-FC70-848A-4048-DED66386EA52}"/>
              </a:ext>
            </a:extLst>
          </p:cNvPr>
          <p:cNvSpPr>
            <a:spLocks noGrp="1"/>
          </p:cNvSpPr>
          <p:nvPr>
            <p:ph type="sldNum" sz="quarter" idx="10"/>
          </p:nvPr>
        </p:nvSpPr>
        <p:spPr/>
        <p:txBody>
          <a:bodyPr/>
          <a:lstStyle/>
          <a:p>
            <a:fld id="{D99DF388-D8CC-9A47-891A-7411F982D5E0}" type="slidenum">
              <a:rPr lang="en-US" smtClean="0"/>
              <a:pPr/>
              <a:t>7</a:t>
            </a:fld>
            <a:endParaRPr lang="en-US" dirty="0"/>
          </a:p>
        </p:txBody>
      </p:sp>
      <p:sp>
        <p:nvSpPr>
          <p:cNvPr id="18" name="TextBox 17">
            <a:extLst>
              <a:ext uri="{FF2B5EF4-FFF2-40B4-BE49-F238E27FC236}">
                <a16:creationId xmlns:a16="http://schemas.microsoft.com/office/drawing/2014/main" id="{3EA145A9-1A7C-456C-6980-5F1AEA1D9778}"/>
              </a:ext>
            </a:extLst>
          </p:cNvPr>
          <p:cNvSpPr txBox="1"/>
          <p:nvPr/>
        </p:nvSpPr>
        <p:spPr>
          <a:xfrm>
            <a:off x="875652" y="1287672"/>
            <a:ext cx="14287467" cy="584775"/>
          </a:xfrm>
          <a:prstGeom prst="rect">
            <a:avLst/>
          </a:prstGeom>
          <a:noFill/>
        </p:spPr>
        <p:txBody>
          <a:bodyPr wrap="square">
            <a:spAutoFit/>
          </a:bodyPr>
          <a:lstStyle/>
          <a:p>
            <a:pPr>
              <a:spcAft>
                <a:spcPts val="600"/>
              </a:spcAft>
            </a:pPr>
            <a:r>
              <a:rPr lang="en-US" sz="3200" b="1" dirty="0"/>
              <a:t>Tools and resources</a:t>
            </a:r>
          </a:p>
        </p:txBody>
      </p:sp>
      <p:sp>
        <p:nvSpPr>
          <p:cNvPr id="2" name="TextBox 1">
            <a:extLst>
              <a:ext uri="{FF2B5EF4-FFF2-40B4-BE49-F238E27FC236}">
                <a16:creationId xmlns:a16="http://schemas.microsoft.com/office/drawing/2014/main" id="{A8202009-697A-ECF9-EC5F-4E9835214B67}"/>
              </a:ext>
            </a:extLst>
          </p:cNvPr>
          <p:cNvSpPr txBox="1"/>
          <p:nvPr/>
        </p:nvSpPr>
        <p:spPr>
          <a:xfrm>
            <a:off x="1614521" y="2911761"/>
            <a:ext cx="14087442" cy="1938992"/>
          </a:xfrm>
          <a:prstGeom prst="rect">
            <a:avLst/>
          </a:prstGeom>
          <a:noFill/>
        </p:spPr>
        <p:txBody>
          <a:bodyPr wrap="square" rtlCol="0">
            <a:spAutoFit/>
          </a:bodyPr>
          <a:lstStyle/>
          <a:p>
            <a:pPr marL="285750" indent="-285750">
              <a:buFont typeface="Arial" panose="020B0604020202020204" pitchFamily="34" charset="0"/>
              <a:buChar char="•"/>
            </a:pPr>
            <a:r>
              <a:rPr lang="en-US" sz="2400" dirty="0">
                <a:hlinkClick r:id="rId2"/>
              </a:rPr>
              <a:t>vm-local-only-setup.md</a:t>
            </a:r>
            <a:r>
              <a:rPr lang="en-US" sz="2400" dirty="0"/>
              <a:t> – follow-up with you by </a:t>
            </a:r>
            <a:r>
              <a:rPr lang="en-US" sz="2400" dirty="0">
                <a:solidFill>
                  <a:srgbClr val="FF0000"/>
                </a:solidFill>
              </a:rPr>
              <a:t>09/10/2026. Everyone will have to test access to the VM and dry-test software/tools as needed by 09/15/2026 to allow for troubleshooting.</a:t>
            </a:r>
          </a:p>
          <a:p>
            <a:pPr marL="742950" lvl="1" indent="-285750">
              <a:buFont typeface="Arial" panose="020B0604020202020204" pitchFamily="34" charset="0"/>
              <a:buChar char="•"/>
            </a:pPr>
            <a:endParaRPr lang="en-US" sz="2400" dirty="0"/>
          </a:p>
          <a:p>
            <a:pPr marL="742950" lvl="1" indent="-285750">
              <a:buFont typeface="Arial" panose="020B0604020202020204" pitchFamily="34" charset="0"/>
              <a:buChar char="•"/>
            </a:pPr>
            <a:r>
              <a:rPr lang="en-US" sz="2400" dirty="0"/>
              <a:t>Personal laptops</a:t>
            </a:r>
          </a:p>
          <a:p>
            <a:pPr marL="742950" lvl="1" indent="-285750">
              <a:buFont typeface="Arial" panose="020B0604020202020204" pitchFamily="34" charset="0"/>
              <a:buChar char="•"/>
            </a:pPr>
            <a:r>
              <a:rPr lang="en-US" sz="2400" dirty="0"/>
              <a:t>HPC-</a:t>
            </a:r>
            <a:r>
              <a:rPr lang="en-US" sz="2400" dirty="0" err="1"/>
              <a:t>StJude</a:t>
            </a:r>
            <a:r>
              <a:rPr lang="en-US" sz="2400" dirty="0"/>
              <a:t> User</a:t>
            </a:r>
            <a:endParaRPr lang="en-US" sz="3200" dirty="0"/>
          </a:p>
        </p:txBody>
      </p:sp>
    </p:spTree>
    <p:extLst>
      <p:ext uri="{BB962C8B-B14F-4D97-AF65-F5344CB8AC3E}">
        <p14:creationId xmlns:p14="http://schemas.microsoft.com/office/powerpoint/2010/main" val="10476859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33ADCD-E9D2-B499-3FF9-D4CB9E38A788}"/>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54FBF91-51D1-5D91-2248-6D4074515C25}"/>
              </a:ext>
            </a:extLst>
          </p:cNvPr>
          <p:cNvSpPr>
            <a:spLocks noGrp="1"/>
          </p:cNvSpPr>
          <p:nvPr>
            <p:ph type="sldNum" sz="quarter" idx="10"/>
          </p:nvPr>
        </p:nvSpPr>
        <p:spPr/>
        <p:txBody>
          <a:bodyPr/>
          <a:lstStyle/>
          <a:p>
            <a:fld id="{D99DF388-D8CC-9A47-891A-7411F982D5E0}" type="slidenum">
              <a:rPr lang="en-US" smtClean="0"/>
              <a:pPr/>
              <a:t>8</a:t>
            </a:fld>
            <a:endParaRPr lang="en-US" dirty="0"/>
          </a:p>
        </p:txBody>
      </p:sp>
      <p:sp>
        <p:nvSpPr>
          <p:cNvPr id="18" name="TextBox 17">
            <a:extLst>
              <a:ext uri="{FF2B5EF4-FFF2-40B4-BE49-F238E27FC236}">
                <a16:creationId xmlns:a16="http://schemas.microsoft.com/office/drawing/2014/main" id="{D0E8B13E-C9D8-C9F1-9B79-11BD781942B3}"/>
              </a:ext>
            </a:extLst>
          </p:cNvPr>
          <p:cNvSpPr txBox="1"/>
          <p:nvPr/>
        </p:nvSpPr>
        <p:spPr>
          <a:xfrm>
            <a:off x="875652" y="1287672"/>
            <a:ext cx="14287467" cy="584775"/>
          </a:xfrm>
          <a:prstGeom prst="rect">
            <a:avLst/>
          </a:prstGeom>
          <a:noFill/>
        </p:spPr>
        <p:txBody>
          <a:bodyPr wrap="square">
            <a:spAutoFit/>
          </a:bodyPr>
          <a:lstStyle/>
          <a:p>
            <a:pPr>
              <a:spcAft>
                <a:spcPts val="600"/>
              </a:spcAft>
            </a:pPr>
            <a:r>
              <a:rPr lang="en-US" sz="3200" b="1" dirty="0" err="1"/>
              <a:t>BioHackathon</a:t>
            </a:r>
            <a:r>
              <a:rPr lang="en-US" sz="3200" b="1" dirty="0"/>
              <a:t> Project Timeline</a:t>
            </a:r>
          </a:p>
        </p:txBody>
      </p:sp>
      <p:sp>
        <p:nvSpPr>
          <p:cNvPr id="2" name="TextBox 1">
            <a:extLst>
              <a:ext uri="{FF2B5EF4-FFF2-40B4-BE49-F238E27FC236}">
                <a16:creationId xmlns:a16="http://schemas.microsoft.com/office/drawing/2014/main" id="{8A6B48D2-E533-39B5-4724-065B6A74A7EF}"/>
              </a:ext>
            </a:extLst>
          </p:cNvPr>
          <p:cNvSpPr txBox="1"/>
          <p:nvPr/>
        </p:nvSpPr>
        <p:spPr>
          <a:xfrm>
            <a:off x="1314484" y="2711737"/>
            <a:ext cx="13058741" cy="5940088"/>
          </a:xfrm>
          <a:prstGeom prst="rect">
            <a:avLst/>
          </a:prstGeom>
          <a:noFill/>
        </p:spPr>
        <p:txBody>
          <a:bodyPr wrap="square" rtlCol="0">
            <a:spAutoFit/>
          </a:bodyPr>
          <a:lstStyle/>
          <a:p>
            <a:pPr marL="285750" indent="-285750">
              <a:buFont typeface="Arial" panose="020B0604020202020204" pitchFamily="34" charset="0"/>
              <a:buChar char="•"/>
            </a:pPr>
            <a:r>
              <a:rPr lang="en-US" sz="2000" b="1" dirty="0"/>
              <a:t>Day 1 | 4 hours: </a:t>
            </a:r>
            <a:r>
              <a:rPr lang="en-US" sz="2000" dirty="0"/>
              <a:t>Project Setup and Planning</a:t>
            </a:r>
          </a:p>
          <a:p>
            <a:pPr marL="742950" lvl="1" indent="-285750">
              <a:buFont typeface="Arial" panose="020B0604020202020204" pitchFamily="34" charset="0"/>
              <a:buChar char="•"/>
            </a:pPr>
            <a:r>
              <a:rPr lang="en-US" sz="2000" dirty="0"/>
              <a:t>Align on project goals and expected demo outcome</a:t>
            </a:r>
          </a:p>
          <a:p>
            <a:pPr marL="742950" lvl="1" indent="-285750">
              <a:buFont typeface="Arial" panose="020B0604020202020204" pitchFamily="34" charset="0"/>
              <a:buChar char="•"/>
            </a:pPr>
            <a:r>
              <a:rPr lang="en-US" sz="2000" dirty="0"/>
              <a:t>Define team roles and responsibilities</a:t>
            </a:r>
          </a:p>
          <a:p>
            <a:pPr marL="742950" lvl="1" indent="-285750">
              <a:buFont typeface="Arial" panose="020B0604020202020204" pitchFamily="34" charset="0"/>
              <a:buChar char="•"/>
            </a:pPr>
            <a:r>
              <a:rPr lang="en-US" sz="2000" dirty="0"/>
              <a:t>Finalize the technical approach</a:t>
            </a:r>
          </a:p>
          <a:p>
            <a:pPr marL="742950" lvl="1" indent="-285750">
              <a:buFont typeface="Arial" panose="020B0604020202020204" pitchFamily="34" charset="0"/>
              <a:buChar char="•"/>
            </a:pPr>
            <a:r>
              <a:rPr lang="en-US" sz="2000" dirty="0"/>
              <a:t>Set up the development environment and begin implementation</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b="1" dirty="0"/>
              <a:t>Day 2 | 8 hours</a:t>
            </a:r>
            <a:r>
              <a:rPr lang="en-US" sz="2000" dirty="0"/>
              <a:t>: Core Development and Testing</a:t>
            </a:r>
          </a:p>
          <a:p>
            <a:pPr marL="742950" lvl="1" indent="-285750">
              <a:buFont typeface="Arial" panose="020B0604020202020204" pitchFamily="34" charset="0"/>
              <a:buChar char="•"/>
            </a:pPr>
            <a:r>
              <a:rPr lang="en-US" sz="2000" dirty="0"/>
              <a:t>Implement the main project components</a:t>
            </a:r>
          </a:p>
          <a:p>
            <a:pPr marL="742950" lvl="1" indent="-285750">
              <a:buFont typeface="Arial" panose="020B0604020202020204" pitchFamily="34" charset="0"/>
              <a:buChar char="•"/>
            </a:pPr>
            <a:r>
              <a:rPr lang="en-US" sz="2000" dirty="0"/>
              <a:t>Integrate team contributions</a:t>
            </a:r>
          </a:p>
          <a:p>
            <a:pPr marL="742950" lvl="1" indent="-285750">
              <a:buFont typeface="Arial" panose="020B0604020202020204" pitchFamily="34" charset="0"/>
              <a:buChar char="•"/>
            </a:pPr>
            <a:r>
              <a:rPr lang="en-US" sz="2000" dirty="0"/>
              <a:t>Test and troubleshoot the workflow</a:t>
            </a:r>
          </a:p>
          <a:p>
            <a:pPr marL="742950" lvl="1" indent="-285750">
              <a:buFont typeface="Arial" panose="020B0604020202020204" pitchFamily="34" charset="0"/>
              <a:buChar char="•"/>
            </a:pPr>
            <a:r>
              <a:rPr lang="en-US" sz="2000" dirty="0"/>
              <a:t>Document key decisions, limitations, and results</a:t>
            </a:r>
          </a:p>
          <a:p>
            <a:pPr marL="742950" lvl="1" indent="-285750">
              <a:buFont typeface="Arial" panose="020B0604020202020204" pitchFamily="34" charset="0"/>
              <a:buChar char="•"/>
            </a:pPr>
            <a:r>
              <a:rPr lang="en-US" sz="2000" dirty="0"/>
              <a:t>Start preparing the demo</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b="1" dirty="0"/>
              <a:t>Day 3 | 4 hours</a:t>
            </a:r>
            <a:r>
              <a:rPr lang="en-US" sz="2000" dirty="0"/>
              <a:t>: Finalize, Demo, and Present</a:t>
            </a:r>
          </a:p>
          <a:p>
            <a:pPr marL="742950" lvl="1" indent="-285750">
              <a:buFont typeface="Arial" panose="020B0604020202020204" pitchFamily="34" charset="0"/>
              <a:buChar char="•"/>
            </a:pPr>
            <a:r>
              <a:rPr lang="en-US" sz="2000" dirty="0"/>
              <a:t>Complete final testing and documentation</a:t>
            </a:r>
          </a:p>
          <a:p>
            <a:pPr marL="742950" lvl="1" indent="-285750">
              <a:buFont typeface="Arial" panose="020B0604020202020204" pitchFamily="34" charset="0"/>
              <a:buChar char="•"/>
            </a:pPr>
            <a:r>
              <a:rPr lang="en-US" sz="2000" dirty="0"/>
              <a:t>Prepare the demo and required 3-slide presentation</a:t>
            </a:r>
          </a:p>
          <a:p>
            <a:pPr marL="742950" lvl="1" indent="-285750">
              <a:buFont typeface="Arial" panose="020B0604020202020204" pitchFamily="34" charset="0"/>
              <a:buChar char="•"/>
            </a:pPr>
            <a:r>
              <a:rPr lang="en-US" sz="2000" dirty="0"/>
              <a:t>Select 2 to 4 team members to present</a:t>
            </a:r>
          </a:p>
          <a:p>
            <a:pPr marL="742950" lvl="1" indent="-285750">
              <a:buFont typeface="Arial" panose="020B0604020202020204" pitchFamily="34" charset="0"/>
              <a:buChar char="•"/>
            </a:pPr>
            <a:r>
              <a:rPr lang="en-US" sz="2000" dirty="0"/>
              <a:t>Practice the 2-minute lightning presentation</a:t>
            </a:r>
          </a:p>
          <a:p>
            <a:pPr marL="285750" indent="-285750">
              <a:buFont typeface="Arial" panose="020B0604020202020204" pitchFamily="34" charset="0"/>
              <a:buChar char="•"/>
            </a:pPr>
            <a:endParaRPr lang="en-US" sz="2000" dirty="0"/>
          </a:p>
        </p:txBody>
      </p:sp>
    </p:spTree>
    <p:extLst>
      <p:ext uri="{BB962C8B-B14F-4D97-AF65-F5344CB8AC3E}">
        <p14:creationId xmlns:p14="http://schemas.microsoft.com/office/powerpoint/2010/main" val="6523376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520DF5-20C8-3F37-D2F1-C58C23C94ACA}"/>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2CCB1E5-2A24-DEAE-D831-C26DDD0677E7}"/>
              </a:ext>
            </a:extLst>
          </p:cNvPr>
          <p:cNvSpPr>
            <a:spLocks noGrp="1"/>
          </p:cNvSpPr>
          <p:nvPr>
            <p:ph type="sldNum" sz="quarter" idx="10"/>
          </p:nvPr>
        </p:nvSpPr>
        <p:spPr/>
        <p:txBody>
          <a:bodyPr/>
          <a:lstStyle/>
          <a:p>
            <a:fld id="{D99DF388-D8CC-9A47-891A-7411F982D5E0}" type="slidenum">
              <a:rPr lang="en-US" smtClean="0"/>
              <a:pPr/>
              <a:t>9</a:t>
            </a:fld>
            <a:endParaRPr lang="en-US" dirty="0"/>
          </a:p>
        </p:txBody>
      </p:sp>
      <p:sp>
        <p:nvSpPr>
          <p:cNvPr id="18" name="TextBox 17">
            <a:extLst>
              <a:ext uri="{FF2B5EF4-FFF2-40B4-BE49-F238E27FC236}">
                <a16:creationId xmlns:a16="http://schemas.microsoft.com/office/drawing/2014/main" id="{1B9CBE04-D4EF-0C13-61E3-3DFA4DDE791E}"/>
              </a:ext>
            </a:extLst>
          </p:cNvPr>
          <p:cNvSpPr txBox="1"/>
          <p:nvPr/>
        </p:nvSpPr>
        <p:spPr>
          <a:xfrm>
            <a:off x="875652" y="1287672"/>
            <a:ext cx="14287467" cy="584775"/>
          </a:xfrm>
          <a:prstGeom prst="rect">
            <a:avLst/>
          </a:prstGeom>
          <a:noFill/>
        </p:spPr>
        <p:txBody>
          <a:bodyPr wrap="square">
            <a:spAutoFit/>
          </a:bodyPr>
          <a:lstStyle/>
          <a:p>
            <a:pPr>
              <a:spcAft>
                <a:spcPts val="600"/>
              </a:spcAft>
            </a:pPr>
            <a:r>
              <a:rPr lang="en-US" sz="3200" b="1" dirty="0" err="1"/>
              <a:t>BioHackathon</a:t>
            </a:r>
            <a:r>
              <a:rPr lang="en-US" sz="3200" b="1" dirty="0"/>
              <a:t> Project Timeline</a:t>
            </a:r>
          </a:p>
        </p:txBody>
      </p:sp>
      <p:sp>
        <p:nvSpPr>
          <p:cNvPr id="2" name="TextBox 1">
            <a:extLst>
              <a:ext uri="{FF2B5EF4-FFF2-40B4-BE49-F238E27FC236}">
                <a16:creationId xmlns:a16="http://schemas.microsoft.com/office/drawing/2014/main" id="{05E22833-CBA1-484C-A382-C66B6D47F506}"/>
              </a:ext>
            </a:extLst>
          </p:cNvPr>
          <p:cNvSpPr txBox="1"/>
          <p:nvPr/>
        </p:nvSpPr>
        <p:spPr>
          <a:xfrm>
            <a:off x="1314484" y="2711737"/>
            <a:ext cx="13058741" cy="5940088"/>
          </a:xfrm>
          <a:prstGeom prst="rect">
            <a:avLst/>
          </a:prstGeom>
          <a:noFill/>
        </p:spPr>
        <p:txBody>
          <a:bodyPr wrap="square" rtlCol="0">
            <a:spAutoFit/>
          </a:bodyPr>
          <a:lstStyle/>
          <a:p>
            <a:pPr marL="285750" indent="-285750">
              <a:buFont typeface="Arial" panose="020B0604020202020204" pitchFamily="34" charset="0"/>
              <a:buChar char="•"/>
            </a:pPr>
            <a:r>
              <a:rPr lang="en-US" sz="2000" b="1" dirty="0"/>
              <a:t>Day 1 | 4 hours: </a:t>
            </a:r>
            <a:r>
              <a:rPr lang="en-US" sz="2000" dirty="0"/>
              <a:t>Project Setup and Planning</a:t>
            </a:r>
          </a:p>
          <a:p>
            <a:pPr marL="742950" lvl="1" indent="-285750">
              <a:buFont typeface="Arial" panose="020B0604020202020204" pitchFamily="34" charset="0"/>
              <a:buChar char="•"/>
            </a:pPr>
            <a:r>
              <a:rPr lang="en-US" sz="2000" dirty="0"/>
              <a:t>Align on project goals and expected demo outcome</a:t>
            </a:r>
          </a:p>
          <a:p>
            <a:pPr marL="742950" lvl="1" indent="-285750">
              <a:buFont typeface="Arial" panose="020B0604020202020204" pitchFamily="34" charset="0"/>
              <a:buChar char="•"/>
            </a:pPr>
            <a:r>
              <a:rPr lang="en-US" sz="2000" dirty="0"/>
              <a:t>Define team roles and responsibilities</a:t>
            </a:r>
          </a:p>
          <a:p>
            <a:pPr marL="742950" lvl="1" indent="-285750">
              <a:buFont typeface="Arial" panose="020B0604020202020204" pitchFamily="34" charset="0"/>
              <a:buChar char="•"/>
            </a:pPr>
            <a:r>
              <a:rPr lang="en-US" sz="2000" dirty="0"/>
              <a:t>Finalize the technical approach</a:t>
            </a:r>
          </a:p>
          <a:p>
            <a:pPr marL="742950" lvl="1" indent="-285750">
              <a:buFont typeface="Arial" panose="020B0604020202020204" pitchFamily="34" charset="0"/>
              <a:buChar char="•"/>
            </a:pPr>
            <a:r>
              <a:rPr lang="en-US" sz="2000" dirty="0"/>
              <a:t>Set up the development environment and begin implementation</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b="1" dirty="0"/>
              <a:t>Day 2 | 8 hours</a:t>
            </a:r>
            <a:r>
              <a:rPr lang="en-US" sz="2000" dirty="0"/>
              <a:t>: Core Development and Testing</a:t>
            </a:r>
          </a:p>
          <a:p>
            <a:pPr marL="742950" lvl="1" indent="-285750">
              <a:buFont typeface="Arial" panose="020B0604020202020204" pitchFamily="34" charset="0"/>
              <a:buChar char="•"/>
            </a:pPr>
            <a:r>
              <a:rPr lang="en-US" sz="2000" dirty="0"/>
              <a:t>Implement the main project components</a:t>
            </a:r>
          </a:p>
          <a:p>
            <a:pPr marL="742950" lvl="1" indent="-285750">
              <a:buFont typeface="Arial" panose="020B0604020202020204" pitchFamily="34" charset="0"/>
              <a:buChar char="•"/>
            </a:pPr>
            <a:r>
              <a:rPr lang="en-US" sz="2000" dirty="0"/>
              <a:t>Integrate team contributions</a:t>
            </a:r>
          </a:p>
          <a:p>
            <a:pPr marL="742950" lvl="1" indent="-285750">
              <a:buFont typeface="Arial" panose="020B0604020202020204" pitchFamily="34" charset="0"/>
              <a:buChar char="•"/>
            </a:pPr>
            <a:r>
              <a:rPr lang="en-US" sz="2000" dirty="0"/>
              <a:t>Test and troubleshoot the workflow</a:t>
            </a:r>
          </a:p>
          <a:p>
            <a:pPr marL="742950" lvl="1" indent="-285750">
              <a:buFont typeface="Arial" panose="020B0604020202020204" pitchFamily="34" charset="0"/>
              <a:buChar char="•"/>
            </a:pPr>
            <a:r>
              <a:rPr lang="en-US" sz="2000" dirty="0"/>
              <a:t>Document key decisions, limitations, and results</a:t>
            </a:r>
          </a:p>
          <a:p>
            <a:pPr marL="742950" lvl="1" indent="-285750">
              <a:buFont typeface="Arial" panose="020B0604020202020204" pitchFamily="34" charset="0"/>
              <a:buChar char="•"/>
            </a:pPr>
            <a:r>
              <a:rPr lang="en-US" sz="2000" dirty="0"/>
              <a:t>Start preparing the demo</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b="1" dirty="0"/>
              <a:t>Day 3 | 4 hours</a:t>
            </a:r>
            <a:r>
              <a:rPr lang="en-US" sz="2000" dirty="0"/>
              <a:t>: Finalize, Demo, and Present</a:t>
            </a:r>
          </a:p>
          <a:p>
            <a:pPr marL="742950" lvl="1" indent="-285750">
              <a:buFont typeface="Arial" panose="020B0604020202020204" pitchFamily="34" charset="0"/>
              <a:buChar char="•"/>
            </a:pPr>
            <a:r>
              <a:rPr lang="en-US" sz="2000" dirty="0"/>
              <a:t>Complete final testing and documentation</a:t>
            </a:r>
          </a:p>
          <a:p>
            <a:pPr marL="742950" lvl="1" indent="-285750">
              <a:buFont typeface="Arial" panose="020B0604020202020204" pitchFamily="34" charset="0"/>
              <a:buChar char="•"/>
            </a:pPr>
            <a:r>
              <a:rPr lang="en-US" sz="2000" dirty="0"/>
              <a:t>Prepare the demo and required 3-slide presentation</a:t>
            </a:r>
          </a:p>
          <a:p>
            <a:pPr marL="742950" lvl="1" indent="-285750">
              <a:buFont typeface="Arial" panose="020B0604020202020204" pitchFamily="34" charset="0"/>
              <a:buChar char="•"/>
            </a:pPr>
            <a:r>
              <a:rPr lang="en-US" sz="2000" dirty="0"/>
              <a:t>Select 2 to 4 team members to present</a:t>
            </a:r>
          </a:p>
          <a:p>
            <a:pPr marL="742950" lvl="1" indent="-285750">
              <a:buFont typeface="Arial" panose="020B0604020202020204" pitchFamily="34" charset="0"/>
              <a:buChar char="•"/>
            </a:pPr>
            <a:r>
              <a:rPr lang="en-US" sz="2000" dirty="0"/>
              <a:t>Practice the 2-minute lightning presentation</a:t>
            </a:r>
          </a:p>
          <a:p>
            <a:pPr marL="285750" indent="-285750">
              <a:buFont typeface="Arial" panose="020B0604020202020204" pitchFamily="34" charset="0"/>
              <a:buChar char="•"/>
            </a:pPr>
            <a:endParaRPr lang="en-US" sz="2000" dirty="0"/>
          </a:p>
        </p:txBody>
      </p:sp>
      <p:sp>
        <p:nvSpPr>
          <p:cNvPr id="5" name="TextBox 4">
            <a:extLst>
              <a:ext uri="{FF2B5EF4-FFF2-40B4-BE49-F238E27FC236}">
                <a16:creationId xmlns:a16="http://schemas.microsoft.com/office/drawing/2014/main" id="{C39E7ACE-CBBB-1179-EF04-765301DF2ECA}"/>
              </a:ext>
            </a:extLst>
          </p:cNvPr>
          <p:cNvSpPr txBox="1"/>
          <p:nvPr/>
        </p:nvSpPr>
        <p:spPr>
          <a:xfrm>
            <a:off x="9386889" y="5829229"/>
            <a:ext cx="8401049" cy="3170099"/>
          </a:xfrm>
          <a:prstGeom prst="rect">
            <a:avLst/>
          </a:prstGeom>
          <a:solidFill>
            <a:schemeClr val="accent5">
              <a:lumMod val="20000"/>
              <a:lumOff val="80000"/>
            </a:schemeClr>
          </a:solidFill>
          <a:ln w="28575">
            <a:noFill/>
          </a:ln>
        </p:spPr>
        <p:txBody>
          <a:bodyPr wrap="square">
            <a:spAutoFit/>
          </a:bodyPr>
          <a:lstStyle/>
          <a:p>
            <a:pPr marL="285750" indent="-285750">
              <a:buFont typeface="Arial" panose="020B0604020202020204" pitchFamily="34" charset="0"/>
              <a:buChar char="•"/>
            </a:pPr>
            <a:r>
              <a:rPr lang="en-US" sz="2000" b="1" dirty="0"/>
              <a:t>3:00–4:00 PM | Project Demo</a:t>
            </a:r>
          </a:p>
          <a:p>
            <a:pPr marL="742950" lvl="1" indent="-285750">
              <a:buFont typeface="Arial" panose="020B0604020202020204" pitchFamily="34" charset="0"/>
              <a:buChar char="•"/>
            </a:pPr>
            <a:r>
              <a:rPr lang="en-US" sz="2000" dirty="0"/>
              <a:t>Deliver a 2-minute lightning presentation to the judges</a:t>
            </a:r>
          </a:p>
          <a:p>
            <a:pPr marL="742950" lvl="1" indent="-285750">
              <a:buFont typeface="Arial" panose="020B0604020202020204" pitchFamily="34" charset="0"/>
              <a:buChar char="•"/>
            </a:pPr>
            <a:r>
              <a:rPr lang="en-US" sz="2000" dirty="0"/>
              <a:t>Move to the assigned room for the project demonstration</a:t>
            </a:r>
          </a:p>
          <a:p>
            <a:pPr marL="742950" lvl="1" indent="-285750">
              <a:buFont typeface="Arial" panose="020B0604020202020204" pitchFamily="34" charset="0"/>
              <a:buChar char="•"/>
            </a:pPr>
            <a:r>
              <a:rPr lang="en-US" sz="2000" dirty="0"/>
              <a:t>Answer questions and receive feedback</a:t>
            </a:r>
          </a:p>
          <a:p>
            <a:endParaRPr lang="en-US" sz="2000" dirty="0"/>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b="1" dirty="0"/>
              <a:t>4:00–6:00 PM | Demo Lightning Session</a:t>
            </a:r>
          </a:p>
          <a:p>
            <a:pPr marL="742950" lvl="1" indent="-285750">
              <a:buFont typeface="Arial" panose="020B0604020202020204" pitchFamily="34" charset="0"/>
              <a:buChar char="•"/>
            </a:pPr>
            <a:r>
              <a:rPr lang="en-US" sz="2000" dirty="0"/>
              <a:t>Present what the project was about and what was accomplished</a:t>
            </a:r>
          </a:p>
          <a:p>
            <a:pPr marL="742950" lvl="1" indent="-285750">
              <a:buFont typeface="Arial" panose="020B0604020202020204" pitchFamily="34" charset="0"/>
              <a:buChar char="•"/>
            </a:pPr>
            <a:r>
              <a:rPr lang="en-US" sz="2000" dirty="0"/>
              <a:t>Judges provide additional feedback</a:t>
            </a:r>
          </a:p>
          <a:p>
            <a:pPr marL="742950" lvl="1" indent="-285750">
              <a:buFont typeface="Arial" panose="020B0604020202020204" pitchFamily="34" charset="0"/>
              <a:buChar char="•"/>
            </a:pPr>
            <a:endParaRPr lang="en-US" sz="2000" dirty="0"/>
          </a:p>
        </p:txBody>
      </p:sp>
      <p:cxnSp>
        <p:nvCxnSpPr>
          <p:cNvPr id="6" name="Straight Arrow Connector 5">
            <a:extLst>
              <a:ext uri="{FF2B5EF4-FFF2-40B4-BE49-F238E27FC236}">
                <a16:creationId xmlns:a16="http://schemas.microsoft.com/office/drawing/2014/main" id="{4108FB05-5D1F-97F4-A04E-B2319136D8CC}"/>
              </a:ext>
            </a:extLst>
          </p:cNvPr>
          <p:cNvCxnSpPr>
            <a:cxnSpLocks/>
          </p:cNvCxnSpPr>
          <p:nvPr/>
        </p:nvCxnSpPr>
        <p:spPr>
          <a:xfrm>
            <a:off x="8458200" y="7443788"/>
            <a:ext cx="800100" cy="0"/>
          </a:xfrm>
          <a:prstGeom prst="straightConnector1">
            <a:avLst/>
          </a:prstGeom>
          <a:ln w="762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591499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650C52-4737-4572-16FA-354EA5F25508}"/>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6914E6A-48D2-BAC4-A4A0-CE42C3656BCD}"/>
              </a:ext>
            </a:extLst>
          </p:cNvPr>
          <p:cNvSpPr>
            <a:spLocks noGrp="1"/>
          </p:cNvSpPr>
          <p:nvPr>
            <p:ph type="sldNum" sz="quarter" idx="10"/>
          </p:nvPr>
        </p:nvSpPr>
        <p:spPr/>
        <p:txBody>
          <a:bodyPr/>
          <a:lstStyle/>
          <a:p>
            <a:fld id="{D99DF388-D8CC-9A47-891A-7411F982D5E0}" type="slidenum">
              <a:rPr lang="en-US" smtClean="0"/>
              <a:pPr/>
              <a:t>10</a:t>
            </a:fld>
            <a:endParaRPr lang="en-US" dirty="0"/>
          </a:p>
        </p:txBody>
      </p:sp>
      <p:sp>
        <p:nvSpPr>
          <p:cNvPr id="14" name="TextBox 13">
            <a:extLst>
              <a:ext uri="{FF2B5EF4-FFF2-40B4-BE49-F238E27FC236}">
                <a16:creationId xmlns:a16="http://schemas.microsoft.com/office/drawing/2014/main" id="{44A2307A-A6DC-C8DA-2791-005858DC6FFC}"/>
              </a:ext>
            </a:extLst>
          </p:cNvPr>
          <p:cNvSpPr txBox="1"/>
          <p:nvPr/>
        </p:nvSpPr>
        <p:spPr>
          <a:xfrm>
            <a:off x="685800" y="2992688"/>
            <a:ext cx="9844088" cy="2677656"/>
          </a:xfrm>
          <a:prstGeom prst="rect">
            <a:avLst/>
          </a:prstGeom>
          <a:noFill/>
        </p:spPr>
        <p:txBody>
          <a:bodyPr wrap="square">
            <a:spAutoFit/>
          </a:bodyPr>
          <a:lstStyle/>
          <a:p>
            <a:pPr marL="457200" indent="-457200" fontAlgn="t">
              <a:buFont typeface="Arial" panose="020B0604020202020204" pitchFamily="34" charset="0"/>
              <a:buChar char="•"/>
            </a:pPr>
            <a:r>
              <a:rPr lang="en-US" sz="2400" b="1" dirty="0"/>
              <a:t>Resource-Aware + Metis (Greek goddess of wisdom and strategy)</a:t>
            </a:r>
          </a:p>
          <a:p>
            <a:pPr marL="457200" indent="-457200" fontAlgn="t">
              <a:buFont typeface="Arial" panose="020B0604020202020204" pitchFamily="34" charset="0"/>
              <a:buChar char="•"/>
            </a:pPr>
            <a:r>
              <a:rPr lang="en-US" sz="2400" dirty="0"/>
              <a:t>Wisdom-Driven Resource </a:t>
            </a:r>
            <a:r>
              <a:rPr lang="en-US" sz="2400" dirty="0" err="1"/>
              <a:t>Orchstration</a:t>
            </a:r>
            <a:r>
              <a:rPr lang="en-US" sz="2400" dirty="0"/>
              <a:t> for Single-Cell Analysis</a:t>
            </a:r>
          </a:p>
          <a:p>
            <a:pPr marL="457200" indent="-457200" fontAlgn="t">
              <a:buFont typeface="Arial" panose="020B0604020202020204" pitchFamily="34" charset="0"/>
              <a:buChar char="•"/>
            </a:pPr>
            <a:r>
              <a:rPr lang="en-US" sz="2400" dirty="0"/>
              <a:t>Inspired by Metis (</a:t>
            </a:r>
            <a:r>
              <a:rPr lang="en-US" sz="2400" dirty="0" err="1"/>
              <a:t>Μῆτις</a:t>
            </a:r>
            <a:r>
              <a:rPr lang="en-US" sz="2400" dirty="0"/>
              <a:t>), the Greek goddess of wisdom and strategic planning, </a:t>
            </a:r>
            <a:r>
              <a:rPr lang="en-US" sz="2400" dirty="0" err="1"/>
              <a:t>ResMetis</a:t>
            </a:r>
            <a:r>
              <a:rPr lang="en-US" sz="2400" dirty="0"/>
              <a:t> intelligently coordinates computational resources to optimize and scale multi-project single-cell workflows.</a:t>
            </a:r>
          </a:p>
          <a:p>
            <a:pPr marL="457200" indent="-457200" fontAlgn="t">
              <a:buFont typeface="Arial" panose="020B0604020202020204" pitchFamily="34" charset="0"/>
              <a:buChar char="•"/>
            </a:pPr>
            <a:endParaRPr lang="en-US" sz="2400" dirty="0"/>
          </a:p>
        </p:txBody>
      </p:sp>
      <p:sp>
        <p:nvSpPr>
          <p:cNvPr id="16" name="TextBox 15">
            <a:extLst>
              <a:ext uri="{FF2B5EF4-FFF2-40B4-BE49-F238E27FC236}">
                <a16:creationId xmlns:a16="http://schemas.microsoft.com/office/drawing/2014/main" id="{AEB25021-EA55-0628-E22A-2F5B4D49F44E}"/>
              </a:ext>
            </a:extLst>
          </p:cNvPr>
          <p:cNvSpPr txBox="1"/>
          <p:nvPr/>
        </p:nvSpPr>
        <p:spPr>
          <a:xfrm>
            <a:off x="685800" y="1336754"/>
            <a:ext cx="14201775" cy="584775"/>
          </a:xfrm>
          <a:prstGeom prst="rect">
            <a:avLst/>
          </a:prstGeom>
          <a:noFill/>
        </p:spPr>
        <p:txBody>
          <a:bodyPr wrap="square" rtlCol="0">
            <a:spAutoFit/>
          </a:bodyPr>
          <a:lstStyle/>
          <a:p>
            <a:r>
              <a:rPr lang="en-US" sz="3200" b="1" dirty="0" err="1"/>
              <a:t>ResMetis</a:t>
            </a:r>
            <a:r>
              <a:rPr lang="en-US" sz="3200" b="1" dirty="0"/>
              <a:t>: </a:t>
            </a:r>
            <a:r>
              <a:rPr lang="en-US" sz="3200" dirty="0"/>
              <a:t>Smarter Resources. Faster Workflows. Scalable Science. 🚀🧬</a:t>
            </a:r>
          </a:p>
        </p:txBody>
      </p:sp>
      <p:pic>
        <p:nvPicPr>
          <p:cNvPr id="3" name="Picture 2">
            <a:extLst>
              <a:ext uri="{FF2B5EF4-FFF2-40B4-BE49-F238E27FC236}">
                <a16:creationId xmlns:a16="http://schemas.microsoft.com/office/drawing/2014/main" id="{D2DCC756-4F8D-905C-9429-1F2EA86A11C3}"/>
              </a:ext>
            </a:extLst>
          </p:cNvPr>
          <p:cNvPicPr>
            <a:picLocks noChangeAspect="1"/>
          </p:cNvPicPr>
          <p:nvPr/>
        </p:nvPicPr>
        <p:blipFill>
          <a:blip r:embed="rId2"/>
          <a:srcRect l="13154" r="11838"/>
          <a:stretch>
            <a:fillRect/>
          </a:stretch>
        </p:blipFill>
        <p:spPr>
          <a:xfrm>
            <a:off x="10639927" y="2863715"/>
            <a:ext cx="6962273" cy="6187942"/>
          </a:xfrm>
          <a:prstGeom prst="rect">
            <a:avLst/>
          </a:prstGeom>
        </p:spPr>
      </p:pic>
    </p:spTree>
    <p:extLst>
      <p:ext uri="{BB962C8B-B14F-4D97-AF65-F5344CB8AC3E}">
        <p14:creationId xmlns:p14="http://schemas.microsoft.com/office/powerpoint/2010/main" val="34006055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8E5C4C-ACE9-F61A-71E5-E5CB8D8C9E89}"/>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03CAF1D-9999-782C-F0F0-6E1876F0B2F7}"/>
              </a:ext>
            </a:extLst>
          </p:cNvPr>
          <p:cNvSpPr>
            <a:spLocks noGrp="1"/>
          </p:cNvSpPr>
          <p:nvPr>
            <p:ph type="sldNum" sz="quarter" idx="10"/>
          </p:nvPr>
        </p:nvSpPr>
        <p:spPr/>
        <p:txBody>
          <a:bodyPr/>
          <a:lstStyle/>
          <a:p>
            <a:fld id="{D99DF388-D8CC-9A47-891A-7411F982D5E0}" type="slidenum">
              <a:rPr lang="en-US" smtClean="0"/>
              <a:pPr/>
              <a:t>11</a:t>
            </a:fld>
            <a:endParaRPr lang="en-US" dirty="0"/>
          </a:p>
        </p:txBody>
      </p:sp>
      <p:sp>
        <p:nvSpPr>
          <p:cNvPr id="14" name="TextBox 13">
            <a:extLst>
              <a:ext uri="{FF2B5EF4-FFF2-40B4-BE49-F238E27FC236}">
                <a16:creationId xmlns:a16="http://schemas.microsoft.com/office/drawing/2014/main" id="{28EFF714-282F-36DF-353B-D6B0C4449052}"/>
              </a:ext>
            </a:extLst>
          </p:cNvPr>
          <p:cNvSpPr txBox="1"/>
          <p:nvPr/>
        </p:nvSpPr>
        <p:spPr>
          <a:xfrm>
            <a:off x="685800" y="2992688"/>
            <a:ext cx="9844088" cy="2677656"/>
          </a:xfrm>
          <a:prstGeom prst="rect">
            <a:avLst/>
          </a:prstGeom>
          <a:noFill/>
        </p:spPr>
        <p:txBody>
          <a:bodyPr wrap="square">
            <a:spAutoFit/>
          </a:bodyPr>
          <a:lstStyle/>
          <a:p>
            <a:pPr marL="457200" indent="-457200" fontAlgn="t">
              <a:buFont typeface="Arial" panose="020B0604020202020204" pitchFamily="34" charset="0"/>
              <a:buChar char="•"/>
            </a:pPr>
            <a:r>
              <a:rPr lang="en-US" sz="2400" b="1" dirty="0"/>
              <a:t>Resource-Aware + Metis (Greek goddess of wisdom and strategy)</a:t>
            </a:r>
          </a:p>
          <a:p>
            <a:pPr marL="457200" indent="-457200" fontAlgn="t">
              <a:buFont typeface="Arial" panose="020B0604020202020204" pitchFamily="34" charset="0"/>
              <a:buChar char="•"/>
            </a:pPr>
            <a:r>
              <a:rPr lang="en-US" sz="2400" dirty="0"/>
              <a:t>Wisdom-Driven Resource </a:t>
            </a:r>
            <a:r>
              <a:rPr lang="en-US" sz="2400" dirty="0" err="1"/>
              <a:t>Orchstration</a:t>
            </a:r>
            <a:r>
              <a:rPr lang="en-US" sz="2400" dirty="0"/>
              <a:t> for Single-Cell Analysis</a:t>
            </a:r>
          </a:p>
          <a:p>
            <a:pPr marL="457200" indent="-457200" fontAlgn="t">
              <a:buFont typeface="Arial" panose="020B0604020202020204" pitchFamily="34" charset="0"/>
              <a:buChar char="•"/>
            </a:pPr>
            <a:r>
              <a:rPr lang="en-US" sz="2400" dirty="0"/>
              <a:t>Inspired by Metis (</a:t>
            </a:r>
            <a:r>
              <a:rPr lang="en-US" sz="2400" dirty="0" err="1"/>
              <a:t>Μῆτις</a:t>
            </a:r>
            <a:r>
              <a:rPr lang="en-US" sz="2400" dirty="0"/>
              <a:t>), the Greek goddess of wisdom and strategic planning, </a:t>
            </a:r>
            <a:r>
              <a:rPr lang="en-US" sz="2400" dirty="0" err="1"/>
              <a:t>ResMetis</a:t>
            </a:r>
            <a:r>
              <a:rPr lang="en-US" sz="2400" dirty="0"/>
              <a:t> intelligently coordinates computational resources to optimize and scale multi-project single-cell workflows.</a:t>
            </a:r>
          </a:p>
          <a:p>
            <a:pPr marL="457200" indent="-457200" fontAlgn="t">
              <a:buFont typeface="Arial" panose="020B0604020202020204" pitchFamily="34" charset="0"/>
              <a:buChar char="•"/>
            </a:pPr>
            <a:endParaRPr lang="en-US" sz="2400" dirty="0"/>
          </a:p>
        </p:txBody>
      </p:sp>
      <p:sp>
        <p:nvSpPr>
          <p:cNvPr id="16" name="TextBox 15">
            <a:extLst>
              <a:ext uri="{FF2B5EF4-FFF2-40B4-BE49-F238E27FC236}">
                <a16:creationId xmlns:a16="http://schemas.microsoft.com/office/drawing/2014/main" id="{4F1C905A-FBAF-38C8-80FF-DA3AC5F89017}"/>
              </a:ext>
            </a:extLst>
          </p:cNvPr>
          <p:cNvSpPr txBox="1"/>
          <p:nvPr/>
        </p:nvSpPr>
        <p:spPr>
          <a:xfrm>
            <a:off x="685800" y="1336754"/>
            <a:ext cx="14201775" cy="584775"/>
          </a:xfrm>
          <a:prstGeom prst="rect">
            <a:avLst/>
          </a:prstGeom>
          <a:noFill/>
        </p:spPr>
        <p:txBody>
          <a:bodyPr wrap="square" rtlCol="0">
            <a:spAutoFit/>
          </a:bodyPr>
          <a:lstStyle/>
          <a:p>
            <a:r>
              <a:rPr lang="en-US" sz="3200" b="1" dirty="0" err="1"/>
              <a:t>ResMetis</a:t>
            </a:r>
            <a:r>
              <a:rPr lang="en-US" sz="3200" b="1" dirty="0"/>
              <a:t>: </a:t>
            </a:r>
            <a:r>
              <a:rPr lang="en-US" sz="3200" dirty="0"/>
              <a:t>Smarter Resources. Faster Workflows. Scalable Science. 🚀🧬</a:t>
            </a:r>
          </a:p>
        </p:txBody>
      </p:sp>
      <p:pic>
        <p:nvPicPr>
          <p:cNvPr id="3" name="Picture 2">
            <a:extLst>
              <a:ext uri="{FF2B5EF4-FFF2-40B4-BE49-F238E27FC236}">
                <a16:creationId xmlns:a16="http://schemas.microsoft.com/office/drawing/2014/main" id="{ECB1814C-A608-6B98-E878-1EA332CDBAA0}"/>
              </a:ext>
            </a:extLst>
          </p:cNvPr>
          <p:cNvPicPr>
            <a:picLocks noChangeAspect="1"/>
          </p:cNvPicPr>
          <p:nvPr/>
        </p:nvPicPr>
        <p:blipFill>
          <a:blip r:embed="rId2"/>
          <a:srcRect l="13154" r="11838"/>
          <a:stretch>
            <a:fillRect/>
          </a:stretch>
        </p:blipFill>
        <p:spPr>
          <a:xfrm>
            <a:off x="10639927" y="2863715"/>
            <a:ext cx="6962273" cy="6187942"/>
          </a:xfrm>
          <a:prstGeom prst="rect">
            <a:avLst/>
          </a:prstGeom>
        </p:spPr>
      </p:pic>
      <p:sp>
        <p:nvSpPr>
          <p:cNvPr id="6" name="TextBox 5">
            <a:extLst>
              <a:ext uri="{FF2B5EF4-FFF2-40B4-BE49-F238E27FC236}">
                <a16:creationId xmlns:a16="http://schemas.microsoft.com/office/drawing/2014/main" id="{A36C56D1-DE21-EAF6-91D1-4FAE5B5A6D1B}"/>
              </a:ext>
            </a:extLst>
          </p:cNvPr>
          <p:cNvSpPr txBox="1"/>
          <p:nvPr/>
        </p:nvSpPr>
        <p:spPr>
          <a:xfrm>
            <a:off x="1364458" y="159004"/>
            <a:ext cx="9165430" cy="523220"/>
          </a:xfrm>
          <a:prstGeom prst="rect">
            <a:avLst/>
          </a:prstGeom>
          <a:solidFill>
            <a:srgbClr val="EBCF10"/>
          </a:solidFill>
        </p:spPr>
        <p:txBody>
          <a:bodyPr wrap="square">
            <a:spAutoFit/>
          </a:bodyPr>
          <a:lstStyle/>
          <a:p>
            <a:pPr algn="ctr" fontAlgn="t"/>
            <a:r>
              <a:rPr lang="en-US" sz="2800" dirty="0"/>
              <a:t>Any ideas are on the name, logo, or other are welcome!</a:t>
            </a:r>
          </a:p>
        </p:txBody>
      </p:sp>
      <p:pic>
        <p:nvPicPr>
          <p:cNvPr id="5" name="Picture 2" descr="Work In Progress Images – Browse 690 ...">
            <a:extLst>
              <a:ext uri="{FF2B5EF4-FFF2-40B4-BE49-F238E27FC236}">
                <a16:creationId xmlns:a16="http://schemas.microsoft.com/office/drawing/2014/main" id="{7567A4DB-E260-1970-5222-C69FDFF3DDA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8061" y="145762"/>
            <a:ext cx="1047706" cy="697201"/>
          </a:xfrm>
          <a:prstGeom prst="rect">
            <a:avLst/>
          </a:prstGeom>
          <a:solidFill>
            <a:schemeClr val="accent5">
              <a:lumMod val="20000"/>
              <a:lumOff val="80000"/>
            </a:schemeClr>
          </a:solidFill>
        </p:spPr>
      </p:pic>
    </p:spTree>
    <p:extLst>
      <p:ext uri="{BB962C8B-B14F-4D97-AF65-F5344CB8AC3E}">
        <p14:creationId xmlns:p14="http://schemas.microsoft.com/office/powerpoint/2010/main" val="25605023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FF9954-2857-6DE2-6552-7F7A58A3B01D}"/>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CCD1012-223B-E51C-75FF-B508515CAEB8}"/>
              </a:ext>
            </a:extLst>
          </p:cNvPr>
          <p:cNvSpPr>
            <a:spLocks noGrp="1"/>
          </p:cNvSpPr>
          <p:nvPr>
            <p:ph type="sldNum" sz="quarter" idx="10"/>
          </p:nvPr>
        </p:nvSpPr>
        <p:spPr/>
        <p:txBody>
          <a:bodyPr/>
          <a:lstStyle/>
          <a:p>
            <a:fld id="{D99DF388-D8CC-9A47-891A-7411F982D5E0}" type="slidenum">
              <a:rPr lang="en-US" smtClean="0"/>
              <a:pPr/>
              <a:t>12</a:t>
            </a:fld>
            <a:endParaRPr lang="en-US" dirty="0"/>
          </a:p>
        </p:txBody>
      </p:sp>
      <p:sp>
        <p:nvSpPr>
          <p:cNvPr id="18" name="TextBox 17">
            <a:extLst>
              <a:ext uri="{FF2B5EF4-FFF2-40B4-BE49-F238E27FC236}">
                <a16:creationId xmlns:a16="http://schemas.microsoft.com/office/drawing/2014/main" id="{6DEA9FCB-22F3-922A-3503-13F515FE8573}"/>
              </a:ext>
            </a:extLst>
          </p:cNvPr>
          <p:cNvSpPr txBox="1"/>
          <p:nvPr/>
        </p:nvSpPr>
        <p:spPr>
          <a:xfrm>
            <a:off x="875653" y="1287672"/>
            <a:ext cx="12785756" cy="584775"/>
          </a:xfrm>
          <a:prstGeom prst="rect">
            <a:avLst/>
          </a:prstGeom>
          <a:noFill/>
        </p:spPr>
        <p:txBody>
          <a:bodyPr wrap="square">
            <a:spAutoFit/>
          </a:bodyPr>
          <a:lstStyle/>
          <a:p>
            <a:pPr>
              <a:spcAft>
                <a:spcPts val="600"/>
              </a:spcAft>
            </a:pPr>
            <a:r>
              <a:rPr lang="en-US" sz="3200" b="1" dirty="0"/>
              <a:t>Current Workflow Landscape and Key Limitations </a:t>
            </a:r>
          </a:p>
        </p:txBody>
      </p:sp>
      <p:sp>
        <p:nvSpPr>
          <p:cNvPr id="3" name="TextBox 2">
            <a:extLst>
              <a:ext uri="{FF2B5EF4-FFF2-40B4-BE49-F238E27FC236}">
                <a16:creationId xmlns:a16="http://schemas.microsoft.com/office/drawing/2014/main" id="{2BAA52B1-31FE-1EE7-A2C4-249FE14A2F9D}"/>
              </a:ext>
            </a:extLst>
          </p:cNvPr>
          <p:cNvSpPr txBox="1"/>
          <p:nvPr/>
        </p:nvSpPr>
        <p:spPr>
          <a:xfrm>
            <a:off x="1150160" y="2608857"/>
            <a:ext cx="16182497" cy="5632311"/>
          </a:xfrm>
          <a:prstGeom prst="rect">
            <a:avLst/>
          </a:prstGeom>
          <a:noFill/>
        </p:spPr>
        <p:txBody>
          <a:bodyPr wrap="square" rtlCol="0">
            <a:spAutoFit/>
          </a:bodyPr>
          <a:lstStyle/>
          <a:p>
            <a:pPr fontAlgn="t">
              <a:lnSpc>
                <a:spcPct val="100000"/>
              </a:lnSpc>
              <a:buNone/>
            </a:pPr>
            <a:r>
              <a:rPr lang="en-US" sz="2400" b="1" dirty="0"/>
              <a:t>1. Current Pipeline Workflow</a:t>
            </a:r>
          </a:p>
          <a:p>
            <a:pPr marL="342900" lvl="0" indent="-342900" fontAlgn="t">
              <a:lnSpc>
                <a:spcPct val="100000"/>
              </a:lnSpc>
              <a:buFont typeface="Arial" panose="020B0604020202020204" pitchFamily="34" charset="0"/>
              <a:buChar char="•"/>
            </a:pPr>
            <a:r>
              <a:rPr lang="en-US" sz="2400" dirty="0"/>
              <a:t>Demonstrate the </a:t>
            </a:r>
            <a:r>
              <a:rPr lang="en-US" sz="2400" dirty="0">
                <a:hlinkClick r:id="rId2"/>
              </a:rPr>
              <a:t>sc-rna-seq-snap pipeline</a:t>
            </a:r>
            <a:r>
              <a:rPr lang="en-US" sz="2400" dirty="0"/>
              <a:t> through GitHub</a:t>
            </a:r>
          </a:p>
          <a:p>
            <a:pPr marL="342900" lvl="0" indent="-342900" fontAlgn="t">
              <a:lnSpc>
                <a:spcPct val="100000"/>
              </a:lnSpc>
              <a:buFont typeface="Arial" panose="020B0604020202020204" pitchFamily="34" charset="0"/>
              <a:buChar char="•"/>
            </a:pPr>
            <a:r>
              <a:rPr lang="en-US" sz="2400" dirty="0"/>
              <a:t>Focus on one or two representative modules: </a:t>
            </a:r>
          </a:p>
          <a:p>
            <a:pPr marL="742950" lvl="1" indent="-285750" fontAlgn="t">
              <a:lnSpc>
                <a:spcPct val="100000"/>
              </a:lnSpc>
              <a:buFont typeface="Arial" panose="020B0604020202020204" pitchFamily="34" charset="0"/>
              <a:buChar char="•"/>
            </a:pPr>
            <a:r>
              <a:rPr lang="en-US" sz="2400" dirty="0"/>
              <a:t>Upstream analysis</a:t>
            </a:r>
          </a:p>
          <a:p>
            <a:pPr marL="742950" lvl="1" indent="-285750" fontAlgn="t">
              <a:lnSpc>
                <a:spcPct val="100000"/>
              </a:lnSpc>
              <a:buFont typeface="Arial" panose="020B0604020202020204" pitchFamily="34" charset="0"/>
              <a:buChar char="•"/>
            </a:pPr>
            <a:r>
              <a:rPr lang="en-US" sz="2400" dirty="0"/>
              <a:t>Integrative analysis</a:t>
            </a:r>
          </a:p>
          <a:p>
            <a:pPr marL="742950" lvl="1" indent="-285750" fontAlgn="t">
              <a:lnSpc>
                <a:spcPct val="100000"/>
              </a:lnSpc>
              <a:buFont typeface="Arial" panose="020B0604020202020204" pitchFamily="34" charset="0"/>
              <a:buChar char="•"/>
            </a:pPr>
            <a:endParaRPr lang="en-US" sz="2400" dirty="0"/>
          </a:p>
          <a:p>
            <a:pPr fontAlgn="t">
              <a:lnSpc>
                <a:spcPct val="100000"/>
              </a:lnSpc>
              <a:buNone/>
            </a:pPr>
            <a:r>
              <a:rPr lang="en-US" sz="2400" b="1" dirty="0"/>
              <a:t>2. Resource Allocation Challenges</a:t>
            </a:r>
          </a:p>
          <a:p>
            <a:pPr marL="342900" lvl="0" indent="-342900" fontAlgn="t">
              <a:lnSpc>
                <a:spcPct val="100000"/>
              </a:lnSpc>
              <a:buFont typeface="Arial" panose="020B0604020202020204" pitchFamily="34" charset="0"/>
              <a:buChar char="•"/>
            </a:pPr>
            <a:r>
              <a:rPr lang="en-US" sz="2400" dirty="0"/>
              <a:t>LSF resource requests are based on pipeline defaults and may not be optimal for every project</a:t>
            </a:r>
          </a:p>
          <a:p>
            <a:pPr marL="342900" lvl="0" indent="-342900" fontAlgn="t">
              <a:lnSpc>
                <a:spcPct val="100000"/>
              </a:lnSpc>
              <a:buFont typeface="Arial" panose="020B0604020202020204" pitchFamily="34" charset="0"/>
              <a:buChar char="•"/>
            </a:pPr>
            <a:r>
              <a:rPr lang="en-US" sz="2400" dirty="0"/>
              <a:t>Current </a:t>
            </a:r>
            <a:r>
              <a:rPr lang="en-US" sz="2400" dirty="0" err="1"/>
              <a:t>sc</a:t>
            </a:r>
            <a:r>
              <a:rPr lang="en-US" sz="2400" dirty="0"/>
              <a:t>-</a:t>
            </a:r>
            <a:r>
              <a:rPr lang="en-US" sz="2400" dirty="0" err="1"/>
              <a:t>rna</a:t>
            </a:r>
            <a:r>
              <a:rPr lang="en-US" sz="2400" dirty="0"/>
              <a:t>-seq-snap defaults are designed for approximately: </a:t>
            </a:r>
          </a:p>
          <a:p>
            <a:pPr marL="742950" lvl="1" indent="-285750" fontAlgn="t">
              <a:lnSpc>
                <a:spcPct val="100000"/>
              </a:lnSpc>
              <a:buFont typeface="Arial" panose="020B0604020202020204" pitchFamily="34" charset="0"/>
              <a:buChar char="•"/>
            </a:pPr>
            <a:r>
              <a:rPr lang="en-US" sz="2400" dirty="0"/>
              <a:t>8 samples</a:t>
            </a:r>
          </a:p>
          <a:p>
            <a:pPr marL="742950" lvl="1" indent="-285750" fontAlgn="t">
              <a:lnSpc>
                <a:spcPct val="100000"/>
              </a:lnSpc>
              <a:buFont typeface="Arial" panose="020B0604020202020204" pitchFamily="34" charset="0"/>
              <a:buChar char="•"/>
            </a:pPr>
            <a:r>
              <a:rPr lang="en-US" sz="2400" dirty="0"/>
              <a:t>50,000 cells</a:t>
            </a:r>
          </a:p>
          <a:p>
            <a:pPr marL="342900" lvl="0" indent="-342900" fontAlgn="t">
              <a:lnSpc>
                <a:spcPct val="100000"/>
              </a:lnSpc>
              <a:buFont typeface="Arial" panose="020B0604020202020204" pitchFamily="34" charset="0"/>
              <a:buChar char="•"/>
            </a:pPr>
            <a:r>
              <a:rPr lang="en-US" sz="2400" dirty="0"/>
              <a:t>Projects with different dataset sizes or algorithmic requirements may encounter resource bottlenecks</a:t>
            </a:r>
          </a:p>
          <a:p>
            <a:pPr marL="342900" lvl="0" indent="-342900" fontAlgn="t">
              <a:lnSpc>
                <a:spcPct val="100000"/>
              </a:lnSpc>
              <a:buFont typeface="Arial" panose="020B0604020202020204" pitchFamily="34" charset="0"/>
              <a:buChar char="•"/>
            </a:pPr>
            <a:r>
              <a:rPr lang="en-US" sz="2400" dirty="0"/>
              <a:t>Individual steps may fail when memory, CPU, or runtime requirements exceed the default allocations</a:t>
            </a:r>
          </a:p>
          <a:p>
            <a:pPr marL="342900" lvl="0" indent="-342900" fontAlgn="t">
              <a:lnSpc>
                <a:spcPct val="100000"/>
              </a:lnSpc>
              <a:buFont typeface="Arial" panose="020B0604020202020204" pitchFamily="34" charset="0"/>
              <a:buChar char="•"/>
            </a:pPr>
            <a:r>
              <a:rPr lang="en-US" sz="2400" dirty="0"/>
              <a:t>Resource requirements are difficult to predict because they depend on the dataset and the single-cell algorithms used</a:t>
            </a:r>
          </a:p>
        </p:txBody>
      </p:sp>
      <p:pic>
        <p:nvPicPr>
          <p:cNvPr id="2" name="Picture 1" descr="Demo Royalty-Free Images, Stock Photos &amp; Pictures | Shutterstock">
            <a:extLst>
              <a:ext uri="{FF2B5EF4-FFF2-40B4-BE49-F238E27FC236}">
                <a16:creationId xmlns:a16="http://schemas.microsoft.com/office/drawing/2014/main" id="{D8797B02-05C5-5A42-366E-3D013EF24DAA}"/>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15258046" y="7678143"/>
            <a:ext cx="3029954" cy="20199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911268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61355E-EA5E-BB39-EE7F-DA34666690D4}"/>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7D7A590-730C-9904-5C3D-58514C73753C}"/>
              </a:ext>
            </a:extLst>
          </p:cNvPr>
          <p:cNvSpPr>
            <a:spLocks noGrp="1"/>
          </p:cNvSpPr>
          <p:nvPr>
            <p:ph type="sldNum" sz="quarter" idx="10"/>
          </p:nvPr>
        </p:nvSpPr>
        <p:spPr/>
        <p:txBody>
          <a:bodyPr/>
          <a:lstStyle/>
          <a:p>
            <a:fld id="{D99DF388-D8CC-9A47-891A-7411F982D5E0}" type="slidenum">
              <a:rPr lang="en-US" smtClean="0"/>
              <a:pPr/>
              <a:t>13</a:t>
            </a:fld>
            <a:endParaRPr lang="en-US" dirty="0"/>
          </a:p>
        </p:txBody>
      </p:sp>
      <p:sp>
        <p:nvSpPr>
          <p:cNvPr id="18" name="TextBox 17">
            <a:extLst>
              <a:ext uri="{FF2B5EF4-FFF2-40B4-BE49-F238E27FC236}">
                <a16:creationId xmlns:a16="http://schemas.microsoft.com/office/drawing/2014/main" id="{003B311A-F4CE-E13E-6164-6B6E93109C8C}"/>
              </a:ext>
            </a:extLst>
          </p:cNvPr>
          <p:cNvSpPr txBox="1"/>
          <p:nvPr/>
        </p:nvSpPr>
        <p:spPr>
          <a:xfrm>
            <a:off x="875653" y="1287672"/>
            <a:ext cx="12785756" cy="584775"/>
          </a:xfrm>
          <a:prstGeom prst="rect">
            <a:avLst/>
          </a:prstGeom>
          <a:noFill/>
        </p:spPr>
        <p:txBody>
          <a:bodyPr wrap="square">
            <a:spAutoFit/>
          </a:bodyPr>
          <a:lstStyle/>
          <a:p>
            <a:pPr>
              <a:spcAft>
                <a:spcPts val="600"/>
              </a:spcAft>
            </a:pPr>
            <a:r>
              <a:rPr lang="en-US" sz="3200" b="1" dirty="0"/>
              <a:t>Current Workflow Landscape and Key Limitations </a:t>
            </a:r>
          </a:p>
        </p:txBody>
      </p:sp>
      <p:sp>
        <p:nvSpPr>
          <p:cNvPr id="3" name="TextBox 2">
            <a:extLst>
              <a:ext uri="{FF2B5EF4-FFF2-40B4-BE49-F238E27FC236}">
                <a16:creationId xmlns:a16="http://schemas.microsoft.com/office/drawing/2014/main" id="{675983A5-42B8-C15A-4525-8100088CCB71}"/>
              </a:ext>
            </a:extLst>
          </p:cNvPr>
          <p:cNvSpPr txBox="1"/>
          <p:nvPr/>
        </p:nvSpPr>
        <p:spPr>
          <a:xfrm>
            <a:off x="1150160" y="2289082"/>
            <a:ext cx="16182497" cy="6740307"/>
          </a:xfrm>
          <a:prstGeom prst="rect">
            <a:avLst/>
          </a:prstGeom>
          <a:noFill/>
        </p:spPr>
        <p:txBody>
          <a:bodyPr wrap="square" rtlCol="0">
            <a:spAutoFit/>
          </a:bodyPr>
          <a:lstStyle/>
          <a:p>
            <a:pPr fontAlgn="t">
              <a:lnSpc>
                <a:spcPct val="100000"/>
              </a:lnSpc>
              <a:buNone/>
            </a:pPr>
            <a:r>
              <a:rPr lang="en-US" sz="2400" b="1" dirty="0"/>
              <a:t>3. Current Configuration Approach</a:t>
            </a:r>
          </a:p>
          <a:p>
            <a:pPr marL="800100" lvl="1" indent="-342900" fontAlgn="t">
              <a:buFont typeface="Arial" panose="020B0604020202020204" pitchFamily="34" charset="0"/>
              <a:buChar char="•"/>
            </a:pPr>
            <a:r>
              <a:rPr lang="en-US" sz="2400" dirty="0"/>
              <a:t>Resource parameters are defined as global values in YAML configuration files</a:t>
            </a:r>
          </a:p>
          <a:p>
            <a:pPr marL="800100" lvl="1" indent="-342900" fontAlgn="t">
              <a:buFont typeface="Arial" panose="020B0604020202020204" pitchFamily="34" charset="0"/>
              <a:buChar char="•"/>
            </a:pPr>
            <a:r>
              <a:rPr lang="en-US" sz="2400" dirty="0"/>
              <a:t>Future direction: use an R package to support more adaptive, project-specific resource estimation</a:t>
            </a:r>
          </a:p>
          <a:p>
            <a:pPr fontAlgn="t">
              <a:lnSpc>
                <a:spcPct val="100000"/>
              </a:lnSpc>
              <a:buNone/>
            </a:pPr>
            <a:endParaRPr lang="en-US" sz="2400" b="1" dirty="0"/>
          </a:p>
          <a:p>
            <a:pPr fontAlgn="t">
              <a:lnSpc>
                <a:spcPct val="100000"/>
              </a:lnSpc>
              <a:buNone/>
            </a:pPr>
            <a:r>
              <a:rPr lang="en-US" sz="2400" b="1" dirty="0"/>
              <a:t>4. Pipeline Execution Options</a:t>
            </a:r>
          </a:p>
          <a:p>
            <a:pPr marL="914400" lvl="1" indent="-457200" fontAlgn="t">
              <a:buFont typeface="+mj-lt"/>
              <a:buAutoNum type="alphaLcParenR"/>
            </a:pPr>
            <a:r>
              <a:rPr lang="en-US" sz="2400" b="1" dirty="0"/>
              <a:t>Run a single project or pipeline</a:t>
            </a:r>
            <a:endParaRPr lang="en-US" sz="2400" dirty="0"/>
          </a:p>
          <a:p>
            <a:pPr marL="800100" lvl="1" indent="-342900" fontAlgn="t">
              <a:buFont typeface="Arial" panose="020B0604020202020204" pitchFamily="34" charset="0"/>
              <a:buChar char="•"/>
            </a:pPr>
            <a:r>
              <a:rPr lang="en-US" sz="2400" dirty="0"/>
              <a:t>Module-level execution:</a:t>
            </a:r>
            <a:br>
              <a:rPr lang="en-US" sz="2400" dirty="0"/>
            </a:br>
            <a:r>
              <a:rPr lang="en-US" sz="2400" dirty="0" err="1"/>
              <a:t>root_dir</a:t>
            </a:r>
            <a:r>
              <a:rPr lang="en-US" sz="2400" dirty="0"/>
              <a:t>/analyses/&lt;</a:t>
            </a:r>
            <a:r>
              <a:rPr lang="en-US" sz="2400" dirty="0" err="1"/>
              <a:t>module_name</a:t>
            </a:r>
            <a:r>
              <a:rPr lang="en-US" sz="2400" dirty="0"/>
              <a:t>&gt;/</a:t>
            </a:r>
            <a:r>
              <a:rPr lang="en-US" sz="2400" dirty="0" err="1"/>
              <a:t>lsf-script.txt</a:t>
            </a:r>
            <a:endParaRPr lang="en-US" sz="2400" dirty="0"/>
          </a:p>
          <a:p>
            <a:pPr marL="800100" lvl="1" indent="-342900" fontAlgn="t">
              <a:buFont typeface="Arial" panose="020B0604020202020204" pitchFamily="34" charset="0"/>
              <a:buChar char="•"/>
            </a:pPr>
            <a:r>
              <a:rPr lang="en-US" sz="2400" dirty="0"/>
              <a:t>Full-pipeline execution:</a:t>
            </a:r>
            <a:br>
              <a:rPr lang="en-US" sz="2400" dirty="0"/>
            </a:br>
            <a:r>
              <a:rPr lang="en-US" sz="2400" dirty="0" err="1"/>
              <a:t>root_dir</a:t>
            </a:r>
            <a:r>
              <a:rPr lang="en-US" sz="2400" dirty="0"/>
              <a:t>/</a:t>
            </a:r>
            <a:r>
              <a:rPr lang="en-US" sz="2400" dirty="0" err="1"/>
              <a:t>launch_full_pipeline.sh</a:t>
            </a:r>
            <a:endParaRPr lang="en-US" sz="2400" dirty="0"/>
          </a:p>
          <a:p>
            <a:pPr lvl="1" fontAlgn="t"/>
            <a:endParaRPr lang="en-US" sz="2400" b="1" dirty="0"/>
          </a:p>
          <a:p>
            <a:pPr marL="914400" lvl="1" indent="-457200" fontAlgn="t">
              <a:buFont typeface="+mj-lt"/>
              <a:buAutoNum type="alphaLcParenR" startAt="2"/>
            </a:pPr>
            <a:r>
              <a:rPr lang="en-US" sz="2400" b="1" dirty="0"/>
              <a:t>Run multiple projects</a:t>
            </a:r>
            <a:endParaRPr lang="en-US" sz="2400" dirty="0"/>
          </a:p>
          <a:p>
            <a:pPr marL="800100" lvl="1" indent="-342900" fontAlgn="t">
              <a:buFont typeface="Arial" panose="020B0604020202020204" pitchFamily="34" charset="0"/>
              <a:buChar char="•"/>
            </a:pPr>
            <a:r>
              <a:rPr lang="en-US" sz="2400" dirty="0" err="1"/>
              <a:t>launch_project_multiple.sh</a:t>
            </a:r>
            <a:endParaRPr lang="en-US" sz="2400" dirty="0"/>
          </a:p>
          <a:p>
            <a:pPr lvl="1" fontAlgn="t"/>
            <a:endParaRPr lang="en-US" sz="2400" b="1" dirty="0"/>
          </a:p>
          <a:p>
            <a:pPr marL="914400" lvl="1" indent="-457200" fontAlgn="t">
              <a:buFont typeface="+mj-lt"/>
              <a:buAutoNum type="alphaLcParenR" startAt="3"/>
            </a:pPr>
            <a:r>
              <a:rPr lang="en-US" sz="2400" b="1" dirty="0"/>
              <a:t>Run multiple pipelines</a:t>
            </a:r>
            <a:endParaRPr lang="en-US" sz="2400" dirty="0"/>
          </a:p>
          <a:p>
            <a:pPr marL="800100" lvl="1" indent="-342900" fontAlgn="t">
              <a:buFont typeface="Arial" panose="020B0604020202020204" pitchFamily="34" charset="0"/>
              <a:buChar char="•"/>
            </a:pPr>
            <a:r>
              <a:rPr lang="en-US" sz="2400" dirty="0"/>
              <a:t>Not currently supported</a:t>
            </a:r>
          </a:p>
          <a:p>
            <a:pPr fontAlgn="t">
              <a:lnSpc>
                <a:spcPct val="100000"/>
              </a:lnSpc>
              <a:buNone/>
            </a:pPr>
            <a:endParaRPr lang="en-US" sz="2400" b="1" dirty="0"/>
          </a:p>
          <a:p>
            <a:pPr fontAlgn="t">
              <a:lnSpc>
                <a:spcPct val="100000"/>
              </a:lnSpc>
              <a:buNone/>
            </a:pPr>
            <a:r>
              <a:rPr lang="en-US" sz="2400" b="1" dirty="0"/>
              <a:t>5. Demonstration Dataset. </a:t>
            </a:r>
            <a:r>
              <a:rPr lang="en-US" sz="2400" dirty="0"/>
              <a:t>Use the </a:t>
            </a:r>
            <a:r>
              <a:rPr lang="en-US" sz="2400" b="1" dirty="0"/>
              <a:t>Victoria Knockout</a:t>
            </a:r>
            <a:r>
              <a:rPr lang="en-US" sz="2400" dirty="0"/>
              <a:t> project as the initial test case</a:t>
            </a:r>
          </a:p>
        </p:txBody>
      </p:sp>
      <p:pic>
        <p:nvPicPr>
          <p:cNvPr id="2" name="Picture 1" descr="Demo Royalty-Free Images, Stock Photos &amp; Pictures | Shutterstock">
            <a:extLst>
              <a:ext uri="{FF2B5EF4-FFF2-40B4-BE49-F238E27FC236}">
                <a16:creationId xmlns:a16="http://schemas.microsoft.com/office/drawing/2014/main" id="{E32C9C7A-9981-20BF-BDA3-2DF89F54B72F}"/>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15258046" y="7678143"/>
            <a:ext cx="3029954" cy="20199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550647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8F1F94-EA83-52A0-4CC7-51E1918DCF02}"/>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E470DFC-E1DC-9F1B-33D5-CD2A8EFF012B}"/>
              </a:ext>
            </a:extLst>
          </p:cNvPr>
          <p:cNvSpPr>
            <a:spLocks noGrp="1"/>
          </p:cNvSpPr>
          <p:nvPr>
            <p:ph type="sldNum" sz="quarter" idx="10"/>
          </p:nvPr>
        </p:nvSpPr>
        <p:spPr/>
        <p:txBody>
          <a:bodyPr/>
          <a:lstStyle/>
          <a:p>
            <a:fld id="{D99DF388-D8CC-9A47-891A-7411F982D5E0}" type="slidenum">
              <a:rPr lang="en-US" smtClean="0"/>
              <a:pPr/>
              <a:t>14</a:t>
            </a:fld>
            <a:endParaRPr lang="en-US" dirty="0"/>
          </a:p>
        </p:txBody>
      </p:sp>
      <p:sp>
        <p:nvSpPr>
          <p:cNvPr id="18" name="TextBox 17">
            <a:extLst>
              <a:ext uri="{FF2B5EF4-FFF2-40B4-BE49-F238E27FC236}">
                <a16:creationId xmlns:a16="http://schemas.microsoft.com/office/drawing/2014/main" id="{511F8412-8E85-39B4-6052-629D7BBF9953}"/>
              </a:ext>
            </a:extLst>
          </p:cNvPr>
          <p:cNvSpPr txBox="1"/>
          <p:nvPr/>
        </p:nvSpPr>
        <p:spPr>
          <a:xfrm>
            <a:off x="875653" y="1287672"/>
            <a:ext cx="9159498" cy="584775"/>
          </a:xfrm>
          <a:prstGeom prst="rect">
            <a:avLst/>
          </a:prstGeom>
          <a:noFill/>
        </p:spPr>
        <p:txBody>
          <a:bodyPr wrap="square">
            <a:spAutoFit/>
          </a:bodyPr>
          <a:lstStyle/>
          <a:p>
            <a:pPr>
              <a:spcAft>
                <a:spcPts val="600"/>
              </a:spcAft>
            </a:pPr>
            <a:r>
              <a:rPr lang="en-US" sz="3200" b="1" dirty="0"/>
              <a:t>Lightning presentation</a:t>
            </a:r>
          </a:p>
        </p:txBody>
      </p:sp>
      <p:pic>
        <p:nvPicPr>
          <p:cNvPr id="8" name="Picture 2" descr="Work In Progress Images – Browse 690 ...">
            <a:extLst>
              <a:ext uri="{FF2B5EF4-FFF2-40B4-BE49-F238E27FC236}">
                <a16:creationId xmlns:a16="http://schemas.microsoft.com/office/drawing/2014/main" id="{9A00C022-109A-150C-1CA4-F14CD07CFFB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8061" y="145762"/>
            <a:ext cx="1047706" cy="697201"/>
          </a:xfrm>
          <a:prstGeom prst="rect">
            <a:avLst/>
          </a:prstGeom>
          <a:solidFill>
            <a:schemeClr val="accent5">
              <a:lumMod val="20000"/>
              <a:lumOff val="80000"/>
            </a:schemeClr>
          </a:solidFill>
        </p:spPr>
      </p:pic>
      <p:pic>
        <p:nvPicPr>
          <p:cNvPr id="10" name="Picture 9">
            <a:extLst>
              <a:ext uri="{FF2B5EF4-FFF2-40B4-BE49-F238E27FC236}">
                <a16:creationId xmlns:a16="http://schemas.microsoft.com/office/drawing/2014/main" id="{ED62BDDA-919F-A601-4B80-B6F6CEACFAE3}"/>
              </a:ext>
            </a:extLst>
          </p:cNvPr>
          <p:cNvPicPr>
            <a:picLocks noChangeAspect="1"/>
          </p:cNvPicPr>
          <p:nvPr/>
        </p:nvPicPr>
        <p:blipFill>
          <a:blip r:embed="rId3"/>
          <a:stretch>
            <a:fillRect/>
          </a:stretch>
        </p:blipFill>
        <p:spPr>
          <a:xfrm>
            <a:off x="2469180" y="2501900"/>
            <a:ext cx="15131942" cy="5283200"/>
          </a:xfrm>
          <a:prstGeom prst="rect">
            <a:avLst/>
          </a:prstGeom>
        </p:spPr>
      </p:pic>
    </p:spTree>
    <p:extLst>
      <p:ext uri="{BB962C8B-B14F-4D97-AF65-F5344CB8AC3E}">
        <p14:creationId xmlns:p14="http://schemas.microsoft.com/office/powerpoint/2010/main" val="26372166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95B6DE-2D53-3A0F-55C5-B16EDD7819D8}"/>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5A3EBD3-A661-CA43-B03B-FD086868E448}"/>
              </a:ext>
            </a:extLst>
          </p:cNvPr>
          <p:cNvSpPr>
            <a:spLocks noGrp="1"/>
          </p:cNvSpPr>
          <p:nvPr>
            <p:ph type="sldNum" sz="quarter" idx="10"/>
          </p:nvPr>
        </p:nvSpPr>
        <p:spPr/>
        <p:txBody>
          <a:bodyPr/>
          <a:lstStyle/>
          <a:p>
            <a:fld id="{D99DF388-D8CC-9A47-891A-7411F982D5E0}" type="slidenum">
              <a:rPr lang="en-US" smtClean="0"/>
              <a:pPr/>
              <a:t>15</a:t>
            </a:fld>
            <a:endParaRPr lang="en-US" dirty="0"/>
          </a:p>
        </p:txBody>
      </p:sp>
      <p:sp>
        <p:nvSpPr>
          <p:cNvPr id="18" name="TextBox 17">
            <a:extLst>
              <a:ext uri="{FF2B5EF4-FFF2-40B4-BE49-F238E27FC236}">
                <a16:creationId xmlns:a16="http://schemas.microsoft.com/office/drawing/2014/main" id="{EC6EEE14-8F6D-C74E-4C2B-DCBCF23C7417}"/>
              </a:ext>
            </a:extLst>
          </p:cNvPr>
          <p:cNvSpPr txBox="1"/>
          <p:nvPr/>
        </p:nvSpPr>
        <p:spPr>
          <a:xfrm>
            <a:off x="875652" y="1287672"/>
            <a:ext cx="11297297" cy="584775"/>
          </a:xfrm>
          <a:prstGeom prst="rect">
            <a:avLst/>
          </a:prstGeom>
          <a:noFill/>
        </p:spPr>
        <p:txBody>
          <a:bodyPr wrap="square">
            <a:spAutoFit/>
          </a:bodyPr>
          <a:lstStyle/>
          <a:p>
            <a:pPr>
              <a:spcAft>
                <a:spcPts val="600"/>
              </a:spcAft>
            </a:pPr>
            <a:r>
              <a:rPr lang="en-US" sz="3200" b="1" dirty="0"/>
              <a:t>Problem: </a:t>
            </a:r>
            <a:r>
              <a:rPr lang="en-US" sz="3200" dirty="0"/>
              <a:t>Manual LSF wiring slows single-cell analysis</a:t>
            </a:r>
          </a:p>
        </p:txBody>
      </p:sp>
      <p:sp>
        <p:nvSpPr>
          <p:cNvPr id="5" name="TextBox 4">
            <a:extLst>
              <a:ext uri="{FF2B5EF4-FFF2-40B4-BE49-F238E27FC236}">
                <a16:creationId xmlns:a16="http://schemas.microsoft.com/office/drawing/2014/main" id="{AD35F522-8245-81D8-98B7-13C3663667FC}"/>
              </a:ext>
            </a:extLst>
          </p:cNvPr>
          <p:cNvSpPr txBox="1"/>
          <p:nvPr/>
        </p:nvSpPr>
        <p:spPr>
          <a:xfrm>
            <a:off x="875652" y="2308503"/>
            <a:ext cx="9165430" cy="369332"/>
          </a:xfrm>
          <a:prstGeom prst="rect">
            <a:avLst/>
          </a:prstGeom>
          <a:noFill/>
        </p:spPr>
        <p:txBody>
          <a:bodyPr wrap="square">
            <a:spAutoFit/>
          </a:bodyPr>
          <a:lstStyle/>
          <a:p>
            <a:r>
              <a:rPr lang="en-US" dirty="0"/>
              <a:t>KIDS26 Team 15 — Resource-Aware SNAP + Sprocket Orchestrator</a:t>
            </a:r>
          </a:p>
        </p:txBody>
      </p:sp>
      <p:sp>
        <p:nvSpPr>
          <p:cNvPr id="8" name="TextBox 7">
            <a:extLst>
              <a:ext uri="{FF2B5EF4-FFF2-40B4-BE49-F238E27FC236}">
                <a16:creationId xmlns:a16="http://schemas.microsoft.com/office/drawing/2014/main" id="{8B293959-BA1B-5780-36F6-0D462D253BD2}"/>
              </a:ext>
            </a:extLst>
          </p:cNvPr>
          <p:cNvSpPr txBox="1"/>
          <p:nvPr/>
        </p:nvSpPr>
        <p:spPr>
          <a:xfrm>
            <a:off x="1428784" y="3277732"/>
            <a:ext cx="14544642" cy="3416320"/>
          </a:xfrm>
          <a:prstGeom prst="rect">
            <a:avLst/>
          </a:prstGeom>
          <a:noFill/>
        </p:spPr>
        <p:txBody>
          <a:bodyPr wrap="square">
            <a:spAutoFit/>
          </a:bodyPr>
          <a:lstStyle/>
          <a:p>
            <a:pPr marL="342900" lvl="0" indent="-342900">
              <a:buFont typeface="Arial" panose="020B0604020202020204" pitchFamily="34" charset="0"/>
              <a:buChar char="•"/>
            </a:pPr>
            <a:r>
              <a:rPr lang="en-US" sz="2400" dirty="0"/>
              <a:t>Running SNAP downstream today means manual LSF jobs: separate </a:t>
            </a:r>
            <a:r>
              <a:rPr lang="en-US" sz="2400" dirty="0" err="1">
                <a:latin typeface="+mn-lt"/>
              </a:rPr>
              <a:t>bsub</a:t>
            </a:r>
            <a:r>
              <a:rPr lang="en-US" sz="2400" dirty="0"/>
              <a:t> calls, hand-wired dependencies, and per-module resource guessing</a:t>
            </a:r>
          </a:p>
          <a:p>
            <a:pPr marL="342900" lvl="0" indent="-342900">
              <a:buFont typeface="Arial" panose="020B0604020202020204" pitchFamily="34" charset="0"/>
              <a:buChar char="•"/>
            </a:pPr>
            <a:endParaRPr lang="en-US" sz="2400" dirty="0"/>
          </a:p>
          <a:p>
            <a:pPr marL="342900" lvl="0" indent="-342900">
              <a:buFont typeface="Arial" panose="020B0604020202020204" pitchFamily="34" charset="0"/>
              <a:buChar char="•"/>
            </a:pPr>
            <a:r>
              <a:rPr lang="en-US" sz="2400" dirty="0"/>
              <a:t>Analysts spend ~6–8 hours per run on setup, retries, and YAML edits (</a:t>
            </a:r>
            <a:r>
              <a:rPr lang="en-US" sz="2400" dirty="0" err="1">
                <a:latin typeface="+mn-lt"/>
              </a:rPr>
              <a:t>lsf-script.txt</a:t>
            </a:r>
            <a:r>
              <a:rPr lang="en-US" sz="2400" dirty="0"/>
              <a:t>, </a:t>
            </a:r>
            <a:r>
              <a:rPr lang="en-US" sz="2400" dirty="0" err="1">
                <a:latin typeface="+mn-lt"/>
              </a:rPr>
              <a:t>future.globals</a:t>
            </a:r>
            <a:r>
              <a:rPr lang="en-US" sz="2400" dirty="0"/>
              <a:t>)</a:t>
            </a:r>
          </a:p>
          <a:p>
            <a:pPr marL="342900" lvl="0" indent="-342900">
              <a:buFont typeface="Arial" panose="020B0604020202020204" pitchFamily="34" charset="0"/>
              <a:buChar char="•"/>
            </a:pPr>
            <a:endParaRPr lang="en-US" sz="2400" dirty="0"/>
          </a:p>
          <a:p>
            <a:pPr marL="342900" lvl="0" indent="-342900">
              <a:buFont typeface="Arial" panose="020B0604020202020204" pitchFamily="34" charset="0"/>
              <a:buChar char="•"/>
            </a:pPr>
            <a:r>
              <a:rPr lang="en-US" sz="2400" dirty="0"/>
              <a:t>Resources are fixed (e.g. 16 CPU / 30 GB) even when the cohort needs less — leading to wasted cores or failures</a:t>
            </a:r>
          </a:p>
          <a:p>
            <a:pPr marL="342900" lvl="0" indent="-342900">
              <a:buFont typeface="Arial" panose="020B0604020202020204" pitchFamily="34" charset="0"/>
              <a:buChar char="•"/>
            </a:pPr>
            <a:endParaRPr lang="en-US" sz="2400" dirty="0"/>
          </a:p>
          <a:p>
            <a:pPr marL="342900" lvl="0" indent="-342900">
              <a:buFont typeface="Arial" panose="020B0604020202020204" pitchFamily="34" charset="0"/>
              <a:buChar char="•"/>
            </a:pPr>
            <a:r>
              <a:rPr lang="en-US" sz="2400" dirty="0"/>
              <a:t>No pre-submit validation — errors surface only after jobs are queued on HPC</a:t>
            </a:r>
          </a:p>
        </p:txBody>
      </p:sp>
      <p:pic>
        <p:nvPicPr>
          <p:cNvPr id="15" name="Picture 14">
            <a:extLst>
              <a:ext uri="{FF2B5EF4-FFF2-40B4-BE49-F238E27FC236}">
                <a16:creationId xmlns:a16="http://schemas.microsoft.com/office/drawing/2014/main" id="{982A66A1-2E72-7248-EE34-6E80F06ED423}"/>
              </a:ext>
            </a:extLst>
          </p:cNvPr>
          <p:cNvPicPr>
            <a:picLocks noChangeAspect="1"/>
          </p:cNvPicPr>
          <p:nvPr/>
        </p:nvPicPr>
        <p:blipFill>
          <a:blip r:embed="rId3"/>
          <a:srcRect r="48501"/>
          <a:stretch>
            <a:fillRect/>
          </a:stretch>
        </p:blipFill>
        <p:spPr>
          <a:xfrm>
            <a:off x="4422981" y="6903168"/>
            <a:ext cx="8078581" cy="887935"/>
          </a:xfrm>
          <a:prstGeom prst="rect">
            <a:avLst/>
          </a:prstGeom>
        </p:spPr>
      </p:pic>
      <p:sp>
        <p:nvSpPr>
          <p:cNvPr id="16" name="TextBox 15">
            <a:extLst>
              <a:ext uri="{FF2B5EF4-FFF2-40B4-BE49-F238E27FC236}">
                <a16:creationId xmlns:a16="http://schemas.microsoft.com/office/drawing/2014/main" id="{5EF2749D-8C88-5E5C-A3A6-ECEAD653C042}"/>
              </a:ext>
            </a:extLst>
          </p:cNvPr>
          <p:cNvSpPr txBox="1"/>
          <p:nvPr/>
        </p:nvSpPr>
        <p:spPr>
          <a:xfrm>
            <a:off x="243501" y="203732"/>
            <a:ext cx="1813317" cy="369332"/>
          </a:xfrm>
          <a:prstGeom prst="rect">
            <a:avLst/>
          </a:prstGeom>
          <a:noFill/>
        </p:spPr>
        <p:txBody>
          <a:bodyPr wrap="none" rtlCol="0">
            <a:spAutoFit/>
          </a:bodyPr>
          <a:lstStyle/>
          <a:p>
            <a:r>
              <a:rPr lang="en-US" dirty="0">
                <a:solidFill>
                  <a:srgbClr val="FF0000"/>
                </a:solidFill>
              </a:rPr>
              <a:t>Example slide 1</a:t>
            </a:r>
          </a:p>
        </p:txBody>
      </p:sp>
    </p:spTree>
    <p:extLst>
      <p:ext uri="{BB962C8B-B14F-4D97-AF65-F5344CB8AC3E}">
        <p14:creationId xmlns:p14="http://schemas.microsoft.com/office/powerpoint/2010/main" val="9488157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67CFA1-5EFC-409E-8DC4-EA6721B533B4}"/>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10B7AF5-7448-2005-AAD3-ECEB6D9A3446}"/>
              </a:ext>
            </a:extLst>
          </p:cNvPr>
          <p:cNvSpPr>
            <a:spLocks noGrp="1"/>
          </p:cNvSpPr>
          <p:nvPr>
            <p:ph type="sldNum" sz="quarter" idx="10"/>
          </p:nvPr>
        </p:nvSpPr>
        <p:spPr/>
        <p:txBody>
          <a:bodyPr/>
          <a:lstStyle/>
          <a:p>
            <a:fld id="{D99DF388-D8CC-9A47-891A-7411F982D5E0}" type="slidenum">
              <a:rPr lang="en-US" smtClean="0"/>
              <a:pPr/>
              <a:t>16</a:t>
            </a:fld>
            <a:endParaRPr lang="en-US" dirty="0"/>
          </a:p>
        </p:txBody>
      </p:sp>
      <p:sp>
        <p:nvSpPr>
          <p:cNvPr id="18" name="TextBox 17">
            <a:extLst>
              <a:ext uri="{FF2B5EF4-FFF2-40B4-BE49-F238E27FC236}">
                <a16:creationId xmlns:a16="http://schemas.microsoft.com/office/drawing/2014/main" id="{F1F332EB-8CBE-327E-70CD-903244FEED75}"/>
              </a:ext>
            </a:extLst>
          </p:cNvPr>
          <p:cNvSpPr txBox="1"/>
          <p:nvPr/>
        </p:nvSpPr>
        <p:spPr>
          <a:xfrm>
            <a:off x="875652" y="1287672"/>
            <a:ext cx="11297297" cy="584775"/>
          </a:xfrm>
          <a:prstGeom prst="rect">
            <a:avLst/>
          </a:prstGeom>
          <a:noFill/>
        </p:spPr>
        <p:txBody>
          <a:bodyPr wrap="square">
            <a:spAutoFit/>
          </a:bodyPr>
          <a:lstStyle/>
          <a:p>
            <a:pPr>
              <a:spcAft>
                <a:spcPts val="600"/>
              </a:spcAft>
            </a:pPr>
            <a:r>
              <a:rPr lang="en-US" sz="3200" b="1" dirty="0"/>
              <a:t>Problem: </a:t>
            </a:r>
            <a:r>
              <a:rPr lang="en-US" sz="3200" dirty="0"/>
              <a:t>Manual LSF wiring slows single-cell analysis</a:t>
            </a:r>
          </a:p>
        </p:txBody>
      </p:sp>
      <p:sp>
        <p:nvSpPr>
          <p:cNvPr id="5" name="TextBox 4">
            <a:extLst>
              <a:ext uri="{FF2B5EF4-FFF2-40B4-BE49-F238E27FC236}">
                <a16:creationId xmlns:a16="http://schemas.microsoft.com/office/drawing/2014/main" id="{79A09164-89C1-53B2-8278-BF9A5C727129}"/>
              </a:ext>
            </a:extLst>
          </p:cNvPr>
          <p:cNvSpPr txBox="1"/>
          <p:nvPr/>
        </p:nvSpPr>
        <p:spPr>
          <a:xfrm>
            <a:off x="875652" y="2308503"/>
            <a:ext cx="9165430" cy="369332"/>
          </a:xfrm>
          <a:prstGeom prst="rect">
            <a:avLst/>
          </a:prstGeom>
          <a:noFill/>
        </p:spPr>
        <p:txBody>
          <a:bodyPr wrap="square">
            <a:spAutoFit/>
          </a:bodyPr>
          <a:lstStyle/>
          <a:p>
            <a:r>
              <a:rPr lang="en-US" dirty="0"/>
              <a:t>KIDS26 Team 15 — Resource-Aware SNAP + Sprocket Orchestrator</a:t>
            </a:r>
          </a:p>
        </p:txBody>
      </p:sp>
      <p:sp>
        <p:nvSpPr>
          <p:cNvPr id="8" name="TextBox 7">
            <a:extLst>
              <a:ext uri="{FF2B5EF4-FFF2-40B4-BE49-F238E27FC236}">
                <a16:creationId xmlns:a16="http://schemas.microsoft.com/office/drawing/2014/main" id="{FBE43390-9146-83A6-6493-68006C1BCBE1}"/>
              </a:ext>
            </a:extLst>
          </p:cNvPr>
          <p:cNvSpPr txBox="1"/>
          <p:nvPr/>
        </p:nvSpPr>
        <p:spPr>
          <a:xfrm>
            <a:off x="1428784" y="3277732"/>
            <a:ext cx="14544642" cy="3416320"/>
          </a:xfrm>
          <a:prstGeom prst="rect">
            <a:avLst/>
          </a:prstGeom>
          <a:noFill/>
        </p:spPr>
        <p:txBody>
          <a:bodyPr wrap="square">
            <a:spAutoFit/>
          </a:bodyPr>
          <a:lstStyle/>
          <a:p>
            <a:pPr marL="342900" lvl="0" indent="-342900">
              <a:buFont typeface="Arial" panose="020B0604020202020204" pitchFamily="34" charset="0"/>
              <a:buChar char="•"/>
            </a:pPr>
            <a:r>
              <a:rPr lang="en-US" sz="2400" dirty="0"/>
              <a:t>Running SNAP downstream today means manual LSF jobs: separate </a:t>
            </a:r>
            <a:r>
              <a:rPr lang="en-US" sz="2400" dirty="0" err="1">
                <a:latin typeface="+mn-lt"/>
              </a:rPr>
              <a:t>bsub</a:t>
            </a:r>
            <a:r>
              <a:rPr lang="en-US" sz="2400" dirty="0"/>
              <a:t> calls, hand-wired dependencies, and per-module resource guessing</a:t>
            </a:r>
          </a:p>
          <a:p>
            <a:pPr marL="342900" lvl="0" indent="-342900">
              <a:buFont typeface="Arial" panose="020B0604020202020204" pitchFamily="34" charset="0"/>
              <a:buChar char="•"/>
            </a:pPr>
            <a:endParaRPr lang="en-US" sz="2400" dirty="0"/>
          </a:p>
          <a:p>
            <a:pPr marL="342900" lvl="0" indent="-342900">
              <a:buFont typeface="Arial" panose="020B0604020202020204" pitchFamily="34" charset="0"/>
              <a:buChar char="•"/>
            </a:pPr>
            <a:r>
              <a:rPr lang="en-US" sz="2400" dirty="0"/>
              <a:t>Analysts spend ~6–8 hours per run on setup, retries, and YAML edits (</a:t>
            </a:r>
            <a:r>
              <a:rPr lang="en-US" sz="2400" dirty="0" err="1">
                <a:latin typeface="+mn-lt"/>
              </a:rPr>
              <a:t>lsf-script.txt</a:t>
            </a:r>
            <a:r>
              <a:rPr lang="en-US" sz="2400" dirty="0"/>
              <a:t>, </a:t>
            </a:r>
            <a:r>
              <a:rPr lang="en-US" sz="2400" dirty="0" err="1">
                <a:latin typeface="+mn-lt"/>
              </a:rPr>
              <a:t>future.globals</a:t>
            </a:r>
            <a:r>
              <a:rPr lang="en-US" sz="2400" dirty="0"/>
              <a:t>)</a:t>
            </a:r>
          </a:p>
          <a:p>
            <a:pPr marL="342900" lvl="0" indent="-342900">
              <a:buFont typeface="Arial" panose="020B0604020202020204" pitchFamily="34" charset="0"/>
              <a:buChar char="•"/>
            </a:pPr>
            <a:endParaRPr lang="en-US" sz="2400" dirty="0"/>
          </a:p>
          <a:p>
            <a:pPr marL="342900" lvl="0" indent="-342900">
              <a:buFont typeface="Arial" panose="020B0604020202020204" pitchFamily="34" charset="0"/>
              <a:buChar char="•"/>
            </a:pPr>
            <a:r>
              <a:rPr lang="en-US" sz="2400" dirty="0"/>
              <a:t>Resources are fixed (e.g. 16 CPU / 30 GB) even when the cohort needs less — leading to wasted cores or failures</a:t>
            </a:r>
          </a:p>
          <a:p>
            <a:pPr marL="342900" lvl="0" indent="-342900">
              <a:buFont typeface="Arial" panose="020B0604020202020204" pitchFamily="34" charset="0"/>
              <a:buChar char="•"/>
            </a:pPr>
            <a:endParaRPr lang="en-US" sz="2400" dirty="0"/>
          </a:p>
          <a:p>
            <a:pPr marL="342900" lvl="0" indent="-342900">
              <a:buFont typeface="Arial" panose="020B0604020202020204" pitchFamily="34" charset="0"/>
              <a:buChar char="•"/>
            </a:pPr>
            <a:r>
              <a:rPr lang="en-US" sz="2400" dirty="0"/>
              <a:t>No pre-submit validation — errors surface only after jobs are queued on HPC</a:t>
            </a:r>
          </a:p>
        </p:txBody>
      </p:sp>
      <p:sp>
        <p:nvSpPr>
          <p:cNvPr id="10" name="TextBox 9">
            <a:extLst>
              <a:ext uri="{FF2B5EF4-FFF2-40B4-BE49-F238E27FC236}">
                <a16:creationId xmlns:a16="http://schemas.microsoft.com/office/drawing/2014/main" id="{2779BA9D-1125-559F-3531-99F591B4437B}"/>
              </a:ext>
            </a:extLst>
          </p:cNvPr>
          <p:cNvSpPr txBox="1"/>
          <p:nvPr/>
        </p:nvSpPr>
        <p:spPr>
          <a:xfrm>
            <a:off x="875652" y="8000219"/>
            <a:ext cx="16397937" cy="461665"/>
          </a:xfrm>
          <a:prstGeom prst="rect">
            <a:avLst/>
          </a:prstGeom>
          <a:noFill/>
        </p:spPr>
        <p:txBody>
          <a:bodyPr wrap="square">
            <a:spAutoFit/>
          </a:bodyPr>
          <a:lstStyle/>
          <a:p>
            <a:pPr>
              <a:buNone/>
            </a:pPr>
            <a:r>
              <a:rPr lang="en-US" sz="2400" i="1" dirty="0">
                <a:solidFill>
                  <a:srgbClr val="FF0000"/>
                </a:solidFill>
              </a:rPr>
              <a:t>Can a resource-aware SNAP + Sprocket orchestrator replace manual LSF wiring for scalable single-cell analysis?</a:t>
            </a:r>
            <a:endParaRPr lang="en-US" sz="2400" dirty="0">
              <a:solidFill>
                <a:srgbClr val="FF0000"/>
              </a:solidFill>
            </a:endParaRPr>
          </a:p>
        </p:txBody>
      </p:sp>
      <p:sp>
        <p:nvSpPr>
          <p:cNvPr id="3" name="TextBox 2">
            <a:extLst>
              <a:ext uri="{FF2B5EF4-FFF2-40B4-BE49-F238E27FC236}">
                <a16:creationId xmlns:a16="http://schemas.microsoft.com/office/drawing/2014/main" id="{E8CBB5A2-2454-30A2-BD2A-4D39C7B47448}"/>
              </a:ext>
            </a:extLst>
          </p:cNvPr>
          <p:cNvSpPr txBox="1"/>
          <p:nvPr/>
        </p:nvSpPr>
        <p:spPr>
          <a:xfrm>
            <a:off x="125016" y="9223653"/>
            <a:ext cx="9165430" cy="369332"/>
          </a:xfrm>
          <a:prstGeom prst="rect">
            <a:avLst/>
          </a:prstGeom>
          <a:solidFill>
            <a:srgbClr val="FFFF00"/>
          </a:solidFill>
        </p:spPr>
        <p:txBody>
          <a:bodyPr wrap="square">
            <a:spAutoFit/>
          </a:bodyPr>
          <a:lstStyle/>
          <a:p>
            <a:r>
              <a:rPr lang="en-US" dirty="0"/>
              <a:t>This is an analyst time + cluster waste, not just a tooling upgrade.</a:t>
            </a:r>
          </a:p>
        </p:txBody>
      </p:sp>
      <p:pic>
        <p:nvPicPr>
          <p:cNvPr id="6" name="Picture 5">
            <a:extLst>
              <a:ext uri="{FF2B5EF4-FFF2-40B4-BE49-F238E27FC236}">
                <a16:creationId xmlns:a16="http://schemas.microsoft.com/office/drawing/2014/main" id="{A386A50A-6674-B86A-AA53-24F94DBB77D4}"/>
              </a:ext>
            </a:extLst>
          </p:cNvPr>
          <p:cNvPicPr>
            <a:picLocks noChangeAspect="1"/>
          </p:cNvPicPr>
          <p:nvPr/>
        </p:nvPicPr>
        <p:blipFill>
          <a:blip r:embed="rId2"/>
          <a:srcRect r="48501"/>
          <a:stretch>
            <a:fillRect/>
          </a:stretch>
        </p:blipFill>
        <p:spPr>
          <a:xfrm>
            <a:off x="4422981" y="6903168"/>
            <a:ext cx="8078581" cy="887935"/>
          </a:xfrm>
          <a:prstGeom prst="rect">
            <a:avLst/>
          </a:prstGeom>
        </p:spPr>
      </p:pic>
      <p:sp>
        <p:nvSpPr>
          <p:cNvPr id="7" name="TextBox 6">
            <a:extLst>
              <a:ext uri="{FF2B5EF4-FFF2-40B4-BE49-F238E27FC236}">
                <a16:creationId xmlns:a16="http://schemas.microsoft.com/office/drawing/2014/main" id="{0FF30BC5-CD0C-7EC6-6FF5-77F2CE28A78A}"/>
              </a:ext>
            </a:extLst>
          </p:cNvPr>
          <p:cNvSpPr txBox="1"/>
          <p:nvPr/>
        </p:nvSpPr>
        <p:spPr>
          <a:xfrm>
            <a:off x="243501" y="203732"/>
            <a:ext cx="1813317" cy="369332"/>
          </a:xfrm>
          <a:prstGeom prst="rect">
            <a:avLst/>
          </a:prstGeom>
          <a:noFill/>
        </p:spPr>
        <p:txBody>
          <a:bodyPr wrap="none" rtlCol="0">
            <a:spAutoFit/>
          </a:bodyPr>
          <a:lstStyle/>
          <a:p>
            <a:r>
              <a:rPr lang="en-US" dirty="0">
                <a:solidFill>
                  <a:srgbClr val="FF0000"/>
                </a:solidFill>
              </a:rPr>
              <a:t>Example slide 1</a:t>
            </a:r>
          </a:p>
        </p:txBody>
      </p:sp>
    </p:spTree>
    <p:extLst>
      <p:ext uri="{BB962C8B-B14F-4D97-AF65-F5344CB8AC3E}">
        <p14:creationId xmlns:p14="http://schemas.microsoft.com/office/powerpoint/2010/main" val="37493810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2454E9-7C08-11D5-3971-09A96BFF6125}"/>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64487D6-C426-06C4-CB5C-0A6823EA24EE}"/>
              </a:ext>
            </a:extLst>
          </p:cNvPr>
          <p:cNvSpPr>
            <a:spLocks noGrp="1"/>
          </p:cNvSpPr>
          <p:nvPr>
            <p:ph type="sldNum" sz="quarter" idx="10"/>
          </p:nvPr>
        </p:nvSpPr>
        <p:spPr/>
        <p:txBody>
          <a:bodyPr/>
          <a:lstStyle/>
          <a:p>
            <a:fld id="{D99DF388-D8CC-9A47-891A-7411F982D5E0}" type="slidenum">
              <a:rPr lang="en-US" smtClean="0"/>
              <a:pPr/>
              <a:t>17</a:t>
            </a:fld>
            <a:endParaRPr lang="en-US" dirty="0"/>
          </a:p>
        </p:txBody>
      </p:sp>
      <p:sp>
        <p:nvSpPr>
          <p:cNvPr id="18" name="TextBox 17">
            <a:extLst>
              <a:ext uri="{FF2B5EF4-FFF2-40B4-BE49-F238E27FC236}">
                <a16:creationId xmlns:a16="http://schemas.microsoft.com/office/drawing/2014/main" id="{7789EAA0-6B72-223F-4EFF-9D0C15ABF5F6}"/>
              </a:ext>
            </a:extLst>
          </p:cNvPr>
          <p:cNvSpPr txBox="1"/>
          <p:nvPr/>
        </p:nvSpPr>
        <p:spPr>
          <a:xfrm>
            <a:off x="716449" y="1254346"/>
            <a:ext cx="15969311" cy="584775"/>
          </a:xfrm>
          <a:prstGeom prst="rect">
            <a:avLst/>
          </a:prstGeom>
          <a:noFill/>
        </p:spPr>
        <p:txBody>
          <a:bodyPr wrap="square">
            <a:spAutoFit/>
          </a:bodyPr>
          <a:lstStyle/>
          <a:p>
            <a:pPr>
              <a:spcAft>
                <a:spcPts val="600"/>
              </a:spcAft>
            </a:pPr>
            <a:r>
              <a:rPr lang="en-US" sz="3200" b="1" dirty="0"/>
              <a:t>Solution &amp; What We Built: </a:t>
            </a:r>
            <a:r>
              <a:rPr lang="en-US" sz="3200" dirty="0"/>
              <a:t>One YAML + one command — validated before submit</a:t>
            </a:r>
          </a:p>
        </p:txBody>
      </p:sp>
      <p:sp>
        <p:nvSpPr>
          <p:cNvPr id="5" name="TextBox 4">
            <a:extLst>
              <a:ext uri="{FF2B5EF4-FFF2-40B4-BE49-F238E27FC236}">
                <a16:creationId xmlns:a16="http://schemas.microsoft.com/office/drawing/2014/main" id="{BD731995-E951-0FF3-6150-816A10E32693}"/>
              </a:ext>
            </a:extLst>
          </p:cNvPr>
          <p:cNvSpPr txBox="1"/>
          <p:nvPr/>
        </p:nvSpPr>
        <p:spPr>
          <a:xfrm>
            <a:off x="875652" y="2308503"/>
            <a:ext cx="9165430" cy="369332"/>
          </a:xfrm>
          <a:prstGeom prst="rect">
            <a:avLst/>
          </a:prstGeom>
          <a:noFill/>
        </p:spPr>
        <p:txBody>
          <a:bodyPr wrap="square">
            <a:spAutoFit/>
          </a:bodyPr>
          <a:lstStyle/>
          <a:p>
            <a:r>
              <a:rPr lang="en-US" i="1" dirty="0"/>
              <a:t>launch-snap-</a:t>
            </a:r>
            <a:r>
              <a:rPr lang="en-US" i="1" dirty="0" err="1"/>
              <a:t>downstream.sh</a:t>
            </a:r>
            <a:r>
              <a:rPr lang="en-US" i="1" dirty="0"/>
              <a:t> </a:t>
            </a:r>
            <a:r>
              <a:rPr lang="en-US" dirty="0"/>
              <a:t>on Victoria Knockout cohort (4 samples · ~21k cells)</a:t>
            </a:r>
          </a:p>
        </p:txBody>
      </p:sp>
      <p:pic>
        <p:nvPicPr>
          <p:cNvPr id="6" name="Picture 5">
            <a:extLst>
              <a:ext uri="{FF2B5EF4-FFF2-40B4-BE49-F238E27FC236}">
                <a16:creationId xmlns:a16="http://schemas.microsoft.com/office/drawing/2014/main" id="{68A8966C-CEDC-86EA-5FA4-EA717DCECC4E}"/>
              </a:ext>
            </a:extLst>
          </p:cNvPr>
          <p:cNvPicPr>
            <a:picLocks noChangeAspect="1"/>
          </p:cNvPicPr>
          <p:nvPr/>
        </p:nvPicPr>
        <p:blipFill>
          <a:blip r:embed="rId3"/>
          <a:stretch>
            <a:fillRect/>
          </a:stretch>
        </p:blipFill>
        <p:spPr>
          <a:xfrm>
            <a:off x="4000500" y="2891712"/>
            <a:ext cx="9486899" cy="6532693"/>
          </a:xfrm>
          <a:prstGeom prst="rect">
            <a:avLst/>
          </a:prstGeom>
        </p:spPr>
      </p:pic>
      <p:sp>
        <p:nvSpPr>
          <p:cNvPr id="7" name="TextBox 6">
            <a:extLst>
              <a:ext uri="{FF2B5EF4-FFF2-40B4-BE49-F238E27FC236}">
                <a16:creationId xmlns:a16="http://schemas.microsoft.com/office/drawing/2014/main" id="{187BB640-5207-3AFC-BD06-535D409FB24C}"/>
              </a:ext>
            </a:extLst>
          </p:cNvPr>
          <p:cNvSpPr txBox="1"/>
          <p:nvPr/>
        </p:nvSpPr>
        <p:spPr>
          <a:xfrm>
            <a:off x="243501" y="203732"/>
            <a:ext cx="1813317" cy="369332"/>
          </a:xfrm>
          <a:prstGeom prst="rect">
            <a:avLst/>
          </a:prstGeom>
          <a:noFill/>
        </p:spPr>
        <p:txBody>
          <a:bodyPr wrap="none" rtlCol="0">
            <a:spAutoFit/>
          </a:bodyPr>
          <a:lstStyle/>
          <a:p>
            <a:r>
              <a:rPr lang="en-US" dirty="0">
                <a:solidFill>
                  <a:srgbClr val="FF0000"/>
                </a:solidFill>
              </a:rPr>
              <a:t>Example slide 2</a:t>
            </a:r>
          </a:p>
        </p:txBody>
      </p:sp>
    </p:spTree>
    <p:extLst>
      <p:ext uri="{BB962C8B-B14F-4D97-AF65-F5344CB8AC3E}">
        <p14:creationId xmlns:p14="http://schemas.microsoft.com/office/powerpoint/2010/main" val="25709148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C46C4A-7496-3E06-F1ED-D171F09326F5}"/>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154A3AF-2AD1-9D62-DBAD-DCAC634D4106}"/>
              </a:ext>
            </a:extLst>
          </p:cNvPr>
          <p:cNvSpPr>
            <a:spLocks noGrp="1"/>
          </p:cNvSpPr>
          <p:nvPr>
            <p:ph type="sldNum" sz="quarter" idx="10"/>
          </p:nvPr>
        </p:nvSpPr>
        <p:spPr/>
        <p:txBody>
          <a:bodyPr/>
          <a:lstStyle/>
          <a:p>
            <a:fld id="{D99DF388-D8CC-9A47-891A-7411F982D5E0}" type="slidenum">
              <a:rPr lang="en-US" smtClean="0"/>
              <a:pPr/>
              <a:t>18</a:t>
            </a:fld>
            <a:endParaRPr lang="en-US" dirty="0"/>
          </a:p>
        </p:txBody>
      </p:sp>
      <p:sp>
        <p:nvSpPr>
          <p:cNvPr id="18" name="TextBox 17">
            <a:extLst>
              <a:ext uri="{FF2B5EF4-FFF2-40B4-BE49-F238E27FC236}">
                <a16:creationId xmlns:a16="http://schemas.microsoft.com/office/drawing/2014/main" id="{BDB03ACF-81DC-8A39-1ADB-84773D26C8C2}"/>
              </a:ext>
            </a:extLst>
          </p:cNvPr>
          <p:cNvSpPr txBox="1"/>
          <p:nvPr/>
        </p:nvSpPr>
        <p:spPr>
          <a:xfrm>
            <a:off x="716449" y="1254346"/>
            <a:ext cx="15969311" cy="584775"/>
          </a:xfrm>
          <a:prstGeom prst="rect">
            <a:avLst/>
          </a:prstGeom>
          <a:noFill/>
        </p:spPr>
        <p:txBody>
          <a:bodyPr wrap="square">
            <a:spAutoFit/>
          </a:bodyPr>
          <a:lstStyle/>
          <a:p>
            <a:pPr>
              <a:spcAft>
                <a:spcPts val="600"/>
              </a:spcAft>
            </a:pPr>
            <a:r>
              <a:rPr lang="en-US" sz="3200" b="1" dirty="0"/>
              <a:t> Results &amp; Impact</a:t>
            </a:r>
            <a:r>
              <a:rPr lang="en-US" sz="3200" dirty="0"/>
              <a:t>: ROI, limitations, and next steps</a:t>
            </a:r>
          </a:p>
        </p:txBody>
      </p:sp>
      <p:sp>
        <p:nvSpPr>
          <p:cNvPr id="5" name="TextBox 4">
            <a:extLst>
              <a:ext uri="{FF2B5EF4-FFF2-40B4-BE49-F238E27FC236}">
                <a16:creationId xmlns:a16="http://schemas.microsoft.com/office/drawing/2014/main" id="{6EC33589-F792-DE3A-7A3B-A935E8543B9A}"/>
              </a:ext>
            </a:extLst>
          </p:cNvPr>
          <p:cNvSpPr txBox="1"/>
          <p:nvPr/>
        </p:nvSpPr>
        <p:spPr>
          <a:xfrm>
            <a:off x="875652" y="2308503"/>
            <a:ext cx="9165430" cy="369332"/>
          </a:xfrm>
          <a:prstGeom prst="rect">
            <a:avLst/>
          </a:prstGeom>
          <a:noFill/>
        </p:spPr>
        <p:txBody>
          <a:bodyPr wrap="square">
            <a:spAutoFit/>
          </a:bodyPr>
          <a:lstStyle/>
          <a:p>
            <a:r>
              <a:rPr lang="en-US" i="1" dirty="0"/>
              <a:t>Results we aim to show judges (Day 3, 3:00–6:00 PM):</a:t>
            </a:r>
          </a:p>
        </p:txBody>
      </p:sp>
      <p:pic>
        <p:nvPicPr>
          <p:cNvPr id="3" name="Picture 2">
            <a:extLst>
              <a:ext uri="{FF2B5EF4-FFF2-40B4-BE49-F238E27FC236}">
                <a16:creationId xmlns:a16="http://schemas.microsoft.com/office/drawing/2014/main" id="{B022B3F5-FA74-6BB1-3512-C9122FFBF444}"/>
              </a:ext>
            </a:extLst>
          </p:cNvPr>
          <p:cNvPicPr>
            <a:picLocks noChangeAspect="1"/>
          </p:cNvPicPr>
          <p:nvPr/>
        </p:nvPicPr>
        <p:blipFill>
          <a:blip r:embed="rId3"/>
          <a:srcRect b="21394"/>
          <a:stretch>
            <a:fillRect/>
          </a:stretch>
        </p:blipFill>
        <p:spPr>
          <a:xfrm>
            <a:off x="875652" y="3147217"/>
            <a:ext cx="9661525" cy="5229610"/>
          </a:xfrm>
          <a:prstGeom prst="rect">
            <a:avLst/>
          </a:prstGeom>
        </p:spPr>
      </p:pic>
      <p:sp>
        <p:nvSpPr>
          <p:cNvPr id="7" name="TextBox 6">
            <a:extLst>
              <a:ext uri="{FF2B5EF4-FFF2-40B4-BE49-F238E27FC236}">
                <a16:creationId xmlns:a16="http://schemas.microsoft.com/office/drawing/2014/main" id="{88DF4FB8-82C6-59AB-687B-5CA4E9A60863}"/>
              </a:ext>
            </a:extLst>
          </p:cNvPr>
          <p:cNvSpPr txBox="1"/>
          <p:nvPr/>
        </p:nvSpPr>
        <p:spPr>
          <a:xfrm>
            <a:off x="243501" y="203732"/>
            <a:ext cx="1813317" cy="369332"/>
          </a:xfrm>
          <a:prstGeom prst="rect">
            <a:avLst/>
          </a:prstGeom>
          <a:noFill/>
        </p:spPr>
        <p:txBody>
          <a:bodyPr wrap="none" rtlCol="0">
            <a:spAutoFit/>
          </a:bodyPr>
          <a:lstStyle/>
          <a:p>
            <a:r>
              <a:rPr lang="en-US" dirty="0">
                <a:solidFill>
                  <a:srgbClr val="FF0000"/>
                </a:solidFill>
              </a:rPr>
              <a:t>Example slide 3</a:t>
            </a:r>
          </a:p>
        </p:txBody>
      </p:sp>
      <p:sp>
        <p:nvSpPr>
          <p:cNvPr id="9" name="TextBox 8">
            <a:extLst>
              <a:ext uri="{FF2B5EF4-FFF2-40B4-BE49-F238E27FC236}">
                <a16:creationId xmlns:a16="http://schemas.microsoft.com/office/drawing/2014/main" id="{92B156EE-4B4F-65A0-61B5-41CA5D4A9636}"/>
              </a:ext>
            </a:extLst>
          </p:cNvPr>
          <p:cNvSpPr txBox="1"/>
          <p:nvPr/>
        </p:nvSpPr>
        <p:spPr>
          <a:xfrm>
            <a:off x="11171207" y="4023084"/>
            <a:ext cx="6564701" cy="3477875"/>
          </a:xfrm>
          <a:prstGeom prst="rect">
            <a:avLst/>
          </a:prstGeom>
          <a:solidFill>
            <a:schemeClr val="accent5">
              <a:lumMod val="20000"/>
              <a:lumOff val="80000"/>
            </a:schemeClr>
          </a:solidFill>
        </p:spPr>
        <p:txBody>
          <a:bodyPr wrap="square">
            <a:spAutoFit/>
          </a:bodyPr>
          <a:lstStyle/>
          <a:p>
            <a:pPr lvl="0"/>
            <a:r>
              <a:rPr lang="en-US" sz="2000" b="1" dirty="0"/>
              <a:t>Next steps</a:t>
            </a:r>
          </a:p>
          <a:p>
            <a:pPr lvl="0"/>
            <a:endParaRPr lang="en-US" sz="2000" b="1" dirty="0"/>
          </a:p>
          <a:p>
            <a:pPr marL="342900" lvl="0" indent="-342900">
              <a:buFont typeface="Arial" panose="020B0604020202020204" pitchFamily="34" charset="0"/>
              <a:buChar char="•"/>
            </a:pPr>
            <a:r>
              <a:rPr lang="en-US" sz="2000" b="1" dirty="0"/>
              <a:t>Other SNAP modalities </a:t>
            </a:r>
            <a:r>
              <a:rPr lang="en-US" sz="2000" dirty="0"/>
              <a:t>— extend to automated </a:t>
            </a:r>
            <a:r>
              <a:rPr lang="en-US" sz="2000" dirty="0" err="1"/>
              <a:t>sc</a:t>
            </a:r>
            <a:r>
              <a:rPr lang="en-US" sz="2000" dirty="0"/>
              <a:t>-ATAC, </a:t>
            </a:r>
            <a:r>
              <a:rPr lang="en-US" sz="2000" dirty="0" err="1"/>
              <a:t>sc</a:t>
            </a:r>
            <a:r>
              <a:rPr lang="en-US" sz="2000" dirty="0"/>
              <a:t>-PARSE, and other pipelines (validated here on </a:t>
            </a:r>
            <a:r>
              <a:rPr lang="en-US" sz="2000" dirty="0" err="1"/>
              <a:t>sc</a:t>
            </a:r>
            <a:r>
              <a:rPr lang="en-US" sz="2000" dirty="0"/>
              <a:t>-RNA-seq)</a:t>
            </a:r>
          </a:p>
          <a:p>
            <a:pPr marL="342900" lvl="0" indent="-342900">
              <a:buFont typeface="Arial" panose="020B0604020202020204" pitchFamily="34" charset="0"/>
              <a:buChar char="•"/>
            </a:pPr>
            <a:r>
              <a:rPr lang="en-US" sz="2000" b="1" dirty="0"/>
              <a:t>Multi-omics — combined workflows</a:t>
            </a:r>
            <a:r>
              <a:rPr lang="en-US" sz="2000" dirty="0"/>
              <a:t>, e.g. </a:t>
            </a:r>
            <a:r>
              <a:rPr lang="en-US" sz="2000" dirty="0" err="1"/>
              <a:t>sc</a:t>
            </a:r>
            <a:r>
              <a:rPr lang="en-US" sz="2000" dirty="0"/>
              <a:t>-RNA-seq + </a:t>
            </a:r>
            <a:r>
              <a:rPr lang="en-US" sz="2000" dirty="0" err="1"/>
              <a:t>sc</a:t>
            </a:r>
            <a:r>
              <a:rPr lang="en-US" sz="2000" dirty="0"/>
              <a:t>-ATAC, under one resource-aware launcher</a:t>
            </a:r>
          </a:p>
          <a:p>
            <a:pPr marL="342900" lvl="0" indent="-342900">
              <a:buFont typeface="Arial" panose="020B0604020202020204" pitchFamily="34" charset="0"/>
              <a:buChar char="•"/>
            </a:pPr>
            <a:r>
              <a:rPr lang="en-US" sz="2000" b="1" dirty="0"/>
              <a:t>Multiple projects </a:t>
            </a:r>
            <a:r>
              <a:rPr lang="en-US" sz="2000" dirty="0"/>
              <a:t>— parallel cohort runs via </a:t>
            </a:r>
            <a:r>
              <a:rPr lang="en-US" sz="2000" dirty="0" err="1">
                <a:latin typeface="+mn-lt"/>
              </a:rPr>
              <a:t>snap_multi_project.wdl</a:t>
            </a:r>
            <a:endParaRPr lang="en-US" sz="2000" dirty="0"/>
          </a:p>
          <a:p>
            <a:pPr marL="342900" lvl="0" indent="-342900">
              <a:buFont typeface="Arial" panose="020B0604020202020204" pitchFamily="34" charset="0"/>
              <a:buChar char="•"/>
            </a:pPr>
            <a:r>
              <a:rPr lang="en-US" sz="2000" b="1" dirty="0"/>
              <a:t>Production — CI layout check</a:t>
            </a:r>
            <a:r>
              <a:rPr lang="en-US" sz="2000" dirty="0"/>
              <a:t>; rollout to additional SNAP projects at St. Jude</a:t>
            </a:r>
          </a:p>
        </p:txBody>
      </p:sp>
    </p:spTree>
    <p:extLst>
      <p:ext uri="{BB962C8B-B14F-4D97-AF65-F5344CB8AC3E}">
        <p14:creationId xmlns:p14="http://schemas.microsoft.com/office/powerpoint/2010/main" val="37895284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6EE41A-9D88-67C8-3CB7-1FE273621B58}"/>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585F983-7EBA-2D1D-5AA1-05DF06B49CE6}"/>
              </a:ext>
            </a:extLst>
          </p:cNvPr>
          <p:cNvSpPr>
            <a:spLocks noGrp="1"/>
          </p:cNvSpPr>
          <p:nvPr>
            <p:ph type="sldNum" sz="quarter" idx="10"/>
          </p:nvPr>
        </p:nvSpPr>
        <p:spPr/>
        <p:txBody>
          <a:bodyPr/>
          <a:lstStyle/>
          <a:p>
            <a:fld id="{D99DF388-D8CC-9A47-891A-7411F982D5E0}" type="slidenum">
              <a:rPr lang="en-US" smtClean="0"/>
              <a:pPr/>
              <a:t>19</a:t>
            </a:fld>
            <a:endParaRPr lang="en-US" dirty="0"/>
          </a:p>
        </p:txBody>
      </p:sp>
      <p:sp>
        <p:nvSpPr>
          <p:cNvPr id="18" name="TextBox 17">
            <a:extLst>
              <a:ext uri="{FF2B5EF4-FFF2-40B4-BE49-F238E27FC236}">
                <a16:creationId xmlns:a16="http://schemas.microsoft.com/office/drawing/2014/main" id="{724F8F22-1EF8-D62B-BA0E-6FA0328929D1}"/>
              </a:ext>
            </a:extLst>
          </p:cNvPr>
          <p:cNvSpPr txBox="1"/>
          <p:nvPr/>
        </p:nvSpPr>
        <p:spPr>
          <a:xfrm>
            <a:off x="716449" y="1254346"/>
            <a:ext cx="15969311" cy="584775"/>
          </a:xfrm>
          <a:prstGeom prst="rect">
            <a:avLst/>
          </a:prstGeom>
          <a:noFill/>
        </p:spPr>
        <p:txBody>
          <a:bodyPr wrap="square">
            <a:spAutoFit/>
          </a:bodyPr>
          <a:lstStyle/>
          <a:p>
            <a:r>
              <a:rPr lang="en-US" sz="3200" dirty="0"/>
              <a:t>3-day plan:</a:t>
            </a:r>
          </a:p>
        </p:txBody>
      </p:sp>
      <p:sp>
        <p:nvSpPr>
          <p:cNvPr id="5" name="TextBox 4">
            <a:extLst>
              <a:ext uri="{FF2B5EF4-FFF2-40B4-BE49-F238E27FC236}">
                <a16:creationId xmlns:a16="http://schemas.microsoft.com/office/drawing/2014/main" id="{590A3665-C234-4D7C-F461-E2C3AB64D269}"/>
              </a:ext>
            </a:extLst>
          </p:cNvPr>
          <p:cNvSpPr txBox="1"/>
          <p:nvPr/>
        </p:nvSpPr>
        <p:spPr>
          <a:xfrm>
            <a:off x="875652" y="2308503"/>
            <a:ext cx="14854886" cy="2308324"/>
          </a:xfrm>
          <a:prstGeom prst="rect">
            <a:avLst/>
          </a:prstGeom>
          <a:noFill/>
        </p:spPr>
        <p:txBody>
          <a:bodyPr wrap="square">
            <a:spAutoFit/>
          </a:bodyPr>
          <a:lstStyle/>
          <a:p>
            <a:pPr marL="342900" lvl="0" indent="-342900">
              <a:buFont typeface="Arial" panose="020B0604020202020204" pitchFamily="34" charset="0"/>
              <a:buChar char="•"/>
            </a:pPr>
            <a:r>
              <a:rPr lang="en-US" sz="2400" dirty="0"/>
              <a:t>Day 1 (4 h): Clone, smoke tests (T1–T2), confirm pairs</a:t>
            </a:r>
          </a:p>
          <a:p>
            <a:pPr marL="342900" lvl="0" indent="-342900">
              <a:buFont typeface="Arial" panose="020B0604020202020204" pitchFamily="34" charset="0"/>
              <a:buChar char="•"/>
            </a:pPr>
            <a:r>
              <a:rPr lang="en-US" sz="2400" dirty="0"/>
              <a:t>Day 2 (8 h): Full test matrix, docs, draft this deck</a:t>
            </a:r>
          </a:p>
          <a:p>
            <a:pPr marL="342900" lvl="0" indent="-342900">
              <a:buFont typeface="Arial" panose="020B0604020202020204" pitchFamily="34" charset="0"/>
              <a:buChar char="•"/>
            </a:pPr>
            <a:r>
              <a:rPr lang="en-US" sz="2400" dirty="0"/>
              <a:t>Day 3 (4 h + demo): Finalize 3 slides, 2-min lightning talk, live demo for judges</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Speaker note (Tracks C + D): Slide 3 is partly aspirational for kickoff — update numbers from hackathon-test-</a:t>
            </a:r>
            <a:r>
              <a:rPr lang="en-US" sz="2400" dirty="0" err="1"/>
              <a:t>results.md</a:t>
            </a:r>
            <a:r>
              <a:rPr lang="en-US" sz="2400" dirty="0"/>
              <a:t> before the judge session.</a:t>
            </a:r>
          </a:p>
        </p:txBody>
      </p:sp>
    </p:spTree>
    <p:extLst>
      <p:ext uri="{BB962C8B-B14F-4D97-AF65-F5344CB8AC3E}">
        <p14:creationId xmlns:p14="http://schemas.microsoft.com/office/powerpoint/2010/main" val="872063460"/>
      </p:ext>
    </p:extLst>
  </p:cSld>
  <p:clrMapOvr>
    <a:masterClrMapping/>
  </p:clrMapOvr>
</p:sld>
</file>

<file path=ppt/theme/theme1.xml><?xml version="1.0" encoding="utf-8"?>
<a:theme xmlns:a="http://schemas.openxmlformats.org/drawingml/2006/main" name="StJudePPT">
  <a:themeElements>
    <a:clrScheme name="St Jude Colors">
      <a:dk1>
        <a:srgbClr val="000000"/>
      </a:dk1>
      <a:lt1>
        <a:srgbClr val="FFFFFF"/>
      </a:lt1>
      <a:dk2>
        <a:srgbClr val="474C55"/>
      </a:dk2>
      <a:lt2>
        <a:srgbClr val="DFE1DF"/>
      </a:lt2>
      <a:accent1>
        <a:srgbClr val="D11947"/>
      </a:accent1>
      <a:accent2>
        <a:srgbClr val="8D0034"/>
      </a:accent2>
      <a:accent3>
        <a:srgbClr val="00437B"/>
      </a:accent3>
      <a:accent4>
        <a:srgbClr val="79D0E3"/>
      </a:accent4>
      <a:accent5>
        <a:srgbClr val="FDB71A"/>
      </a:accent5>
      <a:accent6>
        <a:srgbClr val="61BB46"/>
      </a:accent6>
      <a:hlink>
        <a:srgbClr val="135CB0"/>
      </a:hlink>
      <a:folHlink>
        <a:srgbClr val="008A1C"/>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JH-063 St Jude PPT Template (cdc)1.0_1108" id="{092EC10A-F896-5641-B8FC-AFC0710F9B7B}" vid="{04327986-9DE8-6344-B620-45AA17B0BB5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65ce1208-e929-4ec4-be64-9138d78922c0}" enabled="1" method="Standard" siteId="{22340fa8-9226-4871-b677-d3b3e377af72}" contentBits="2" removed="0"/>
</clbl:labelList>
</file>

<file path=docProps/app.xml><?xml version="1.0" encoding="utf-8"?>
<Properties xmlns="http://schemas.openxmlformats.org/officeDocument/2006/extended-properties" xmlns:vt="http://schemas.openxmlformats.org/officeDocument/2006/docPropsVTypes">
  <Template>StJudePPT</Template>
  <TotalTime>11391</TotalTime>
  <Words>1942</Words>
  <Application>Microsoft Macintosh PowerPoint</Application>
  <PresentationFormat>Custom</PresentationFormat>
  <Paragraphs>216</Paragraphs>
  <Slides>19</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Aptos</vt:lpstr>
      <vt:lpstr>Arial</vt:lpstr>
      <vt:lpstr>Calibri</vt:lpstr>
      <vt:lpstr>StJudePPT</vt:lpstr>
      <vt:lpstr>PowerPoint Presentation</vt:lpstr>
      <vt:lpstr>Today’s Agenda Items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Carey Christie</dc:creator>
  <cp:lastModifiedBy>Chroni, Antonia</cp:lastModifiedBy>
  <cp:revision>268</cp:revision>
  <dcterms:created xsi:type="dcterms:W3CDTF">2023-11-09T14:55:27Z</dcterms:created>
  <dcterms:modified xsi:type="dcterms:W3CDTF">2026-09-04T14:58:53Z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FooterLocations">
    <vt:lpwstr>StJudePPT:4</vt:lpwstr>
  </property>
  <property fmtid="{D5CDD505-2E9C-101B-9397-08002B2CF9AE}" pid="3" name="ClassificationContentMarkingFooterText">
    <vt:lpwstr>St. Jude - Confidential</vt:lpwstr>
  </property>
</Properties>
</file>